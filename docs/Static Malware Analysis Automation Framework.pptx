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277" r:id="rId3"/>
    <p:sldId id="289" r:id="rId4"/>
    <p:sldId id="258" r:id="rId5"/>
    <p:sldId id="299" r:id="rId6"/>
    <p:sldId id="264" r:id="rId7"/>
    <p:sldId id="274" r:id="rId8"/>
    <p:sldId id="290" r:id="rId9"/>
    <p:sldId id="296" r:id="rId10"/>
    <p:sldId id="303" r:id="rId11"/>
    <p:sldId id="304" r:id="rId12"/>
    <p:sldId id="302" r:id="rId13"/>
    <p:sldId id="291" r:id="rId14"/>
    <p:sldId id="309" r:id="rId15"/>
    <p:sldId id="306" r:id="rId16"/>
    <p:sldId id="310" r:id="rId17"/>
    <p:sldId id="307" r:id="rId18"/>
    <p:sldId id="311" r:id="rId19"/>
    <p:sldId id="312" r:id="rId20"/>
    <p:sldId id="308" r:id="rId21"/>
    <p:sldId id="314" r:id="rId22"/>
    <p:sldId id="313" r:id="rId23"/>
    <p:sldId id="292" r:id="rId24"/>
    <p:sldId id="301" r:id="rId25"/>
    <p:sldId id="300" r:id="rId26"/>
    <p:sldId id="298" r:id="rId27"/>
    <p:sldId id="293" r:id="rId2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b1d1244b29_0_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b1d1244b29_0_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638D079-E4DB-9657-D7A9-E5960B6E4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B94E3FC-EEE7-5DA5-922F-EFCD13872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261767F-BF9B-2E2F-A109-BC249D62E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21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845834807_1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845834807_1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0">
          <a:extLst>
            <a:ext uri="{FF2B5EF4-FFF2-40B4-BE49-F238E27FC236}">
              <a16:creationId xmlns:a16="http://schemas.microsoft.com/office/drawing/2014/main" id="{E190D193-9468-B7FC-C0A9-8B68E8636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b210d7305f_0_401:notes">
            <a:extLst>
              <a:ext uri="{FF2B5EF4-FFF2-40B4-BE49-F238E27FC236}">
                <a16:creationId xmlns:a16="http://schemas.microsoft.com/office/drawing/2014/main" id="{CEC29D58-B610-04F1-7258-4F4E428CEB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b210d7305f_0_401:notes">
            <a:extLst>
              <a:ext uri="{FF2B5EF4-FFF2-40B4-BE49-F238E27FC236}">
                <a16:creationId xmlns:a16="http://schemas.microsoft.com/office/drawing/2014/main" id="{8BC01484-46D6-A934-14F5-08B1602DF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1708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a845834807_1_9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a845834807_1_9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b1d1244b29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b1d1244b29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00ED380-7733-86A2-640C-E18E0DE3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A7749D2-A10A-8131-A7AE-8CD181FBB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0AC852A-EF0A-F6E4-E899-B53895C228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8337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49ACA94F-937E-3B07-76B9-74C2A29D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884BBB2-9838-EFCF-67C7-EA97792E0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E1A43648-3C84-5BF6-B475-15C6804F5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2015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AA88614-FEF0-3D6F-44E2-5416611D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53ECB48E-6457-8F64-F107-A14090967E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DB795B39-5431-BF60-36DF-CC25CFA0D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5730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3025C58B-3403-4D9E-34C3-F4687591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2AA508C-B4EF-48CF-AE61-840078354B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E7592367-2E73-B518-8674-7805AF932C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018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BD7F7C01-06E5-F679-D10B-89745EF81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CB02932B-59B7-C00A-E5B5-703C41B778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2241230F-862E-E9FB-E7AB-581BE8FA0D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0987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44840F-0563-3559-7710-490A3EF1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29EBB42-8D52-A53E-3B08-A62DD6918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7EA1429-C775-BFBA-E6E7-1D736D1E2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248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>
          <a:extLst>
            <a:ext uri="{FF2B5EF4-FFF2-40B4-BE49-F238E27FC236}">
              <a16:creationId xmlns:a16="http://schemas.microsoft.com/office/drawing/2014/main" id="{0D6E10EE-580C-D6C4-53C0-2031048A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a845834807_1_0:notes">
            <a:extLst>
              <a:ext uri="{FF2B5EF4-FFF2-40B4-BE49-F238E27FC236}">
                <a16:creationId xmlns:a16="http://schemas.microsoft.com/office/drawing/2014/main" id="{03FF7C62-C097-7F27-7F60-D65A1015A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a845834807_1_0:notes">
            <a:extLst>
              <a:ext uri="{FF2B5EF4-FFF2-40B4-BE49-F238E27FC236}">
                <a16:creationId xmlns:a16="http://schemas.microsoft.com/office/drawing/2014/main" id="{C4CF2131-F9B4-1781-0FF8-FF7FC77D6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0751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3928EEF-EA1A-9D72-F002-C3E06E2A0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a845834807_1_639:notes">
            <a:extLst>
              <a:ext uri="{FF2B5EF4-FFF2-40B4-BE49-F238E27FC236}">
                <a16:creationId xmlns:a16="http://schemas.microsoft.com/office/drawing/2014/main" id="{40B0A158-FA8F-7972-F567-5B31DC8BF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a845834807_1_639:notes">
            <a:extLst>
              <a:ext uri="{FF2B5EF4-FFF2-40B4-BE49-F238E27FC236}">
                <a16:creationId xmlns:a16="http://schemas.microsoft.com/office/drawing/2014/main" id="{1E20FA1D-709C-0DB4-B7EB-D8047A5EF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68608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6ED17E0-A94F-DEF9-9661-2B32B11C1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F968F61-9EAE-7157-43C0-360EB98804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98F4A38-11C0-8551-A195-F35CAFC99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900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575C630B-4A94-4567-A953-949E52B6F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845834807_1_4:notes">
            <a:extLst>
              <a:ext uri="{FF2B5EF4-FFF2-40B4-BE49-F238E27FC236}">
                <a16:creationId xmlns:a16="http://schemas.microsoft.com/office/drawing/2014/main" id="{982CF6D7-464F-AFA8-CA14-BAA367743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845834807_1_4:notes">
            <a:extLst>
              <a:ext uri="{FF2B5EF4-FFF2-40B4-BE49-F238E27FC236}">
                <a16:creationId xmlns:a16="http://schemas.microsoft.com/office/drawing/2014/main" id="{8DCDDF6C-1360-10AB-B25B-5DFA6F6C8B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39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9">
          <a:extLst>
            <a:ext uri="{FF2B5EF4-FFF2-40B4-BE49-F238E27FC236}">
              <a16:creationId xmlns:a16="http://schemas.microsoft.com/office/drawing/2014/main" id="{CBC86196-2238-A819-2038-91E00F5C4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gb210d7305f_0_325:notes">
            <a:extLst>
              <a:ext uri="{FF2B5EF4-FFF2-40B4-BE49-F238E27FC236}">
                <a16:creationId xmlns:a16="http://schemas.microsoft.com/office/drawing/2014/main" id="{DC1BFF45-0E1F-00CF-3EDD-4AA65A897D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1" name="Google Shape;1701;gb210d7305f_0_325:notes">
            <a:extLst>
              <a:ext uri="{FF2B5EF4-FFF2-40B4-BE49-F238E27FC236}">
                <a16:creationId xmlns:a16="http://schemas.microsoft.com/office/drawing/2014/main" id="{6BADB26A-AEF2-5005-1A3A-24632CDDF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745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6">
          <a:extLst>
            <a:ext uri="{FF2B5EF4-FFF2-40B4-BE49-F238E27FC236}">
              <a16:creationId xmlns:a16="http://schemas.microsoft.com/office/drawing/2014/main" id="{C0984750-4B01-E289-3E62-8D1024A2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b210d7305f_0_0:notes">
            <a:extLst>
              <a:ext uri="{FF2B5EF4-FFF2-40B4-BE49-F238E27FC236}">
                <a16:creationId xmlns:a16="http://schemas.microsoft.com/office/drawing/2014/main" id="{62DA9239-3A48-1D93-B742-9DFB62711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b210d7305f_0_0:notes">
            <a:extLst>
              <a:ext uri="{FF2B5EF4-FFF2-40B4-BE49-F238E27FC236}">
                <a16:creationId xmlns:a16="http://schemas.microsoft.com/office/drawing/2014/main" id="{C1E8B1EB-91C7-BB49-AED5-A67CD546F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973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>
          <a:extLst>
            <a:ext uri="{FF2B5EF4-FFF2-40B4-BE49-F238E27FC236}">
              <a16:creationId xmlns:a16="http://schemas.microsoft.com/office/drawing/2014/main" id="{4A45EE1E-78EC-2630-D46D-4CB83E322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b210d7305f_0_2553:notes">
            <a:extLst>
              <a:ext uri="{FF2B5EF4-FFF2-40B4-BE49-F238E27FC236}">
                <a16:creationId xmlns:a16="http://schemas.microsoft.com/office/drawing/2014/main" id="{4F21C2C3-808A-F655-4A8A-585CDAF18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b210d7305f_0_2553:notes">
            <a:extLst>
              <a:ext uri="{FF2B5EF4-FFF2-40B4-BE49-F238E27FC236}">
                <a16:creationId xmlns:a16="http://schemas.microsoft.com/office/drawing/2014/main" id="{8B862885-3303-CC95-C999-6B785B4D99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215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766850" y="1445000"/>
            <a:ext cx="3567000" cy="142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766850" y="2905900"/>
            <a:ext cx="3567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Fira Sans Black"/>
              <a:buNone/>
              <a:defRPr>
                <a:latin typeface="Fira Sans Black"/>
                <a:ea typeface="Fira Sans Black"/>
                <a:cs typeface="Fira Sans Black"/>
                <a:sym typeface="Fira Sans Black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b="1"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Char char="●"/>
              <a:defRPr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●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Char char="○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Char char="■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EA4335"/>
          </p15:clr>
        </p15:guide>
        <p15:guide id="2" pos="5760">
          <p15:clr>
            <a:srgbClr val="EA4335"/>
          </p15:clr>
        </p15:guide>
        <p15:guide id="3">
          <p15:clr>
            <a:srgbClr val="EA4335"/>
          </p15:clr>
        </p15:guide>
        <p15:guide id="4" pos="449">
          <p15:clr>
            <a:srgbClr val="EA4335"/>
          </p15:clr>
        </p15:guide>
        <p15:guide id="5" pos="5311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903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ionalSecurityAgency/ghidra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ada.re/n/radare2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270.png"/><Relationship Id="rId3" Type="http://schemas.openxmlformats.org/officeDocument/2006/relationships/image" Target="../media/image24.jpg"/><Relationship Id="rId7" Type="http://schemas.openxmlformats.org/officeDocument/2006/relationships/image" Target="../media/image25.png"/><Relationship Id="rId12" Type="http://schemas.openxmlformats.org/officeDocument/2006/relationships/slide" Target="slide13.xml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slide" Target="slide3.xml"/><Relationship Id="rId11" Type="http://schemas.openxmlformats.org/officeDocument/2006/relationships/image" Target="../media/image27.png"/><Relationship Id="rId5" Type="http://schemas.openxmlformats.org/officeDocument/2006/relationships/image" Target="../media/image25.png"/><Relationship Id="rId15" Type="http://schemas.openxmlformats.org/officeDocument/2006/relationships/slide" Target="slide23.xml"/><Relationship Id="rId10" Type="http://schemas.openxmlformats.org/officeDocument/2006/relationships/image" Target="../media/image26.png"/><Relationship Id="rId4" Type="http://schemas.openxmlformats.org/officeDocument/2006/relationships/hyperlink" Target="https://github.com/Endless077/" TargetMode="External"/><Relationship Id="rId9" Type="http://schemas.openxmlformats.org/officeDocument/2006/relationships/slide" Target="slide8.xml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3400" dirty="0"/>
              <a:t>SMAAF - Static Malware Automation Analysis Framework</a:t>
            </a:r>
          </a:p>
        </p:txBody>
      </p:sp>
      <p:sp>
        <p:nvSpPr>
          <p:cNvPr id="55" name="Google Shape;55;p15"/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A modular framework for static malware automation analysis.</a:t>
            </a:r>
            <a:endParaRPr dirty="0"/>
          </a:p>
        </p:txBody>
      </p:sp>
      <p:grpSp>
        <p:nvGrpSpPr>
          <p:cNvPr id="56" name="Google Shape;56;p15"/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/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F6F7BB20-8974-829B-C925-7716DCA5A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A8882AF7-BA3E-E2B8-A70C-907639A323E8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FA027B-764A-8712-A9DC-82EDFF34D2F3}"/>
              </a:ext>
            </a:extLst>
          </p:cNvPr>
          <p:cNvSpPr txBox="1"/>
          <p:nvPr/>
        </p:nvSpPr>
        <p:spPr>
          <a:xfrm>
            <a:off x="4766849" y="4338975"/>
            <a:ext cx="429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Prof. A. Castiglione		Antonio Garofalo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36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/>
              <a:t>Presentation Schedule</a:t>
            </a:r>
            <a:endParaRPr dirty="0"/>
          </a:p>
        </p:txBody>
      </p:sp>
      <p:grpSp>
        <p:nvGrpSpPr>
          <p:cNvPr id="1502" name="Google Shape;1502;p36"/>
          <p:cNvGrpSpPr/>
          <p:nvPr/>
        </p:nvGrpSpPr>
        <p:grpSpPr>
          <a:xfrm>
            <a:off x="713189" y="1560314"/>
            <a:ext cx="3686899" cy="1175569"/>
            <a:chOff x="1153250" y="1560375"/>
            <a:chExt cx="3266500" cy="1041525"/>
          </a:xfrm>
        </p:grpSpPr>
        <p:sp>
          <p:nvSpPr>
            <p:cNvPr id="1503" name="Google Shape;1503;p36"/>
            <p:cNvSpPr/>
            <p:nvPr/>
          </p:nvSpPr>
          <p:spPr>
            <a:xfrm>
              <a:off x="1254450" y="1624675"/>
              <a:ext cx="3089100" cy="912925"/>
            </a:xfrm>
            <a:custGeom>
              <a:avLst/>
              <a:gdLst/>
              <a:ahLst/>
              <a:cxnLst/>
              <a:rect l="l" t="t" r="r" b="b"/>
              <a:pathLst>
                <a:path w="123564" h="36517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17"/>
                    <a:pt x="17658" y="36517"/>
                  </a:cubicBezTo>
                  <a:lnTo>
                    <a:pt x="105907" y="36517"/>
                  </a:lnTo>
                  <a:cubicBezTo>
                    <a:pt x="115658" y="36517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6"/>
            <p:cNvSpPr/>
            <p:nvPr/>
          </p:nvSpPr>
          <p:spPr>
            <a:xfrm>
              <a:off x="1302675" y="1698200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1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1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4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3000">
                <a:solidFill>
                  <a:schemeClr val="accent4"/>
                </a:solidFill>
              </a:endParaRPr>
            </a:p>
          </p:txBody>
        </p:sp>
        <p:sp>
          <p:nvSpPr>
            <p:cNvPr id="1505" name="Google Shape;1505;p36"/>
            <p:cNvSpPr/>
            <p:nvPr/>
          </p:nvSpPr>
          <p:spPr>
            <a:xfrm>
              <a:off x="1153250" y="1560375"/>
              <a:ext cx="3266500" cy="1041525"/>
            </a:xfrm>
            <a:custGeom>
              <a:avLst/>
              <a:gdLst/>
              <a:ahLst/>
              <a:cxnLst/>
              <a:rect l="l" t="t" r="r" b="b"/>
              <a:pathLst>
                <a:path w="130660" h="41661" extrusionOk="0">
                  <a:moveTo>
                    <a:pt x="110491" y="893"/>
                  </a:moveTo>
                  <a:cubicBezTo>
                    <a:pt x="121123" y="893"/>
                    <a:pt x="129767" y="9537"/>
                    <a:pt x="129767" y="20170"/>
                  </a:cubicBezTo>
                  <a:lnTo>
                    <a:pt x="129767" y="21491"/>
                  </a:lnTo>
                  <a:cubicBezTo>
                    <a:pt x="129767" y="32123"/>
                    <a:pt x="121123" y="40767"/>
                    <a:pt x="110491" y="40767"/>
                  </a:cubicBezTo>
                  <a:lnTo>
                    <a:pt x="20170" y="40767"/>
                  </a:lnTo>
                  <a:cubicBezTo>
                    <a:pt x="9537" y="40767"/>
                    <a:pt x="894" y="32123"/>
                    <a:pt x="894" y="21491"/>
                  </a:cubicBezTo>
                  <a:lnTo>
                    <a:pt x="894" y="20170"/>
                  </a:lnTo>
                  <a:cubicBezTo>
                    <a:pt x="894" y="9537"/>
                    <a:pt x="9537" y="893"/>
                    <a:pt x="20170" y="893"/>
                  </a:cubicBezTo>
                  <a:close/>
                  <a:moveTo>
                    <a:pt x="20170" y="0"/>
                  </a:moveTo>
                  <a:cubicBezTo>
                    <a:pt x="9049" y="0"/>
                    <a:pt x="1" y="9049"/>
                    <a:pt x="1" y="20170"/>
                  </a:cubicBezTo>
                  <a:lnTo>
                    <a:pt x="1" y="21491"/>
                  </a:lnTo>
                  <a:cubicBezTo>
                    <a:pt x="1" y="32612"/>
                    <a:pt x="9049" y="41660"/>
                    <a:pt x="20170" y="41660"/>
                  </a:cubicBezTo>
                  <a:lnTo>
                    <a:pt x="110491" y="41660"/>
                  </a:lnTo>
                  <a:cubicBezTo>
                    <a:pt x="121611" y="41660"/>
                    <a:pt x="130660" y="32612"/>
                    <a:pt x="130660" y="21491"/>
                  </a:cubicBezTo>
                  <a:lnTo>
                    <a:pt x="130660" y="20170"/>
                  </a:lnTo>
                  <a:cubicBezTo>
                    <a:pt x="130660" y="9049"/>
                    <a:pt x="121611" y="0"/>
                    <a:pt x="1104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6" name="Google Shape;1506;p36"/>
          <p:cNvGrpSpPr/>
          <p:nvPr/>
        </p:nvGrpSpPr>
        <p:grpSpPr>
          <a:xfrm>
            <a:off x="713189" y="3079911"/>
            <a:ext cx="3686899" cy="1175569"/>
            <a:chOff x="1153250" y="2906700"/>
            <a:chExt cx="3266500" cy="1041525"/>
          </a:xfrm>
        </p:grpSpPr>
        <p:sp>
          <p:nvSpPr>
            <p:cNvPr id="1507" name="Google Shape;1507;p36"/>
            <p:cNvSpPr/>
            <p:nvPr/>
          </p:nvSpPr>
          <p:spPr>
            <a:xfrm>
              <a:off x="1254450" y="2971150"/>
              <a:ext cx="3089100" cy="91262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6"/>
            <p:cNvSpPr/>
            <p:nvPr/>
          </p:nvSpPr>
          <p:spPr>
            <a:xfrm>
              <a:off x="1254450" y="2971150"/>
              <a:ext cx="3089100" cy="912625"/>
            </a:xfrm>
            <a:custGeom>
              <a:avLst/>
              <a:gdLst/>
              <a:ahLst/>
              <a:cxnLst/>
              <a:rect l="l" t="t" r="r" b="b"/>
              <a:pathLst>
                <a:path w="123564" h="36505" extrusionOk="0">
                  <a:moveTo>
                    <a:pt x="17658" y="0"/>
                  </a:moveTo>
                  <a:cubicBezTo>
                    <a:pt x="7906" y="0"/>
                    <a:pt x="1" y="7906"/>
                    <a:pt x="1" y="17657"/>
                  </a:cubicBezTo>
                  <a:lnTo>
                    <a:pt x="1" y="18848"/>
                  </a:lnTo>
                  <a:cubicBezTo>
                    <a:pt x="1" y="28611"/>
                    <a:pt x="7906" y="36505"/>
                    <a:pt x="17658" y="36505"/>
                  </a:cubicBezTo>
                  <a:lnTo>
                    <a:pt x="105907" y="36505"/>
                  </a:lnTo>
                  <a:cubicBezTo>
                    <a:pt x="115658" y="36505"/>
                    <a:pt x="123564" y="28611"/>
                    <a:pt x="123564" y="18848"/>
                  </a:cubicBezTo>
                  <a:lnTo>
                    <a:pt x="123564" y="17657"/>
                  </a:lnTo>
                  <a:cubicBezTo>
                    <a:pt x="123564" y="7906"/>
                    <a:pt x="115658" y="0"/>
                    <a:pt x="1059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36"/>
            <p:cNvSpPr/>
            <p:nvPr/>
          </p:nvSpPr>
          <p:spPr>
            <a:xfrm>
              <a:off x="1302675" y="3044525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24" y="0"/>
                  </a:moveTo>
                  <a:cubicBezTo>
                    <a:pt x="6858" y="0"/>
                    <a:pt x="0" y="6858"/>
                    <a:pt x="0" y="15312"/>
                  </a:cubicBezTo>
                  <a:cubicBezTo>
                    <a:pt x="0" y="23777"/>
                    <a:pt x="6858" y="30635"/>
                    <a:pt x="15324" y="30635"/>
                  </a:cubicBezTo>
                  <a:cubicBezTo>
                    <a:pt x="23777" y="30635"/>
                    <a:pt x="30635" y="23777"/>
                    <a:pt x="30635" y="15312"/>
                  </a:cubicBezTo>
                  <a:cubicBezTo>
                    <a:pt x="30635" y="6858"/>
                    <a:pt x="23777" y="0"/>
                    <a:pt x="15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10" name="Google Shape;1510;p36"/>
            <p:cNvSpPr/>
            <p:nvPr/>
          </p:nvSpPr>
          <p:spPr>
            <a:xfrm>
              <a:off x="1153250" y="2906700"/>
              <a:ext cx="3266500" cy="1041525"/>
            </a:xfrm>
            <a:custGeom>
              <a:avLst/>
              <a:gdLst/>
              <a:ahLst/>
              <a:cxnLst/>
              <a:rect l="l" t="t" r="r" b="b"/>
              <a:pathLst>
                <a:path w="130660" h="41661" extrusionOk="0">
                  <a:moveTo>
                    <a:pt x="110491" y="894"/>
                  </a:moveTo>
                  <a:cubicBezTo>
                    <a:pt x="121123" y="894"/>
                    <a:pt x="129767" y="9537"/>
                    <a:pt x="129767" y="20170"/>
                  </a:cubicBezTo>
                  <a:lnTo>
                    <a:pt x="129767" y="21491"/>
                  </a:lnTo>
                  <a:cubicBezTo>
                    <a:pt x="129767" y="32124"/>
                    <a:pt x="121123" y="40767"/>
                    <a:pt x="110491" y="40767"/>
                  </a:cubicBezTo>
                  <a:lnTo>
                    <a:pt x="20170" y="40767"/>
                  </a:lnTo>
                  <a:cubicBezTo>
                    <a:pt x="9537" y="40767"/>
                    <a:pt x="894" y="32124"/>
                    <a:pt x="894" y="21491"/>
                  </a:cubicBezTo>
                  <a:lnTo>
                    <a:pt x="894" y="20170"/>
                  </a:lnTo>
                  <a:cubicBezTo>
                    <a:pt x="894" y="9537"/>
                    <a:pt x="9537" y="894"/>
                    <a:pt x="20170" y="894"/>
                  </a:cubicBezTo>
                  <a:close/>
                  <a:moveTo>
                    <a:pt x="20170" y="1"/>
                  </a:moveTo>
                  <a:cubicBezTo>
                    <a:pt x="9049" y="1"/>
                    <a:pt x="1" y="9049"/>
                    <a:pt x="1" y="20170"/>
                  </a:cubicBezTo>
                  <a:lnTo>
                    <a:pt x="1" y="21491"/>
                  </a:lnTo>
                  <a:cubicBezTo>
                    <a:pt x="1" y="32612"/>
                    <a:pt x="9049" y="41660"/>
                    <a:pt x="20170" y="41660"/>
                  </a:cubicBezTo>
                  <a:lnTo>
                    <a:pt x="110491" y="41660"/>
                  </a:lnTo>
                  <a:cubicBezTo>
                    <a:pt x="121611" y="41660"/>
                    <a:pt x="130660" y="32612"/>
                    <a:pt x="130660" y="21491"/>
                  </a:cubicBezTo>
                  <a:lnTo>
                    <a:pt x="130660" y="20170"/>
                  </a:lnTo>
                  <a:cubicBezTo>
                    <a:pt x="130660" y="9049"/>
                    <a:pt x="121611" y="1"/>
                    <a:pt x="11049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1" name="Google Shape;1511;p36"/>
          <p:cNvGrpSpPr/>
          <p:nvPr/>
        </p:nvGrpSpPr>
        <p:grpSpPr>
          <a:xfrm>
            <a:off x="4744115" y="1560314"/>
            <a:ext cx="3686560" cy="1175569"/>
            <a:chOff x="4724550" y="1560375"/>
            <a:chExt cx="3266200" cy="1041525"/>
          </a:xfrm>
        </p:grpSpPr>
        <p:sp>
          <p:nvSpPr>
            <p:cNvPr id="1512" name="Google Shape;1512;p36"/>
            <p:cNvSpPr/>
            <p:nvPr/>
          </p:nvSpPr>
          <p:spPr>
            <a:xfrm>
              <a:off x="4825450" y="1624675"/>
              <a:ext cx="3089400" cy="912925"/>
            </a:xfrm>
            <a:custGeom>
              <a:avLst/>
              <a:gdLst/>
              <a:ahLst/>
              <a:cxnLst/>
              <a:rect l="l" t="t" r="r" b="b"/>
              <a:pathLst>
                <a:path w="123576" h="36517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17"/>
                    <a:pt x="17657" y="36517"/>
                  </a:cubicBezTo>
                  <a:lnTo>
                    <a:pt x="105918" y="36517"/>
                  </a:lnTo>
                  <a:cubicBezTo>
                    <a:pt x="115669" y="36517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rgbClr val="69E7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6"/>
            <p:cNvSpPr/>
            <p:nvPr/>
          </p:nvSpPr>
          <p:spPr>
            <a:xfrm>
              <a:off x="4825450" y="1624675"/>
              <a:ext cx="3089400" cy="912925"/>
            </a:xfrm>
            <a:custGeom>
              <a:avLst/>
              <a:gdLst/>
              <a:ahLst/>
              <a:cxnLst/>
              <a:rect l="l" t="t" r="r" b="b"/>
              <a:pathLst>
                <a:path w="123576" h="36517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17"/>
                    <a:pt x="17657" y="36517"/>
                  </a:cubicBezTo>
                  <a:lnTo>
                    <a:pt x="105918" y="36517"/>
                  </a:lnTo>
                  <a:cubicBezTo>
                    <a:pt x="115669" y="36517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6"/>
            <p:cNvSpPr/>
            <p:nvPr/>
          </p:nvSpPr>
          <p:spPr>
            <a:xfrm>
              <a:off x="4873950" y="1698200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12" y="0"/>
                  </a:moveTo>
                  <a:cubicBezTo>
                    <a:pt x="6859" y="0"/>
                    <a:pt x="1" y="6858"/>
                    <a:pt x="1" y="15311"/>
                  </a:cubicBezTo>
                  <a:cubicBezTo>
                    <a:pt x="1" y="23777"/>
                    <a:pt x="6859" y="30635"/>
                    <a:pt x="15312" y="30635"/>
                  </a:cubicBezTo>
                  <a:cubicBezTo>
                    <a:pt x="23778" y="30635"/>
                    <a:pt x="30636" y="23777"/>
                    <a:pt x="30636" y="15311"/>
                  </a:cubicBezTo>
                  <a:cubicBezTo>
                    <a:pt x="30636" y="6858"/>
                    <a:pt x="23778" y="0"/>
                    <a:pt x="15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6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1515" name="Google Shape;1515;p36"/>
            <p:cNvSpPr/>
            <p:nvPr/>
          </p:nvSpPr>
          <p:spPr>
            <a:xfrm>
              <a:off x="4724550" y="1560375"/>
              <a:ext cx="3266200" cy="1041525"/>
            </a:xfrm>
            <a:custGeom>
              <a:avLst/>
              <a:gdLst/>
              <a:ahLst/>
              <a:cxnLst/>
              <a:rect l="l" t="t" r="r" b="b"/>
              <a:pathLst>
                <a:path w="130648" h="41661" extrusionOk="0">
                  <a:moveTo>
                    <a:pt x="110490" y="893"/>
                  </a:moveTo>
                  <a:cubicBezTo>
                    <a:pt x="121110" y="893"/>
                    <a:pt x="129754" y="9537"/>
                    <a:pt x="129754" y="20170"/>
                  </a:cubicBezTo>
                  <a:lnTo>
                    <a:pt x="129754" y="21491"/>
                  </a:lnTo>
                  <a:cubicBezTo>
                    <a:pt x="129754" y="32123"/>
                    <a:pt x="121110" y="40767"/>
                    <a:pt x="110490" y="40767"/>
                  </a:cubicBezTo>
                  <a:lnTo>
                    <a:pt x="20157" y="40767"/>
                  </a:lnTo>
                  <a:cubicBezTo>
                    <a:pt x="9537" y="40767"/>
                    <a:pt x="893" y="32123"/>
                    <a:pt x="893" y="21491"/>
                  </a:cubicBezTo>
                  <a:lnTo>
                    <a:pt x="893" y="20170"/>
                  </a:lnTo>
                  <a:cubicBezTo>
                    <a:pt x="893" y="9537"/>
                    <a:pt x="9537" y="893"/>
                    <a:pt x="20157" y="893"/>
                  </a:cubicBezTo>
                  <a:close/>
                  <a:moveTo>
                    <a:pt x="20157" y="0"/>
                  </a:moveTo>
                  <a:cubicBezTo>
                    <a:pt x="9037" y="0"/>
                    <a:pt x="0" y="9049"/>
                    <a:pt x="0" y="20170"/>
                  </a:cubicBezTo>
                  <a:lnTo>
                    <a:pt x="0" y="21491"/>
                  </a:lnTo>
                  <a:cubicBezTo>
                    <a:pt x="0" y="32612"/>
                    <a:pt x="9037" y="41660"/>
                    <a:pt x="20157" y="41660"/>
                  </a:cubicBezTo>
                  <a:lnTo>
                    <a:pt x="110490" y="41660"/>
                  </a:lnTo>
                  <a:cubicBezTo>
                    <a:pt x="121610" y="41660"/>
                    <a:pt x="130647" y="32612"/>
                    <a:pt x="130647" y="21491"/>
                  </a:cubicBezTo>
                  <a:lnTo>
                    <a:pt x="130647" y="20170"/>
                  </a:lnTo>
                  <a:cubicBezTo>
                    <a:pt x="130647" y="9049"/>
                    <a:pt x="121610" y="0"/>
                    <a:pt x="1104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6" name="Google Shape;1516;p36"/>
          <p:cNvGrpSpPr/>
          <p:nvPr/>
        </p:nvGrpSpPr>
        <p:grpSpPr>
          <a:xfrm>
            <a:off x="4744115" y="3079911"/>
            <a:ext cx="3686560" cy="1175569"/>
            <a:chOff x="4724550" y="2906700"/>
            <a:chExt cx="3266200" cy="1041525"/>
          </a:xfrm>
        </p:grpSpPr>
        <p:sp>
          <p:nvSpPr>
            <p:cNvPr id="1517" name="Google Shape;1517;p36"/>
            <p:cNvSpPr/>
            <p:nvPr/>
          </p:nvSpPr>
          <p:spPr>
            <a:xfrm>
              <a:off x="4825450" y="2971000"/>
              <a:ext cx="3089400" cy="912625"/>
            </a:xfrm>
            <a:custGeom>
              <a:avLst/>
              <a:gdLst/>
              <a:ahLst/>
              <a:cxnLst/>
              <a:rect l="l" t="t" r="r" b="b"/>
              <a:pathLst>
                <a:path w="123576" h="36505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05"/>
                    <a:pt x="17657" y="36505"/>
                  </a:cubicBezTo>
                  <a:lnTo>
                    <a:pt x="105918" y="36505"/>
                  </a:lnTo>
                  <a:cubicBezTo>
                    <a:pt x="115669" y="36505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rgbClr val="5EB2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6"/>
            <p:cNvSpPr/>
            <p:nvPr/>
          </p:nvSpPr>
          <p:spPr>
            <a:xfrm>
              <a:off x="4825450" y="2971000"/>
              <a:ext cx="3089400" cy="912625"/>
            </a:xfrm>
            <a:custGeom>
              <a:avLst/>
              <a:gdLst/>
              <a:ahLst/>
              <a:cxnLst/>
              <a:rect l="l" t="t" r="r" b="b"/>
              <a:pathLst>
                <a:path w="123576" h="36505" extrusionOk="0">
                  <a:moveTo>
                    <a:pt x="17657" y="0"/>
                  </a:moveTo>
                  <a:cubicBezTo>
                    <a:pt x="7906" y="0"/>
                    <a:pt x="0" y="7906"/>
                    <a:pt x="0" y="17657"/>
                  </a:cubicBezTo>
                  <a:lnTo>
                    <a:pt x="0" y="18848"/>
                  </a:lnTo>
                  <a:cubicBezTo>
                    <a:pt x="0" y="28611"/>
                    <a:pt x="7906" y="36505"/>
                    <a:pt x="17657" y="36505"/>
                  </a:cubicBezTo>
                  <a:lnTo>
                    <a:pt x="105918" y="36505"/>
                  </a:lnTo>
                  <a:cubicBezTo>
                    <a:pt x="115669" y="36505"/>
                    <a:pt x="123575" y="28611"/>
                    <a:pt x="123575" y="18848"/>
                  </a:cubicBezTo>
                  <a:lnTo>
                    <a:pt x="123575" y="17657"/>
                  </a:lnTo>
                  <a:cubicBezTo>
                    <a:pt x="123575" y="7906"/>
                    <a:pt x="115669" y="0"/>
                    <a:pt x="1059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36"/>
            <p:cNvSpPr/>
            <p:nvPr/>
          </p:nvSpPr>
          <p:spPr>
            <a:xfrm>
              <a:off x="4873950" y="3044525"/>
              <a:ext cx="765900" cy="765875"/>
            </a:xfrm>
            <a:custGeom>
              <a:avLst/>
              <a:gdLst/>
              <a:ahLst/>
              <a:cxnLst/>
              <a:rect l="l" t="t" r="r" b="b"/>
              <a:pathLst>
                <a:path w="30636" h="30635" extrusionOk="0">
                  <a:moveTo>
                    <a:pt x="15312" y="0"/>
                  </a:moveTo>
                  <a:cubicBezTo>
                    <a:pt x="6859" y="0"/>
                    <a:pt x="1" y="6858"/>
                    <a:pt x="1" y="15312"/>
                  </a:cubicBezTo>
                  <a:cubicBezTo>
                    <a:pt x="1" y="23777"/>
                    <a:pt x="6859" y="30635"/>
                    <a:pt x="15312" y="30635"/>
                  </a:cubicBezTo>
                  <a:cubicBezTo>
                    <a:pt x="23778" y="30635"/>
                    <a:pt x="30636" y="23777"/>
                    <a:pt x="30636" y="15312"/>
                  </a:cubicBezTo>
                  <a:cubicBezTo>
                    <a:pt x="30636" y="6858"/>
                    <a:pt x="23778" y="0"/>
                    <a:pt x="153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3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>
                <a:solidFill>
                  <a:schemeClr val="accent3"/>
                </a:solidFill>
              </a:endParaRPr>
            </a:p>
          </p:txBody>
        </p:sp>
        <p:sp>
          <p:nvSpPr>
            <p:cNvPr id="1520" name="Google Shape;1520;p36"/>
            <p:cNvSpPr/>
            <p:nvPr/>
          </p:nvSpPr>
          <p:spPr>
            <a:xfrm>
              <a:off x="4724550" y="2906700"/>
              <a:ext cx="3266200" cy="1041525"/>
            </a:xfrm>
            <a:custGeom>
              <a:avLst/>
              <a:gdLst/>
              <a:ahLst/>
              <a:cxnLst/>
              <a:rect l="l" t="t" r="r" b="b"/>
              <a:pathLst>
                <a:path w="130648" h="41661" extrusionOk="0">
                  <a:moveTo>
                    <a:pt x="110490" y="894"/>
                  </a:moveTo>
                  <a:cubicBezTo>
                    <a:pt x="121110" y="894"/>
                    <a:pt x="129754" y="9537"/>
                    <a:pt x="129754" y="20170"/>
                  </a:cubicBezTo>
                  <a:lnTo>
                    <a:pt x="129754" y="21491"/>
                  </a:lnTo>
                  <a:cubicBezTo>
                    <a:pt x="129754" y="32124"/>
                    <a:pt x="121110" y="40767"/>
                    <a:pt x="110490" y="40767"/>
                  </a:cubicBezTo>
                  <a:lnTo>
                    <a:pt x="20157" y="40767"/>
                  </a:lnTo>
                  <a:cubicBezTo>
                    <a:pt x="9537" y="40767"/>
                    <a:pt x="893" y="32124"/>
                    <a:pt x="893" y="21491"/>
                  </a:cubicBezTo>
                  <a:lnTo>
                    <a:pt x="893" y="20170"/>
                  </a:lnTo>
                  <a:cubicBezTo>
                    <a:pt x="893" y="9537"/>
                    <a:pt x="9537" y="894"/>
                    <a:pt x="20157" y="894"/>
                  </a:cubicBezTo>
                  <a:close/>
                  <a:moveTo>
                    <a:pt x="20157" y="1"/>
                  </a:moveTo>
                  <a:cubicBezTo>
                    <a:pt x="9037" y="1"/>
                    <a:pt x="0" y="9049"/>
                    <a:pt x="0" y="20170"/>
                  </a:cubicBezTo>
                  <a:lnTo>
                    <a:pt x="0" y="21491"/>
                  </a:lnTo>
                  <a:cubicBezTo>
                    <a:pt x="0" y="32612"/>
                    <a:pt x="9037" y="41660"/>
                    <a:pt x="20157" y="41660"/>
                  </a:cubicBezTo>
                  <a:lnTo>
                    <a:pt x="110490" y="41660"/>
                  </a:lnTo>
                  <a:cubicBezTo>
                    <a:pt x="121610" y="41660"/>
                    <a:pt x="130647" y="32612"/>
                    <a:pt x="130647" y="21491"/>
                  </a:cubicBezTo>
                  <a:lnTo>
                    <a:pt x="130647" y="20170"/>
                  </a:lnTo>
                  <a:cubicBezTo>
                    <a:pt x="130647" y="9049"/>
                    <a:pt x="121610" y="1"/>
                    <a:pt x="11049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21" name="Google Shape;1521;p36"/>
          <p:cNvSpPr/>
          <p:nvPr/>
        </p:nvSpPr>
        <p:spPr>
          <a:xfrm>
            <a:off x="1920975" y="2025850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Goals and </a:t>
            </a:r>
            <a:r>
              <a:rPr lang="it-IT" sz="16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Motivations</a:t>
            </a:r>
            <a:endParaRPr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522" name="Google Shape;1522;p36"/>
          <p:cNvSpPr/>
          <p:nvPr/>
        </p:nvSpPr>
        <p:spPr>
          <a:xfrm>
            <a:off x="1923625" y="3568025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 of SMAAF Modules</a:t>
            </a:r>
            <a:endParaRPr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523" name="Google Shape;1523;p36"/>
          <p:cNvSpPr/>
          <p:nvPr/>
        </p:nvSpPr>
        <p:spPr>
          <a:xfrm>
            <a:off x="5939600" y="2025850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Framework Flow and Technologies</a:t>
            </a:r>
            <a:endParaRPr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524" name="Google Shape;1524;p36"/>
          <p:cNvSpPr/>
          <p:nvPr/>
        </p:nvSpPr>
        <p:spPr>
          <a:xfrm>
            <a:off x="5939600" y="3542275"/>
            <a:ext cx="2042400" cy="6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 and Future Devs</a:t>
            </a:r>
            <a:endParaRPr sz="1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1525" name="Google Shape;1525;p36"/>
          <p:cNvSpPr/>
          <p:nvPr/>
        </p:nvSpPr>
        <p:spPr>
          <a:xfrm>
            <a:off x="5939600" y="3259108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Phase 4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6" name="Google Shape;1526;p36"/>
          <p:cNvSpPr/>
          <p:nvPr/>
        </p:nvSpPr>
        <p:spPr>
          <a:xfrm>
            <a:off x="5939600" y="1742675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Phase 2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7" name="Google Shape;1527;p36"/>
          <p:cNvSpPr/>
          <p:nvPr/>
        </p:nvSpPr>
        <p:spPr>
          <a:xfrm>
            <a:off x="1923629" y="3284827"/>
            <a:ext cx="1674979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1" y="0"/>
                </a:lnTo>
                <a:lnTo>
                  <a:pt x="76421" y="17513"/>
                </a:lnTo>
                <a:lnTo>
                  <a:pt x="0" y="17513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Phase 3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28" name="Google Shape;1528;p36"/>
          <p:cNvSpPr/>
          <p:nvPr/>
        </p:nvSpPr>
        <p:spPr>
          <a:xfrm>
            <a:off x="1923622" y="1742675"/>
            <a:ext cx="1674979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Phase 1</a:t>
            </a:r>
            <a:endParaRPr sz="16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8AE5A7E-4242-95B9-B6FD-C68CC8E0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2EB1E286-AFBE-5CE1-87F8-4DABCE57062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" dirty="0"/>
              <a:t>Phase 1:</a:t>
            </a:r>
            <a:br>
              <a:rPr lang="en" dirty="0"/>
            </a:br>
            <a:r>
              <a:rPr lang="it-IT" dirty="0"/>
              <a:t>Goals and </a:t>
            </a:r>
            <a:r>
              <a:rPr lang="it-IT" dirty="0" err="1"/>
              <a:t>Motivations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0A18DA9B-1946-901B-00A2-795D56F942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Malware analysis, static. Objectives, motivations, and framework structure.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344BB807-9BD9-7AC4-01D3-8F91A97DFBBE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4DA9020D-3FD2-9EDE-2EF2-4F6C88907CEC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8DCA7E1C-ADF9-7E0A-0A9F-E230782E548C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657522A8-25E9-F2A7-2159-936CC5EEC2E4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43E04050-830A-9759-979F-0363500E3499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AFDD0548-1DE0-17C7-E8C4-0817DE58152D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3830769A-4AE1-E9C3-C942-9F63058B1C7F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D22F2C7F-7238-A562-23DE-F13060ED2645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1F09F535-D156-9201-2C03-22DA6D038AC8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62CAF5EC-2EC1-7645-ABB2-24B04B7A15DD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8F0FE780-77C5-700C-ED73-D7E56A3CBD91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E8C5460D-3D11-5762-6265-78A7A4CE857C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370D2EBD-6B95-5C6D-1042-71229E0CC601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51DA2B14-E223-C64E-CF4F-DEDFB990E01F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CA05D1B0-8FAE-3E28-3975-550B229CC108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65EE7FC9-42D4-F1A8-4AC5-9BD00E198D4A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259A81BD-5A9D-07C3-8308-E6D217766E3D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303AFD81-987C-81C6-CEA5-F5EE18A6C6BD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0022682B-57D3-8A08-EB1D-9E47486FFB5B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1AA18673-B11E-59FE-6100-6DFAD5C3ADA5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4595747C-A27C-632E-0900-951FE953A510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B2DBD221-82E1-E081-432E-F0DCE885087B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74237C9E-05AC-6CC7-5072-A25E48BF5DDB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970EE320-57F4-5233-8B9A-57AACC32CCC7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F930D78D-CF87-CA54-1D13-CCDF379ED565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AD579A76-03CE-9AE2-9FE5-8A1651919819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6394B91B-8A40-85E1-2DDE-68A6B51D4F41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C6804F99-98D7-0A98-E5A3-3A2DF49F53F2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52EA8301-D960-5B5E-5429-A86FB69772C4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1BFA6084-96F5-6680-02C7-B00D01FA5A31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59B94453-EC88-95BE-2438-1F55C1F7A728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4477A9B4-B1C4-5338-B350-C157C96FF0B1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4178B324-599A-0100-23DF-200384E0B243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B2BCC321-260B-80D7-E89A-A581F5F0F97A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360FBAA0-E1AB-7518-B22E-30A4AF530739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861EB522-F5DC-3BD6-8C8E-ACEF3FDF6E25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9743E2C2-0DCD-97AF-F787-B6CE3FAC0326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484A332B-B3AE-6C28-B708-47F72F28704F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0326E114-B40C-7D6F-36DC-49B73E65D2D7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F9F6E0DD-1C49-18F2-22B4-69F2CEE3583F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24F2394E-4FA4-D934-AB3E-9C418C29E4D1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1CD7F5DB-BE5C-352E-2FBC-ED7E72851F8A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FB43D432-6286-C401-67C8-70E1DFAEEEF5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4DF1D17F-5448-8B7C-5CFC-8A52605E7C6F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2CF3ADD2-C861-6897-199C-4C499E96AF3D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6AB83B64-33D7-F1D6-A2EC-13DC14E2C741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00D8E9F1-F97B-696C-7FF5-AA524FB0F32C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99927203-11B6-9D02-62B4-DD2467A54ED6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88381669-62F9-E39D-33E4-1E1793C3057C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97D13BDF-67AA-CB91-BABA-8ED8AA95EB5C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0D80F6DE-A24A-0CD7-791C-486B51389582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2BB883DD-B013-742B-2D85-A7BB942D2022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0CDC80A6-7630-FACC-6C4F-4D6A4EB4B614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935AEDC8-E46F-D83C-1190-F3D1577FF654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88283D74-2224-196B-76DF-7C699492D123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4708C152-37AF-B3A6-E7A6-C60CD755917D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EB677DEC-3FA9-74FD-857B-096C652F1622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A0A83DE0-9B1C-1234-4591-07A72A107A2D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E5C366C9-4BDC-BB34-05F1-74A65BCAC712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79F586D3-EEC7-5877-5E55-6DAF5B2F530B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543C4596-16B1-5B87-D995-EDF1CB647063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0EEAB728-382E-2005-DA94-B260ECA3598B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1C97C823-285D-990C-2E46-D13DD2FCEEA4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976C1446-17FA-8E6B-BEB0-790DF22CA23A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52E99DF2-966B-C9D6-3D76-8CC44EB6DBC1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1EEC80B9-8E0B-C5A8-018B-833D09E9412E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ACB64FF4-7DAA-B1E2-989C-4EB4D5520746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C9380B8C-434E-46A4-B204-E1DFD275C5A5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24B0CB6F-73CB-C930-46F8-59378ADF5FDF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22AD7E15-0463-7F57-4E94-C9A3F13158F0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93740377-B0F0-D9B1-54CF-4B4545E56197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3D6EE4F5-57EF-C5A6-0B54-E9762C81CE79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17A26495-D1D3-C04B-954D-2651F5CDACE5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EEABE0BA-115C-0DAA-3169-B179FCED0736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F0875EA7-34F1-FABE-FBF1-AF34B7492D6A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09FAB490-A031-FB68-C6FF-68E7B647FEA1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739659F6-EECE-6630-4ABE-30F44756B183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1D59C4B4-B73C-ED71-85E9-7164E92066CD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BC40FC69-C113-2870-1694-EEE04D1E1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4730858-D7C1-6D56-E9C4-5D5B75235C0A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3509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Malwares Types Overview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17"/>
          <p:cNvSpPr/>
          <p:nvPr/>
        </p:nvSpPr>
        <p:spPr>
          <a:xfrm>
            <a:off x="792875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0" y="0"/>
                </a:moveTo>
                <a:lnTo>
                  <a:pt x="0" y="21288"/>
                </a:lnTo>
                <a:lnTo>
                  <a:pt x="19324" y="21288"/>
                </a:lnTo>
                <a:lnTo>
                  <a:pt x="1932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07638" y="3059875"/>
            <a:ext cx="1338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Credentials Stealers</a:t>
            </a:r>
            <a:endParaRPr b="1" dirty="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807638" y="3536175"/>
            <a:ext cx="13386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latin typeface="Fira Sans" panose="020B0503050000020004" pitchFamily="34" charset="0"/>
              </a:rPr>
              <a:t>Exfiltration of credentials and sensitive data.</a:t>
            </a:r>
            <a:endParaRPr sz="1200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2859978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1" y="0"/>
                </a:moveTo>
                <a:lnTo>
                  <a:pt x="1" y="21288"/>
                </a:lnTo>
                <a:lnTo>
                  <a:pt x="19325" y="21288"/>
                </a:lnTo>
                <a:lnTo>
                  <a:pt x="193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874713" y="3059875"/>
            <a:ext cx="1338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Worms</a:t>
            </a:r>
            <a:endParaRPr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2874713" y="3536174"/>
            <a:ext cx="1338600" cy="959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It spreads through a network by replicating itself.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4929834" y="2332524"/>
            <a:ext cx="1353426" cy="2163282"/>
          </a:xfrm>
          <a:custGeom>
            <a:avLst/>
            <a:gdLst/>
            <a:ahLst/>
            <a:cxnLst/>
            <a:rect l="l" t="t" r="r" b="b"/>
            <a:pathLst>
              <a:path w="19325" h="21289" extrusionOk="0">
                <a:moveTo>
                  <a:pt x="1" y="0"/>
                </a:moveTo>
                <a:lnTo>
                  <a:pt x="1" y="21288"/>
                </a:lnTo>
                <a:lnTo>
                  <a:pt x="19325" y="21288"/>
                </a:lnTo>
                <a:lnTo>
                  <a:pt x="1932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4930588" y="3059875"/>
            <a:ext cx="1352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1" dirty="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Botnet/ RAT</a:t>
            </a:r>
            <a:endParaRPr b="1" dirty="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4930588" y="3536175"/>
            <a:ext cx="13527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latin typeface="Fira Sans" panose="020B0503050000020004" pitchFamily="34" charset="0"/>
              </a:rPr>
              <a:t>Remote control, C2 orchestration, DDoS.</a:t>
            </a:r>
            <a:endParaRPr sz="1200"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6998439" y="2332524"/>
            <a:ext cx="1352586" cy="2163282"/>
          </a:xfrm>
          <a:custGeom>
            <a:avLst/>
            <a:gdLst/>
            <a:ahLst/>
            <a:cxnLst/>
            <a:rect l="l" t="t" r="r" b="b"/>
            <a:pathLst>
              <a:path w="19313" h="21289" extrusionOk="0">
                <a:moveTo>
                  <a:pt x="1" y="0"/>
                </a:moveTo>
                <a:lnTo>
                  <a:pt x="1" y="21288"/>
                </a:lnTo>
                <a:lnTo>
                  <a:pt x="19313" y="21288"/>
                </a:lnTo>
                <a:lnTo>
                  <a:pt x="1931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998435" y="3536175"/>
            <a:ext cx="1352700" cy="95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Malware that, when executed, initiates data encryption.</a:t>
            </a:r>
            <a:endParaRPr lang="en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6998435" y="3059875"/>
            <a:ext cx="13527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Ransomware</a:t>
            </a:r>
            <a:endParaRPr b="1" dirty="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640346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2707408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2" name="Google Shape;222;p17"/>
          <p:cNvSpPr/>
          <p:nvPr/>
        </p:nvSpPr>
        <p:spPr>
          <a:xfrm>
            <a:off x="4769946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7"/>
          <p:cNvSpPr/>
          <p:nvPr/>
        </p:nvSpPr>
        <p:spPr>
          <a:xfrm>
            <a:off x="6838158" y="1198395"/>
            <a:ext cx="1673217" cy="1673217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1070675" y="1553139"/>
            <a:ext cx="812574" cy="963718"/>
          </a:xfrm>
          <a:custGeom>
            <a:avLst/>
            <a:gdLst/>
            <a:ahLst/>
            <a:cxnLst/>
            <a:rect l="l" t="t" r="r" b="b"/>
            <a:pathLst>
              <a:path w="3974" h="4653" extrusionOk="0">
                <a:moveTo>
                  <a:pt x="2809" y="465"/>
                </a:moveTo>
                <a:cubicBezTo>
                  <a:pt x="3015" y="465"/>
                  <a:pt x="3197" y="620"/>
                  <a:pt x="3239" y="831"/>
                </a:cubicBezTo>
                <a:cubicBezTo>
                  <a:pt x="3275" y="1069"/>
                  <a:pt x="3120" y="1307"/>
                  <a:pt x="2882" y="1331"/>
                </a:cubicBezTo>
                <a:cubicBezTo>
                  <a:pt x="2854" y="1336"/>
                  <a:pt x="2827" y="1339"/>
                  <a:pt x="2800" y="1339"/>
                </a:cubicBezTo>
                <a:cubicBezTo>
                  <a:pt x="2594" y="1339"/>
                  <a:pt x="2412" y="1184"/>
                  <a:pt x="2370" y="973"/>
                </a:cubicBezTo>
                <a:cubicBezTo>
                  <a:pt x="2322" y="735"/>
                  <a:pt x="2489" y="509"/>
                  <a:pt x="2727" y="473"/>
                </a:cubicBezTo>
                <a:cubicBezTo>
                  <a:pt x="2754" y="468"/>
                  <a:pt x="2782" y="465"/>
                  <a:pt x="2809" y="465"/>
                </a:cubicBezTo>
                <a:close/>
                <a:moveTo>
                  <a:pt x="1644" y="2424"/>
                </a:moveTo>
                <a:cubicBezTo>
                  <a:pt x="1665" y="2424"/>
                  <a:pt x="1686" y="2433"/>
                  <a:pt x="1703" y="2450"/>
                </a:cubicBezTo>
                <a:cubicBezTo>
                  <a:pt x="1727" y="2474"/>
                  <a:pt x="1751" y="2521"/>
                  <a:pt x="1715" y="2569"/>
                </a:cubicBezTo>
                <a:lnTo>
                  <a:pt x="703" y="3986"/>
                </a:lnTo>
                <a:cubicBezTo>
                  <a:pt x="691" y="3998"/>
                  <a:pt x="679" y="4010"/>
                  <a:pt x="643" y="4010"/>
                </a:cubicBezTo>
                <a:cubicBezTo>
                  <a:pt x="631" y="4010"/>
                  <a:pt x="596" y="4010"/>
                  <a:pt x="584" y="3998"/>
                </a:cubicBezTo>
                <a:cubicBezTo>
                  <a:pt x="536" y="3962"/>
                  <a:pt x="536" y="3902"/>
                  <a:pt x="572" y="3879"/>
                </a:cubicBezTo>
                <a:lnTo>
                  <a:pt x="1584" y="2462"/>
                </a:lnTo>
                <a:cubicBezTo>
                  <a:pt x="1597" y="2436"/>
                  <a:pt x="1620" y="2424"/>
                  <a:pt x="1644" y="2424"/>
                </a:cubicBezTo>
                <a:close/>
                <a:moveTo>
                  <a:pt x="2440" y="1"/>
                </a:moveTo>
                <a:cubicBezTo>
                  <a:pt x="2362" y="1"/>
                  <a:pt x="2283" y="7"/>
                  <a:pt x="2203" y="21"/>
                </a:cubicBezTo>
                <a:cubicBezTo>
                  <a:pt x="1453" y="140"/>
                  <a:pt x="929" y="866"/>
                  <a:pt x="1048" y="1628"/>
                </a:cubicBezTo>
                <a:cubicBezTo>
                  <a:pt x="1060" y="1724"/>
                  <a:pt x="1096" y="1807"/>
                  <a:pt x="1120" y="1890"/>
                </a:cubicBezTo>
                <a:lnTo>
                  <a:pt x="977" y="1997"/>
                </a:lnTo>
                <a:cubicBezTo>
                  <a:pt x="941" y="2021"/>
                  <a:pt x="941" y="2045"/>
                  <a:pt x="941" y="2081"/>
                </a:cubicBezTo>
                <a:cubicBezTo>
                  <a:pt x="941" y="2105"/>
                  <a:pt x="953" y="2140"/>
                  <a:pt x="977" y="2152"/>
                </a:cubicBezTo>
                <a:lnTo>
                  <a:pt x="1108" y="2235"/>
                </a:lnTo>
                <a:lnTo>
                  <a:pt x="1036" y="2343"/>
                </a:lnTo>
                <a:lnTo>
                  <a:pt x="893" y="2378"/>
                </a:lnTo>
                <a:cubicBezTo>
                  <a:pt x="858" y="2390"/>
                  <a:pt x="822" y="2438"/>
                  <a:pt x="822" y="2474"/>
                </a:cubicBezTo>
                <a:lnTo>
                  <a:pt x="858" y="2616"/>
                </a:lnTo>
                <a:lnTo>
                  <a:pt x="750" y="2759"/>
                </a:lnTo>
                <a:lnTo>
                  <a:pt x="619" y="2795"/>
                </a:lnTo>
                <a:cubicBezTo>
                  <a:pt x="572" y="2807"/>
                  <a:pt x="536" y="2855"/>
                  <a:pt x="536" y="2890"/>
                </a:cubicBezTo>
                <a:lnTo>
                  <a:pt x="572" y="3033"/>
                </a:lnTo>
                <a:lnTo>
                  <a:pt x="465" y="3176"/>
                </a:lnTo>
                <a:lnTo>
                  <a:pt x="334" y="3212"/>
                </a:lnTo>
                <a:cubicBezTo>
                  <a:pt x="286" y="3224"/>
                  <a:pt x="262" y="3271"/>
                  <a:pt x="262" y="3307"/>
                </a:cubicBezTo>
                <a:lnTo>
                  <a:pt x="286" y="3450"/>
                </a:lnTo>
                <a:lnTo>
                  <a:pt x="24" y="3819"/>
                </a:lnTo>
                <a:cubicBezTo>
                  <a:pt x="0" y="3831"/>
                  <a:pt x="0" y="3867"/>
                  <a:pt x="0" y="3879"/>
                </a:cubicBezTo>
                <a:lnTo>
                  <a:pt x="119" y="4581"/>
                </a:lnTo>
                <a:cubicBezTo>
                  <a:pt x="143" y="4617"/>
                  <a:pt x="179" y="4652"/>
                  <a:pt x="227" y="4652"/>
                </a:cubicBezTo>
                <a:lnTo>
                  <a:pt x="929" y="4533"/>
                </a:lnTo>
                <a:cubicBezTo>
                  <a:pt x="953" y="4533"/>
                  <a:pt x="977" y="4521"/>
                  <a:pt x="989" y="4498"/>
                </a:cubicBezTo>
                <a:lnTo>
                  <a:pt x="2084" y="2950"/>
                </a:lnTo>
                <a:lnTo>
                  <a:pt x="2227" y="3045"/>
                </a:lnTo>
                <a:cubicBezTo>
                  <a:pt x="2251" y="3057"/>
                  <a:pt x="2286" y="3057"/>
                  <a:pt x="2298" y="3057"/>
                </a:cubicBezTo>
                <a:cubicBezTo>
                  <a:pt x="2322" y="3045"/>
                  <a:pt x="2346" y="3033"/>
                  <a:pt x="2358" y="2997"/>
                </a:cubicBezTo>
                <a:lnTo>
                  <a:pt x="2405" y="2831"/>
                </a:lnTo>
                <a:cubicBezTo>
                  <a:pt x="2431" y="2832"/>
                  <a:pt x="2455" y="2833"/>
                  <a:pt x="2480" y="2833"/>
                </a:cubicBezTo>
                <a:cubicBezTo>
                  <a:pt x="3347" y="2833"/>
                  <a:pt x="3973" y="2033"/>
                  <a:pt x="3846" y="1200"/>
                </a:cubicBezTo>
                <a:cubicBezTo>
                  <a:pt x="3707" y="495"/>
                  <a:pt x="3118" y="1"/>
                  <a:pt x="244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5119875" y="1586700"/>
            <a:ext cx="979024" cy="896595"/>
          </a:xfrm>
          <a:custGeom>
            <a:avLst/>
            <a:gdLst/>
            <a:ahLst/>
            <a:cxnLst/>
            <a:rect l="l" t="t" r="r" b="b"/>
            <a:pathLst>
              <a:path w="5692" h="5147" extrusionOk="0">
                <a:moveTo>
                  <a:pt x="2207" y="1"/>
                </a:moveTo>
                <a:cubicBezTo>
                  <a:pt x="2182" y="1"/>
                  <a:pt x="2156" y="5"/>
                  <a:pt x="2132" y="14"/>
                </a:cubicBezTo>
                <a:cubicBezTo>
                  <a:pt x="2048" y="38"/>
                  <a:pt x="2013" y="145"/>
                  <a:pt x="2048" y="241"/>
                </a:cubicBezTo>
                <a:lnTo>
                  <a:pt x="2167" y="515"/>
                </a:lnTo>
                <a:cubicBezTo>
                  <a:pt x="1834" y="574"/>
                  <a:pt x="1584" y="872"/>
                  <a:pt x="1584" y="1217"/>
                </a:cubicBezTo>
                <a:lnTo>
                  <a:pt x="1584" y="1277"/>
                </a:lnTo>
                <a:lnTo>
                  <a:pt x="1417" y="1277"/>
                </a:lnTo>
                <a:cubicBezTo>
                  <a:pt x="1274" y="1277"/>
                  <a:pt x="1155" y="1396"/>
                  <a:pt x="1155" y="1550"/>
                </a:cubicBezTo>
                <a:lnTo>
                  <a:pt x="1155" y="1693"/>
                </a:lnTo>
                <a:cubicBezTo>
                  <a:pt x="846" y="1622"/>
                  <a:pt x="608" y="1336"/>
                  <a:pt x="608" y="991"/>
                </a:cubicBezTo>
                <a:lnTo>
                  <a:pt x="608" y="776"/>
                </a:lnTo>
                <a:cubicBezTo>
                  <a:pt x="608" y="681"/>
                  <a:pt x="524" y="610"/>
                  <a:pt x="441" y="610"/>
                </a:cubicBezTo>
                <a:cubicBezTo>
                  <a:pt x="346" y="610"/>
                  <a:pt x="274" y="681"/>
                  <a:pt x="274" y="776"/>
                </a:cubicBezTo>
                <a:lnTo>
                  <a:pt x="274" y="991"/>
                </a:lnTo>
                <a:cubicBezTo>
                  <a:pt x="274" y="1515"/>
                  <a:pt x="667" y="1943"/>
                  <a:pt x="1155" y="2027"/>
                </a:cubicBezTo>
                <a:lnTo>
                  <a:pt x="1155" y="2360"/>
                </a:lnTo>
                <a:lnTo>
                  <a:pt x="167" y="2360"/>
                </a:lnTo>
                <a:cubicBezTo>
                  <a:pt x="84" y="2360"/>
                  <a:pt x="0" y="2443"/>
                  <a:pt x="0" y="2527"/>
                </a:cubicBezTo>
                <a:cubicBezTo>
                  <a:pt x="0" y="2622"/>
                  <a:pt x="84" y="2693"/>
                  <a:pt x="167" y="2693"/>
                </a:cubicBezTo>
                <a:lnTo>
                  <a:pt x="1155" y="2693"/>
                </a:lnTo>
                <a:lnTo>
                  <a:pt x="1155" y="3039"/>
                </a:lnTo>
                <a:cubicBezTo>
                  <a:pt x="655" y="3110"/>
                  <a:pt x="274" y="3539"/>
                  <a:pt x="274" y="4063"/>
                </a:cubicBezTo>
                <a:lnTo>
                  <a:pt x="274" y="4289"/>
                </a:lnTo>
                <a:cubicBezTo>
                  <a:pt x="274" y="4372"/>
                  <a:pt x="346" y="4444"/>
                  <a:pt x="441" y="4444"/>
                </a:cubicBezTo>
                <a:cubicBezTo>
                  <a:pt x="524" y="4444"/>
                  <a:pt x="608" y="4372"/>
                  <a:pt x="608" y="4289"/>
                </a:cubicBezTo>
                <a:lnTo>
                  <a:pt x="608" y="4063"/>
                </a:lnTo>
                <a:cubicBezTo>
                  <a:pt x="608" y="3717"/>
                  <a:pt x="846" y="3432"/>
                  <a:pt x="1155" y="3360"/>
                </a:cubicBezTo>
                <a:lnTo>
                  <a:pt x="1155" y="3455"/>
                </a:lnTo>
                <a:cubicBezTo>
                  <a:pt x="1155" y="4384"/>
                  <a:pt x="1917" y="5146"/>
                  <a:pt x="2846" y="5146"/>
                </a:cubicBezTo>
                <a:cubicBezTo>
                  <a:pt x="3787" y="5146"/>
                  <a:pt x="4549" y="4384"/>
                  <a:pt x="4549" y="3455"/>
                </a:cubicBezTo>
                <a:lnTo>
                  <a:pt x="4549" y="3360"/>
                </a:lnTo>
                <a:cubicBezTo>
                  <a:pt x="4858" y="3432"/>
                  <a:pt x="5096" y="3717"/>
                  <a:pt x="5096" y="4063"/>
                </a:cubicBezTo>
                <a:lnTo>
                  <a:pt x="5096" y="4289"/>
                </a:lnTo>
                <a:cubicBezTo>
                  <a:pt x="5096" y="4372"/>
                  <a:pt x="5168" y="4444"/>
                  <a:pt x="5263" y="4444"/>
                </a:cubicBezTo>
                <a:cubicBezTo>
                  <a:pt x="5346" y="4444"/>
                  <a:pt x="5430" y="4372"/>
                  <a:pt x="5430" y="4289"/>
                </a:cubicBezTo>
                <a:lnTo>
                  <a:pt x="5430" y="4063"/>
                </a:lnTo>
                <a:cubicBezTo>
                  <a:pt x="5430" y="3539"/>
                  <a:pt x="5037" y="3110"/>
                  <a:pt x="4549" y="3039"/>
                </a:cubicBezTo>
                <a:lnTo>
                  <a:pt x="4549" y="2693"/>
                </a:lnTo>
                <a:lnTo>
                  <a:pt x="5525" y="2693"/>
                </a:lnTo>
                <a:cubicBezTo>
                  <a:pt x="5620" y="2693"/>
                  <a:pt x="5692" y="2622"/>
                  <a:pt x="5692" y="2527"/>
                </a:cubicBezTo>
                <a:cubicBezTo>
                  <a:pt x="5692" y="2443"/>
                  <a:pt x="5644" y="2360"/>
                  <a:pt x="5561" y="2360"/>
                </a:cubicBezTo>
                <a:lnTo>
                  <a:pt x="4572" y="2360"/>
                </a:lnTo>
                <a:lnTo>
                  <a:pt x="4572" y="2027"/>
                </a:lnTo>
                <a:cubicBezTo>
                  <a:pt x="5061" y="1943"/>
                  <a:pt x="5453" y="1515"/>
                  <a:pt x="5453" y="991"/>
                </a:cubicBezTo>
                <a:lnTo>
                  <a:pt x="5453" y="776"/>
                </a:lnTo>
                <a:cubicBezTo>
                  <a:pt x="5453" y="681"/>
                  <a:pt x="5382" y="610"/>
                  <a:pt x="5287" y="610"/>
                </a:cubicBezTo>
                <a:cubicBezTo>
                  <a:pt x="5203" y="610"/>
                  <a:pt x="5120" y="681"/>
                  <a:pt x="5120" y="776"/>
                </a:cubicBezTo>
                <a:lnTo>
                  <a:pt x="5120" y="991"/>
                </a:lnTo>
                <a:cubicBezTo>
                  <a:pt x="5120" y="1336"/>
                  <a:pt x="4882" y="1622"/>
                  <a:pt x="4572" y="1693"/>
                </a:cubicBezTo>
                <a:lnTo>
                  <a:pt x="4572" y="1550"/>
                </a:lnTo>
                <a:cubicBezTo>
                  <a:pt x="4572" y="1396"/>
                  <a:pt x="4453" y="1277"/>
                  <a:pt x="4310" y="1277"/>
                </a:cubicBezTo>
                <a:lnTo>
                  <a:pt x="4144" y="1277"/>
                </a:lnTo>
                <a:lnTo>
                  <a:pt x="4144" y="1217"/>
                </a:lnTo>
                <a:cubicBezTo>
                  <a:pt x="4144" y="872"/>
                  <a:pt x="3894" y="574"/>
                  <a:pt x="3560" y="515"/>
                </a:cubicBezTo>
                <a:lnTo>
                  <a:pt x="3679" y="241"/>
                </a:lnTo>
                <a:cubicBezTo>
                  <a:pt x="3715" y="145"/>
                  <a:pt x="3679" y="62"/>
                  <a:pt x="3596" y="14"/>
                </a:cubicBezTo>
                <a:cubicBezTo>
                  <a:pt x="3571" y="5"/>
                  <a:pt x="3547" y="1"/>
                  <a:pt x="3524" y="1"/>
                </a:cubicBezTo>
                <a:cubicBezTo>
                  <a:pt x="3460" y="1"/>
                  <a:pt x="3405" y="36"/>
                  <a:pt x="3370" y="98"/>
                </a:cubicBezTo>
                <a:lnTo>
                  <a:pt x="3191" y="503"/>
                </a:lnTo>
                <a:lnTo>
                  <a:pt x="2536" y="503"/>
                </a:lnTo>
                <a:lnTo>
                  <a:pt x="2358" y="98"/>
                </a:lnTo>
                <a:cubicBezTo>
                  <a:pt x="2340" y="36"/>
                  <a:pt x="2277" y="1"/>
                  <a:pt x="220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7342226" y="1586699"/>
            <a:ext cx="665101" cy="896601"/>
          </a:xfrm>
          <a:custGeom>
            <a:avLst/>
            <a:gdLst/>
            <a:ahLst/>
            <a:cxnLst/>
            <a:rect l="l" t="t" r="r" b="b"/>
            <a:pathLst>
              <a:path w="6692" h="8907" extrusionOk="0">
                <a:moveTo>
                  <a:pt x="3334" y="1108"/>
                </a:moveTo>
                <a:cubicBezTo>
                  <a:pt x="4156" y="1108"/>
                  <a:pt x="4822" y="1786"/>
                  <a:pt x="4822" y="2596"/>
                </a:cubicBezTo>
                <a:lnTo>
                  <a:pt x="4822" y="3191"/>
                </a:lnTo>
                <a:lnTo>
                  <a:pt x="4822" y="3346"/>
                </a:lnTo>
                <a:lnTo>
                  <a:pt x="1846" y="3346"/>
                </a:lnTo>
                <a:lnTo>
                  <a:pt x="1846" y="3191"/>
                </a:lnTo>
                <a:lnTo>
                  <a:pt x="1846" y="2596"/>
                </a:lnTo>
                <a:cubicBezTo>
                  <a:pt x="1846" y="1786"/>
                  <a:pt x="2513" y="1108"/>
                  <a:pt x="3334" y="1108"/>
                </a:cubicBezTo>
                <a:close/>
                <a:moveTo>
                  <a:pt x="3346" y="4834"/>
                </a:moveTo>
                <a:cubicBezTo>
                  <a:pt x="3763" y="4834"/>
                  <a:pt x="4096" y="5156"/>
                  <a:pt x="4096" y="5572"/>
                </a:cubicBezTo>
                <a:cubicBezTo>
                  <a:pt x="4084" y="5811"/>
                  <a:pt x="3965" y="6025"/>
                  <a:pt x="3763" y="6168"/>
                </a:cubicBezTo>
                <a:lnTo>
                  <a:pt x="3882" y="7227"/>
                </a:lnTo>
                <a:cubicBezTo>
                  <a:pt x="3882" y="7287"/>
                  <a:pt x="3870" y="7335"/>
                  <a:pt x="3834" y="7382"/>
                </a:cubicBezTo>
                <a:cubicBezTo>
                  <a:pt x="3810" y="7418"/>
                  <a:pt x="3751" y="7442"/>
                  <a:pt x="3703" y="7442"/>
                </a:cubicBezTo>
                <a:lnTo>
                  <a:pt x="2965" y="7442"/>
                </a:lnTo>
                <a:cubicBezTo>
                  <a:pt x="2905" y="7442"/>
                  <a:pt x="2858" y="7406"/>
                  <a:pt x="2834" y="7382"/>
                </a:cubicBezTo>
                <a:cubicBezTo>
                  <a:pt x="2798" y="7335"/>
                  <a:pt x="2774" y="7287"/>
                  <a:pt x="2786" y="7227"/>
                </a:cubicBezTo>
                <a:lnTo>
                  <a:pt x="2905" y="6168"/>
                </a:lnTo>
                <a:cubicBezTo>
                  <a:pt x="2715" y="6037"/>
                  <a:pt x="2608" y="5811"/>
                  <a:pt x="2608" y="5572"/>
                </a:cubicBezTo>
                <a:cubicBezTo>
                  <a:pt x="2608" y="5156"/>
                  <a:pt x="2929" y="4834"/>
                  <a:pt x="3346" y="4834"/>
                </a:cubicBezTo>
                <a:close/>
                <a:moveTo>
                  <a:pt x="3334" y="0"/>
                </a:moveTo>
                <a:cubicBezTo>
                  <a:pt x="1893" y="0"/>
                  <a:pt x="727" y="1155"/>
                  <a:pt x="727" y="2596"/>
                </a:cubicBezTo>
                <a:lnTo>
                  <a:pt x="727" y="3191"/>
                </a:lnTo>
                <a:lnTo>
                  <a:pt x="727" y="3346"/>
                </a:lnTo>
                <a:lnTo>
                  <a:pt x="179" y="3346"/>
                </a:lnTo>
                <a:cubicBezTo>
                  <a:pt x="72" y="3346"/>
                  <a:pt x="0" y="3429"/>
                  <a:pt x="0" y="3525"/>
                </a:cubicBezTo>
                <a:lnTo>
                  <a:pt x="0" y="8168"/>
                </a:lnTo>
                <a:cubicBezTo>
                  <a:pt x="0" y="8585"/>
                  <a:pt x="322" y="8906"/>
                  <a:pt x="738" y="8906"/>
                </a:cubicBezTo>
                <a:lnTo>
                  <a:pt x="5953" y="8906"/>
                </a:lnTo>
                <a:cubicBezTo>
                  <a:pt x="6370" y="8906"/>
                  <a:pt x="6692" y="8585"/>
                  <a:pt x="6692" y="8168"/>
                </a:cubicBezTo>
                <a:lnTo>
                  <a:pt x="6692" y="3525"/>
                </a:lnTo>
                <a:cubicBezTo>
                  <a:pt x="6680" y="3417"/>
                  <a:pt x="6596" y="3346"/>
                  <a:pt x="6489" y="3346"/>
                </a:cubicBezTo>
                <a:lnTo>
                  <a:pt x="5942" y="3346"/>
                </a:lnTo>
                <a:lnTo>
                  <a:pt x="5942" y="3191"/>
                </a:lnTo>
                <a:lnTo>
                  <a:pt x="5942" y="2596"/>
                </a:lnTo>
                <a:cubicBezTo>
                  <a:pt x="5942" y="1167"/>
                  <a:pt x="4775" y="0"/>
                  <a:pt x="333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" name="Immagine 25">
            <a:extLst>
              <a:ext uri="{FF2B5EF4-FFF2-40B4-BE49-F238E27FC236}">
                <a16:creationId xmlns:a16="http://schemas.microsoft.com/office/drawing/2014/main" id="{60D35512-840C-C77B-1734-95ACFB39A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052" y="1417111"/>
            <a:ext cx="1218033" cy="1218033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DA32CF41-8D6F-505F-910F-07B540124603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031DD394-2272-F06D-53FF-E2B87947880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C4D603E5-584F-7698-1962-04708B8FD14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3ED38141-DB85-9DF1-4307-D2CD4E37BCF2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1A89E916-1982-C56D-1BE6-9A3D7B26E922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A6C6402C-031F-97DD-37DB-F33367766FA8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2CBFE70B-30EE-C1D6-D381-43A7CB882809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F7504532-9475-F654-71CF-DDEA67A4263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59A2189-4AC8-1EB2-4E47-A6812328D880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763D8B0F-16F9-757C-F5B2-3ECBA0E413CF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93C4AB7C-EBEB-A2DA-D8D4-2BC1C7BB7736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AB4FCB9E-01BF-6BB3-A3DB-05D972D1D7A2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0A47E674-DE12-E999-05FE-2EC633FF2618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A03AB991-74A1-9D06-0C03-FC8DAF51FB1C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D2805F94-A393-5A0C-3023-F7EA834F931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1840534-D835-7DA9-2E48-257118BF446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9462B464-CAE3-8F61-0468-50E1C7775C6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31F4F50A-6091-806A-6587-E18524232D03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84BC6AB6-4D4D-AA4B-43C6-B643A34B2E8B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2589EA0C-E9EB-89F9-A576-27B418271AB6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A6B6C800-8E43-61BA-D0A8-DF59BA19BA75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68F74828-A2F8-16D4-B1C9-C74AD3D4A9BB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8F2F2A8A-E631-CF18-F938-94BF18317191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6D621EB4-6450-47D0-EE53-39541305565D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0;p15">
              <a:extLst>
                <a:ext uri="{FF2B5EF4-FFF2-40B4-BE49-F238E27FC236}">
                  <a16:creationId xmlns:a16="http://schemas.microsoft.com/office/drawing/2014/main" id="{9D756F11-CE97-6231-D69D-9C8F78F3D7AD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;p15">
              <a:extLst>
                <a:ext uri="{FF2B5EF4-FFF2-40B4-BE49-F238E27FC236}">
                  <a16:creationId xmlns:a16="http://schemas.microsoft.com/office/drawing/2014/main" id="{17BC9E2A-EBC5-6622-E788-FF114FA490E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2;p15">
              <a:extLst>
                <a:ext uri="{FF2B5EF4-FFF2-40B4-BE49-F238E27FC236}">
                  <a16:creationId xmlns:a16="http://schemas.microsoft.com/office/drawing/2014/main" id="{71D41F5A-6AE6-F00D-B937-D01442E6796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3;p15">
              <a:extLst>
                <a:ext uri="{FF2B5EF4-FFF2-40B4-BE49-F238E27FC236}">
                  <a16:creationId xmlns:a16="http://schemas.microsoft.com/office/drawing/2014/main" id="{514D5DBA-4931-1251-B899-BBC1AC9FF3C2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;p15">
              <a:extLst>
                <a:ext uri="{FF2B5EF4-FFF2-40B4-BE49-F238E27FC236}">
                  <a16:creationId xmlns:a16="http://schemas.microsoft.com/office/drawing/2014/main" id="{5F19D257-E5FD-7A30-35C8-17F7DAD4A597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28;p15">
              <a:extLst>
                <a:ext uri="{FF2B5EF4-FFF2-40B4-BE49-F238E27FC236}">
                  <a16:creationId xmlns:a16="http://schemas.microsoft.com/office/drawing/2014/main" id="{F45E41CF-13A2-A489-D98E-3F7DB4D446A4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29;p15">
              <a:extLst>
                <a:ext uri="{FF2B5EF4-FFF2-40B4-BE49-F238E27FC236}">
                  <a16:creationId xmlns:a16="http://schemas.microsoft.com/office/drawing/2014/main" id="{93596AF4-75BA-3E58-2E71-6314D91412A8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30;p15">
              <a:extLst>
                <a:ext uri="{FF2B5EF4-FFF2-40B4-BE49-F238E27FC236}">
                  <a16:creationId xmlns:a16="http://schemas.microsoft.com/office/drawing/2014/main" id="{CF7A5703-8338-C771-3151-F5B3E5CD9369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31;p15">
              <a:extLst>
                <a:ext uri="{FF2B5EF4-FFF2-40B4-BE49-F238E27FC236}">
                  <a16:creationId xmlns:a16="http://schemas.microsoft.com/office/drawing/2014/main" id="{35A75890-1DC0-3455-1897-669375CFE617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32;p15">
              <a:extLst>
                <a:ext uri="{FF2B5EF4-FFF2-40B4-BE49-F238E27FC236}">
                  <a16:creationId xmlns:a16="http://schemas.microsoft.com/office/drawing/2014/main" id="{9D142FB7-4CDD-C09D-CA47-42579BD5E42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33;p15">
              <a:extLst>
                <a:ext uri="{FF2B5EF4-FFF2-40B4-BE49-F238E27FC236}">
                  <a16:creationId xmlns:a16="http://schemas.microsoft.com/office/drawing/2014/main" id="{A29523A3-CDBC-FDC4-667C-0A6818FB4CF1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3">
          <a:extLst>
            <a:ext uri="{FF2B5EF4-FFF2-40B4-BE49-F238E27FC236}">
              <a16:creationId xmlns:a16="http://schemas.microsoft.com/office/drawing/2014/main" id="{B2AE82C0-1795-E130-9E16-AA3D9F99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42">
            <a:extLst>
              <a:ext uri="{FF2B5EF4-FFF2-40B4-BE49-F238E27FC236}">
                <a16:creationId xmlns:a16="http://schemas.microsoft.com/office/drawing/2014/main" id="{9F5DC926-D2BE-7259-3414-116B8DDF7A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Malware Stats Overview</a:t>
            </a:r>
            <a:endParaRPr dirty="0"/>
          </a:p>
        </p:txBody>
      </p:sp>
      <p:sp>
        <p:nvSpPr>
          <p:cNvPr id="1745" name="Google Shape;1745;p42">
            <a:extLst>
              <a:ext uri="{FF2B5EF4-FFF2-40B4-BE49-F238E27FC236}">
                <a16:creationId xmlns:a16="http://schemas.microsoft.com/office/drawing/2014/main" id="{616D8795-C16B-23DA-E504-7144FB636F07}"/>
              </a:ext>
            </a:extLst>
          </p:cNvPr>
          <p:cNvSpPr txBox="1"/>
          <p:nvPr/>
        </p:nvSpPr>
        <p:spPr>
          <a:xfrm>
            <a:off x="960734" y="335900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Percentage of ransomware-related cases among incidents analyzed (IBM X-Force 2025)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6" name="Google Shape;1746;p42">
            <a:extLst>
              <a:ext uri="{FF2B5EF4-FFF2-40B4-BE49-F238E27FC236}">
                <a16:creationId xmlns:a16="http://schemas.microsoft.com/office/drawing/2014/main" id="{EA989467-53B3-6A1F-797F-037942D12A08}"/>
              </a:ext>
            </a:extLst>
          </p:cNvPr>
          <p:cNvSpPr txBox="1"/>
          <p:nvPr/>
        </p:nvSpPr>
        <p:spPr>
          <a:xfrm>
            <a:off x="6256685" y="170581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Malware was involved in ~27% of breaches in the public sector (Verizon DBIR 2024).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7" name="Google Shape;1747;p42">
            <a:extLst>
              <a:ext uri="{FF2B5EF4-FFF2-40B4-BE49-F238E27FC236}">
                <a16:creationId xmlns:a16="http://schemas.microsoft.com/office/drawing/2014/main" id="{8263A2E1-B0BB-0CDF-5BAF-3F93A86D9A92}"/>
              </a:ext>
            </a:extLst>
          </p:cNvPr>
          <p:cNvSpPr txBox="1"/>
          <p:nvPr/>
        </p:nvSpPr>
        <p:spPr>
          <a:xfrm>
            <a:off x="960734" y="1705817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New malware and PUA samples recorded daily (AV-TEST estimate).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8" name="Google Shape;1748;p42">
            <a:extLst>
              <a:ext uri="{FF2B5EF4-FFF2-40B4-BE49-F238E27FC236}">
                <a16:creationId xmlns:a16="http://schemas.microsoft.com/office/drawing/2014/main" id="{6B4DCEB5-A4DB-0A39-0766-5D0A7047CBF1}"/>
              </a:ext>
            </a:extLst>
          </p:cNvPr>
          <p:cNvSpPr txBox="1"/>
          <p:nvPr/>
        </p:nvSpPr>
        <p:spPr>
          <a:xfrm>
            <a:off x="6256685" y="3359003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en-US" sz="1200" dirty="0">
                <a:latin typeface="Fira Sans"/>
                <a:ea typeface="Fira Sans"/>
                <a:cs typeface="Fira Sans"/>
                <a:sym typeface="Fira Sans"/>
              </a:rPr>
              <a:t>In malware-related breaches, ransomware was the dominant type in many sectors (e.g., 61% of malware-related cases). </a:t>
            </a:r>
            <a:endParaRPr sz="1200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49" name="Google Shape;1749;p42">
            <a:extLst>
              <a:ext uri="{FF2B5EF4-FFF2-40B4-BE49-F238E27FC236}">
                <a16:creationId xmlns:a16="http://schemas.microsoft.com/office/drawing/2014/main" id="{12858F76-1BA0-7A9B-2F08-36706292259F}"/>
              </a:ext>
            </a:extLst>
          </p:cNvPr>
          <p:cNvSpPr txBox="1"/>
          <p:nvPr/>
        </p:nvSpPr>
        <p:spPr>
          <a:xfrm>
            <a:off x="6256670" y="2818903"/>
            <a:ext cx="1926615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chemeClr val="accent4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61%</a:t>
            </a:r>
            <a:endParaRPr sz="2600" dirty="0">
              <a:solidFill>
                <a:schemeClr val="accent4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0" name="Google Shape;1750;p42">
            <a:extLst>
              <a:ext uri="{FF2B5EF4-FFF2-40B4-BE49-F238E27FC236}">
                <a16:creationId xmlns:a16="http://schemas.microsoft.com/office/drawing/2014/main" id="{9D82A82F-4198-6A4A-3606-B59A77552C69}"/>
              </a:ext>
            </a:extLst>
          </p:cNvPr>
          <p:cNvSpPr txBox="1"/>
          <p:nvPr/>
        </p:nvSpPr>
        <p:spPr>
          <a:xfrm>
            <a:off x="6256670" y="1181966"/>
            <a:ext cx="1926615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chemeClr val="accent3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27%</a:t>
            </a:r>
            <a:endParaRPr sz="2600" dirty="0">
              <a:solidFill>
                <a:schemeClr val="accent3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1" name="Google Shape;1751;p42">
            <a:extLst>
              <a:ext uri="{FF2B5EF4-FFF2-40B4-BE49-F238E27FC236}">
                <a16:creationId xmlns:a16="http://schemas.microsoft.com/office/drawing/2014/main" id="{454F6CC6-A863-9DC6-DCC1-D8630B6FA925}"/>
              </a:ext>
            </a:extLst>
          </p:cNvPr>
          <p:cNvSpPr txBox="1"/>
          <p:nvPr/>
        </p:nvSpPr>
        <p:spPr>
          <a:xfrm>
            <a:off x="960734" y="2818903"/>
            <a:ext cx="1926598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n" sz="2600" dirty="0">
                <a:solidFill>
                  <a:schemeClr val="accent5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~28%</a:t>
            </a:r>
            <a:endParaRPr sz="2600" dirty="0">
              <a:solidFill>
                <a:schemeClr val="accent5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52" name="Google Shape;1752;p42">
            <a:extLst>
              <a:ext uri="{FF2B5EF4-FFF2-40B4-BE49-F238E27FC236}">
                <a16:creationId xmlns:a16="http://schemas.microsoft.com/office/drawing/2014/main" id="{8428EE12-8EBC-915F-312A-8E17B0C22169}"/>
              </a:ext>
            </a:extLst>
          </p:cNvPr>
          <p:cNvSpPr txBox="1"/>
          <p:nvPr/>
        </p:nvSpPr>
        <p:spPr>
          <a:xfrm>
            <a:off x="960733" y="1181966"/>
            <a:ext cx="192659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en" sz="2600" dirty="0">
                <a:solidFill>
                  <a:schemeClr val="accen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&gt;450K/day</a:t>
            </a:r>
            <a:endParaRPr sz="2600" dirty="0">
              <a:solidFill>
                <a:schemeClr val="accen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1753" name="Google Shape;1753;p42">
            <a:extLst>
              <a:ext uri="{FF2B5EF4-FFF2-40B4-BE49-F238E27FC236}">
                <a16:creationId xmlns:a16="http://schemas.microsoft.com/office/drawing/2014/main" id="{09F7BE4F-0DEC-55B0-0AFA-87DD84241859}"/>
              </a:ext>
            </a:extLst>
          </p:cNvPr>
          <p:cNvGrpSpPr/>
          <p:nvPr/>
        </p:nvGrpSpPr>
        <p:grpSpPr>
          <a:xfrm>
            <a:off x="3191475" y="1172991"/>
            <a:ext cx="2761069" cy="2767375"/>
            <a:chOff x="4103636" y="1310849"/>
            <a:chExt cx="2120311" cy="2125153"/>
          </a:xfrm>
        </p:grpSpPr>
        <p:sp>
          <p:nvSpPr>
            <p:cNvPr id="1754" name="Google Shape;1754;p42">
              <a:extLst>
                <a:ext uri="{FF2B5EF4-FFF2-40B4-BE49-F238E27FC236}">
                  <a16:creationId xmlns:a16="http://schemas.microsoft.com/office/drawing/2014/main" id="{ABF58D23-4B09-654A-5801-B6D8468F95E7}"/>
                </a:ext>
              </a:extLst>
            </p:cNvPr>
            <p:cNvSpPr/>
            <p:nvPr/>
          </p:nvSpPr>
          <p:spPr>
            <a:xfrm>
              <a:off x="5066911" y="2499213"/>
              <a:ext cx="418050" cy="242450"/>
            </a:xfrm>
            <a:custGeom>
              <a:avLst/>
              <a:gdLst/>
              <a:ahLst/>
              <a:cxnLst/>
              <a:rect l="l" t="t" r="r" b="b"/>
              <a:pathLst>
                <a:path w="14158" h="8211" extrusionOk="0">
                  <a:moveTo>
                    <a:pt x="4086" y="1"/>
                  </a:moveTo>
                  <a:cubicBezTo>
                    <a:pt x="3790" y="1"/>
                    <a:pt x="3495" y="66"/>
                    <a:pt x="3275" y="197"/>
                  </a:cubicBezTo>
                  <a:lnTo>
                    <a:pt x="1787" y="1055"/>
                  </a:lnTo>
                  <a:lnTo>
                    <a:pt x="346" y="1888"/>
                  </a:lnTo>
                  <a:cubicBezTo>
                    <a:pt x="120" y="2031"/>
                    <a:pt x="1" y="2210"/>
                    <a:pt x="1" y="2376"/>
                  </a:cubicBezTo>
                  <a:lnTo>
                    <a:pt x="1" y="2400"/>
                  </a:lnTo>
                  <a:lnTo>
                    <a:pt x="1" y="2436"/>
                  </a:lnTo>
                  <a:cubicBezTo>
                    <a:pt x="13" y="2436"/>
                    <a:pt x="13" y="2448"/>
                    <a:pt x="13" y="2460"/>
                  </a:cubicBezTo>
                  <a:lnTo>
                    <a:pt x="13" y="2495"/>
                  </a:lnTo>
                  <a:cubicBezTo>
                    <a:pt x="13" y="2495"/>
                    <a:pt x="25" y="2507"/>
                    <a:pt x="25" y="2519"/>
                  </a:cubicBezTo>
                  <a:cubicBezTo>
                    <a:pt x="25" y="2531"/>
                    <a:pt x="48" y="2531"/>
                    <a:pt x="48" y="2555"/>
                  </a:cubicBezTo>
                  <a:cubicBezTo>
                    <a:pt x="48" y="2555"/>
                    <a:pt x="60" y="2567"/>
                    <a:pt x="60" y="2579"/>
                  </a:cubicBezTo>
                  <a:cubicBezTo>
                    <a:pt x="60" y="2591"/>
                    <a:pt x="72" y="2591"/>
                    <a:pt x="72" y="2614"/>
                  </a:cubicBezTo>
                  <a:cubicBezTo>
                    <a:pt x="96" y="2614"/>
                    <a:pt x="96" y="2626"/>
                    <a:pt x="108" y="2638"/>
                  </a:cubicBezTo>
                  <a:cubicBezTo>
                    <a:pt x="108" y="2650"/>
                    <a:pt x="108" y="2650"/>
                    <a:pt x="120" y="2674"/>
                  </a:cubicBezTo>
                  <a:lnTo>
                    <a:pt x="156" y="2698"/>
                  </a:lnTo>
                  <a:lnTo>
                    <a:pt x="179" y="2733"/>
                  </a:lnTo>
                  <a:cubicBezTo>
                    <a:pt x="191" y="2733"/>
                    <a:pt x="215" y="2745"/>
                    <a:pt x="227" y="2757"/>
                  </a:cubicBezTo>
                  <a:cubicBezTo>
                    <a:pt x="239" y="2757"/>
                    <a:pt x="239" y="2769"/>
                    <a:pt x="251" y="2769"/>
                  </a:cubicBezTo>
                  <a:cubicBezTo>
                    <a:pt x="275" y="2793"/>
                    <a:pt x="298" y="2805"/>
                    <a:pt x="334" y="2817"/>
                  </a:cubicBezTo>
                  <a:lnTo>
                    <a:pt x="9300" y="7996"/>
                  </a:lnTo>
                  <a:lnTo>
                    <a:pt x="9395" y="8044"/>
                  </a:lnTo>
                  <a:cubicBezTo>
                    <a:pt x="9407" y="8044"/>
                    <a:pt x="9407" y="8055"/>
                    <a:pt x="9419" y="8055"/>
                  </a:cubicBezTo>
                  <a:cubicBezTo>
                    <a:pt x="9442" y="8067"/>
                    <a:pt x="9466" y="8067"/>
                    <a:pt x="9478" y="8091"/>
                  </a:cubicBezTo>
                  <a:cubicBezTo>
                    <a:pt x="9514" y="8103"/>
                    <a:pt x="9562" y="8115"/>
                    <a:pt x="9597" y="8127"/>
                  </a:cubicBezTo>
                  <a:cubicBezTo>
                    <a:pt x="9621" y="8151"/>
                    <a:pt x="9633" y="8151"/>
                    <a:pt x="9645" y="8151"/>
                  </a:cubicBezTo>
                  <a:cubicBezTo>
                    <a:pt x="9681" y="8151"/>
                    <a:pt x="9693" y="8163"/>
                    <a:pt x="9716" y="8163"/>
                  </a:cubicBezTo>
                  <a:cubicBezTo>
                    <a:pt x="9740" y="8175"/>
                    <a:pt x="9752" y="8175"/>
                    <a:pt x="9764" y="8175"/>
                  </a:cubicBezTo>
                  <a:cubicBezTo>
                    <a:pt x="9776" y="8186"/>
                    <a:pt x="9812" y="8186"/>
                    <a:pt x="9823" y="8186"/>
                  </a:cubicBezTo>
                  <a:cubicBezTo>
                    <a:pt x="9835" y="8210"/>
                    <a:pt x="9859" y="8210"/>
                    <a:pt x="9871" y="8210"/>
                  </a:cubicBezTo>
                  <a:lnTo>
                    <a:pt x="10335" y="8210"/>
                  </a:lnTo>
                  <a:cubicBezTo>
                    <a:pt x="10371" y="8210"/>
                    <a:pt x="10419" y="8210"/>
                    <a:pt x="10466" y="8186"/>
                  </a:cubicBezTo>
                  <a:cubicBezTo>
                    <a:pt x="10478" y="8175"/>
                    <a:pt x="10490" y="8175"/>
                    <a:pt x="10514" y="8175"/>
                  </a:cubicBezTo>
                  <a:cubicBezTo>
                    <a:pt x="10526" y="8175"/>
                    <a:pt x="10550" y="8163"/>
                    <a:pt x="10574" y="8163"/>
                  </a:cubicBezTo>
                  <a:cubicBezTo>
                    <a:pt x="10585" y="8163"/>
                    <a:pt x="10597" y="8151"/>
                    <a:pt x="10609" y="8151"/>
                  </a:cubicBezTo>
                  <a:cubicBezTo>
                    <a:pt x="10633" y="8151"/>
                    <a:pt x="10657" y="8127"/>
                    <a:pt x="10669" y="8127"/>
                  </a:cubicBezTo>
                  <a:cubicBezTo>
                    <a:pt x="10693" y="8127"/>
                    <a:pt x="10693" y="8115"/>
                    <a:pt x="10705" y="8115"/>
                  </a:cubicBezTo>
                  <a:cubicBezTo>
                    <a:pt x="10728" y="8115"/>
                    <a:pt x="10764" y="8103"/>
                    <a:pt x="10788" y="8091"/>
                  </a:cubicBezTo>
                  <a:cubicBezTo>
                    <a:pt x="10812" y="8091"/>
                    <a:pt x="10812" y="8067"/>
                    <a:pt x="10824" y="8067"/>
                  </a:cubicBezTo>
                  <a:cubicBezTo>
                    <a:pt x="10847" y="8055"/>
                    <a:pt x="10895" y="8032"/>
                    <a:pt x="10931" y="8008"/>
                  </a:cubicBezTo>
                  <a:lnTo>
                    <a:pt x="12371" y="7174"/>
                  </a:lnTo>
                  <a:lnTo>
                    <a:pt x="13860" y="6317"/>
                  </a:lnTo>
                  <a:cubicBezTo>
                    <a:pt x="13884" y="6305"/>
                    <a:pt x="13907" y="6281"/>
                    <a:pt x="13931" y="6270"/>
                  </a:cubicBezTo>
                  <a:lnTo>
                    <a:pt x="13943" y="6258"/>
                  </a:lnTo>
                  <a:cubicBezTo>
                    <a:pt x="13967" y="6258"/>
                    <a:pt x="13979" y="6246"/>
                    <a:pt x="13991" y="6222"/>
                  </a:cubicBezTo>
                  <a:lnTo>
                    <a:pt x="14003" y="6210"/>
                  </a:lnTo>
                  <a:lnTo>
                    <a:pt x="14038" y="6186"/>
                  </a:lnTo>
                  <a:lnTo>
                    <a:pt x="14050" y="6162"/>
                  </a:lnTo>
                  <a:lnTo>
                    <a:pt x="14086" y="6139"/>
                  </a:lnTo>
                  <a:cubicBezTo>
                    <a:pt x="14086" y="6127"/>
                    <a:pt x="14098" y="6127"/>
                    <a:pt x="14098" y="6103"/>
                  </a:cubicBezTo>
                  <a:cubicBezTo>
                    <a:pt x="14098" y="6103"/>
                    <a:pt x="14110" y="6091"/>
                    <a:pt x="14110" y="6079"/>
                  </a:cubicBezTo>
                  <a:cubicBezTo>
                    <a:pt x="14122" y="6067"/>
                    <a:pt x="14122" y="6067"/>
                    <a:pt x="14122" y="6043"/>
                  </a:cubicBezTo>
                  <a:cubicBezTo>
                    <a:pt x="14122" y="6043"/>
                    <a:pt x="14145" y="6031"/>
                    <a:pt x="14145" y="6020"/>
                  </a:cubicBezTo>
                  <a:lnTo>
                    <a:pt x="14145" y="5984"/>
                  </a:lnTo>
                  <a:cubicBezTo>
                    <a:pt x="14157" y="5984"/>
                    <a:pt x="14157" y="5972"/>
                    <a:pt x="14157" y="5960"/>
                  </a:cubicBezTo>
                  <a:lnTo>
                    <a:pt x="14157" y="5924"/>
                  </a:lnTo>
                  <a:lnTo>
                    <a:pt x="14157" y="5912"/>
                  </a:lnTo>
                  <a:cubicBezTo>
                    <a:pt x="14157" y="5734"/>
                    <a:pt x="14050" y="5555"/>
                    <a:pt x="13884" y="5377"/>
                  </a:cubicBezTo>
                  <a:lnTo>
                    <a:pt x="4906" y="197"/>
                  </a:lnTo>
                  <a:cubicBezTo>
                    <a:pt x="4680" y="66"/>
                    <a:pt x="4382" y="1"/>
                    <a:pt x="40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42">
              <a:extLst>
                <a:ext uri="{FF2B5EF4-FFF2-40B4-BE49-F238E27FC236}">
                  <a16:creationId xmlns:a16="http://schemas.microsoft.com/office/drawing/2014/main" id="{69D27248-2939-634D-51B5-0BB90A7F04FE}"/>
                </a:ext>
              </a:extLst>
            </p:cNvPr>
            <p:cNvSpPr/>
            <p:nvPr/>
          </p:nvSpPr>
          <p:spPr>
            <a:xfrm>
              <a:off x="5066557" y="2573238"/>
              <a:ext cx="418405" cy="184252"/>
            </a:xfrm>
            <a:custGeom>
              <a:avLst/>
              <a:gdLst/>
              <a:ahLst/>
              <a:cxnLst/>
              <a:rect l="l" t="t" r="r" b="b"/>
              <a:pathLst>
                <a:path w="14170" h="6240" extrusionOk="0">
                  <a:moveTo>
                    <a:pt x="1" y="0"/>
                  </a:moveTo>
                  <a:lnTo>
                    <a:pt x="1" y="429"/>
                  </a:lnTo>
                  <a:cubicBezTo>
                    <a:pt x="1" y="607"/>
                    <a:pt x="120" y="774"/>
                    <a:pt x="346" y="905"/>
                  </a:cubicBezTo>
                  <a:lnTo>
                    <a:pt x="9312" y="6084"/>
                  </a:lnTo>
                  <a:lnTo>
                    <a:pt x="9407" y="6132"/>
                  </a:lnTo>
                  <a:cubicBezTo>
                    <a:pt x="9419" y="6132"/>
                    <a:pt x="9419" y="6144"/>
                    <a:pt x="9431" y="6144"/>
                  </a:cubicBezTo>
                  <a:cubicBezTo>
                    <a:pt x="9466" y="6144"/>
                    <a:pt x="9478" y="6156"/>
                    <a:pt x="9490" y="6156"/>
                  </a:cubicBezTo>
                  <a:cubicBezTo>
                    <a:pt x="9526" y="6180"/>
                    <a:pt x="9574" y="6191"/>
                    <a:pt x="9609" y="6203"/>
                  </a:cubicBezTo>
                  <a:lnTo>
                    <a:pt x="9657" y="6203"/>
                  </a:lnTo>
                  <a:cubicBezTo>
                    <a:pt x="9693" y="6203"/>
                    <a:pt x="9705" y="6215"/>
                    <a:pt x="9728" y="6215"/>
                  </a:cubicBezTo>
                  <a:lnTo>
                    <a:pt x="9776" y="6215"/>
                  </a:lnTo>
                  <a:cubicBezTo>
                    <a:pt x="9788" y="6239"/>
                    <a:pt x="9824" y="6239"/>
                    <a:pt x="9835" y="6239"/>
                  </a:cubicBezTo>
                  <a:lnTo>
                    <a:pt x="10359" y="6239"/>
                  </a:lnTo>
                  <a:cubicBezTo>
                    <a:pt x="10407" y="6239"/>
                    <a:pt x="10443" y="6215"/>
                    <a:pt x="10490" y="6215"/>
                  </a:cubicBezTo>
                  <a:lnTo>
                    <a:pt x="10526" y="6215"/>
                  </a:lnTo>
                  <a:cubicBezTo>
                    <a:pt x="10538" y="6215"/>
                    <a:pt x="10562" y="6203"/>
                    <a:pt x="10586" y="6203"/>
                  </a:cubicBezTo>
                  <a:cubicBezTo>
                    <a:pt x="10597" y="6203"/>
                    <a:pt x="10609" y="6191"/>
                    <a:pt x="10621" y="6191"/>
                  </a:cubicBezTo>
                  <a:cubicBezTo>
                    <a:pt x="10645" y="6191"/>
                    <a:pt x="10669" y="6180"/>
                    <a:pt x="10681" y="6180"/>
                  </a:cubicBezTo>
                  <a:lnTo>
                    <a:pt x="10705" y="6180"/>
                  </a:lnTo>
                  <a:cubicBezTo>
                    <a:pt x="10705" y="6156"/>
                    <a:pt x="10717" y="6156"/>
                    <a:pt x="10717" y="6156"/>
                  </a:cubicBezTo>
                  <a:cubicBezTo>
                    <a:pt x="10740" y="6156"/>
                    <a:pt x="10776" y="6144"/>
                    <a:pt x="10800" y="6132"/>
                  </a:cubicBezTo>
                  <a:cubicBezTo>
                    <a:pt x="10824" y="6132"/>
                    <a:pt x="10824" y="6120"/>
                    <a:pt x="10836" y="6120"/>
                  </a:cubicBezTo>
                  <a:cubicBezTo>
                    <a:pt x="10859" y="6096"/>
                    <a:pt x="10907" y="6072"/>
                    <a:pt x="10943" y="6060"/>
                  </a:cubicBezTo>
                  <a:lnTo>
                    <a:pt x="12800" y="4965"/>
                  </a:lnTo>
                  <a:lnTo>
                    <a:pt x="13860" y="4358"/>
                  </a:lnTo>
                  <a:cubicBezTo>
                    <a:pt x="13860" y="4346"/>
                    <a:pt x="13872" y="4346"/>
                    <a:pt x="13872" y="4346"/>
                  </a:cubicBezTo>
                  <a:cubicBezTo>
                    <a:pt x="13884" y="4346"/>
                    <a:pt x="13884" y="4334"/>
                    <a:pt x="13896" y="4334"/>
                  </a:cubicBezTo>
                  <a:cubicBezTo>
                    <a:pt x="13919" y="4310"/>
                    <a:pt x="13931" y="4310"/>
                    <a:pt x="13943" y="4298"/>
                  </a:cubicBezTo>
                  <a:lnTo>
                    <a:pt x="13979" y="4275"/>
                  </a:lnTo>
                  <a:cubicBezTo>
                    <a:pt x="13979" y="4251"/>
                    <a:pt x="13991" y="4251"/>
                    <a:pt x="14003" y="4239"/>
                  </a:cubicBezTo>
                  <a:lnTo>
                    <a:pt x="14003" y="4227"/>
                  </a:lnTo>
                  <a:lnTo>
                    <a:pt x="14050" y="4179"/>
                  </a:lnTo>
                  <a:lnTo>
                    <a:pt x="14062" y="4167"/>
                  </a:lnTo>
                  <a:cubicBezTo>
                    <a:pt x="14062" y="4155"/>
                    <a:pt x="14074" y="4155"/>
                    <a:pt x="14074" y="4132"/>
                  </a:cubicBezTo>
                  <a:lnTo>
                    <a:pt x="14098" y="4120"/>
                  </a:lnTo>
                  <a:lnTo>
                    <a:pt x="14098" y="4108"/>
                  </a:lnTo>
                  <a:cubicBezTo>
                    <a:pt x="14110" y="4096"/>
                    <a:pt x="14110" y="4072"/>
                    <a:pt x="14122" y="4060"/>
                  </a:cubicBezTo>
                  <a:cubicBezTo>
                    <a:pt x="14122" y="4060"/>
                    <a:pt x="14134" y="4048"/>
                    <a:pt x="14134" y="4036"/>
                  </a:cubicBezTo>
                  <a:cubicBezTo>
                    <a:pt x="14157" y="4013"/>
                    <a:pt x="14157" y="4001"/>
                    <a:pt x="14157" y="4001"/>
                  </a:cubicBezTo>
                  <a:cubicBezTo>
                    <a:pt x="14169" y="4001"/>
                    <a:pt x="14169" y="3989"/>
                    <a:pt x="14169" y="3977"/>
                  </a:cubicBezTo>
                  <a:lnTo>
                    <a:pt x="14169" y="3941"/>
                  </a:lnTo>
                  <a:lnTo>
                    <a:pt x="14169" y="3917"/>
                  </a:lnTo>
                  <a:lnTo>
                    <a:pt x="14169" y="3882"/>
                  </a:lnTo>
                  <a:lnTo>
                    <a:pt x="14169" y="3393"/>
                  </a:lnTo>
                  <a:cubicBezTo>
                    <a:pt x="14169" y="3405"/>
                    <a:pt x="14169" y="3405"/>
                    <a:pt x="14157" y="3477"/>
                  </a:cubicBezTo>
                  <a:lnTo>
                    <a:pt x="14157" y="3501"/>
                  </a:lnTo>
                  <a:lnTo>
                    <a:pt x="14157" y="3524"/>
                  </a:lnTo>
                  <a:cubicBezTo>
                    <a:pt x="14134" y="3524"/>
                    <a:pt x="14134" y="3536"/>
                    <a:pt x="14134" y="3560"/>
                  </a:cubicBezTo>
                  <a:lnTo>
                    <a:pt x="14134" y="3584"/>
                  </a:lnTo>
                  <a:cubicBezTo>
                    <a:pt x="14134" y="3596"/>
                    <a:pt x="14122" y="3596"/>
                    <a:pt x="14122" y="3620"/>
                  </a:cubicBezTo>
                  <a:cubicBezTo>
                    <a:pt x="14110" y="3632"/>
                    <a:pt x="14110" y="3632"/>
                    <a:pt x="14110" y="3643"/>
                  </a:cubicBezTo>
                  <a:cubicBezTo>
                    <a:pt x="14110" y="3643"/>
                    <a:pt x="14098" y="3655"/>
                    <a:pt x="14098" y="3679"/>
                  </a:cubicBezTo>
                  <a:cubicBezTo>
                    <a:pt x="14098" y="3691"/>
                    <a:pt x="14074" y="3691"/>
                    <a:pt x="14074" y="3703"/>
                  </a:cubicBezTo>
                  <a:lnTo>
                    <a:pt x="14050" y="3739"/>
                  </a:lnTo>
                  <a:lnTo>
                    <a:pt x="14038" y="3751"/>
                  </a:lnTo>
                  <a:lnTo>
                    <a:pt x="14003" y="3774"/>
                  </a:lnTo>
                  <a:lnTo>
                    <a:pt x="13991" y="3798"/>
                  </a:lnTo>
                  <a:cubicBezTo>
                    <a:pt x="13979" y="3798"/>
                    <a:pt x="13955" y="3810"/>
                    <a:pt x="13943" y="3822"/>
                  </a:cubicBezTo>
                  <a:lnTo>
                    <a:pt x="13931" y="3834"/>
                  </a:lnTo>
                  <a:cubicBezTo>
                    <a:pt x="13919" y="3858"/>
                    <a:pt x="13884" y="3870"/>
                    <a:pt x="13860" y="3882"/>
                  </a:cubicBezTo>
                  <a:lnTo>
                    <a:pt x="12372" y="4751"/>
                  </a:lnTo>
                  <a:lnTo>
                    <a:pt x="10919" y="5584"/>
                  </a:lnTo>
                  <a:cubicBezTo>
                    <a:pt x="10895" y="5608"/>
                    <a:pt x="10859" y="5620"/>
                    <a:pt x="10824" y="5644"/>
                  </a:cubicBezTo>
                  <a:cubicBezTo>
                    <a:pt x="10824" y="5644"/>
                    <a:pt x="10800" y="5656"/>
                    <a:pt x="10788" y="5656"/>
                  </a:cubicBezTo>
                  <a:cubicBezTo>
                    <a:pt x="10764" y="5668"/>
                    <a:pt x="10728" y="5668"/>
                    <a:pt x="10705" y="5679"/>
                  </a:cubicBezTo>
                  <a:cubicBezTo>
                    <a:pt x="10681" y="5703"/>
                    <a:pt x="10681" y="5703"/>
                    <a:pt x="10669" y="5703"/>
                  </a:cubicBezTo>
                  <a:cubicBezTo>
                    <a:pt x="10657" y="5703"/>
                    <a:pt x="10621" y="5715"/>
                    <a:pt x="10609" y="5715"/>
                  </a:cubicBezTo>
                  <a:cubicBezTo>
                    <a:pt x="10597" y="5715"/>
                    <a:pt x="10586" y="5727"/>
                    <a:pt x="10562" y="5727"/>
                  </a:cubicBezTo>
                  <a:cubicBezTo>
                    <a:pt x="10550" y="5727"/>
                    <a:pt x="10526" y="5739"/>
                    <a:pt x="10502" y="5739"/>
                  </a:cubicBezTo>
                  <a:cubicBezTo>
                    <a:pt x="10490" y="5763"/>
                    <a:pt x="10478" y="5763"/>
                    <a:pt x="10467" y="5763"/>
                  </a:cubicBezTo>
                  <a:cubicBezTo>
                    <a:pt x="10419" y="5763"/>
                    <a:pt x="10371" y="5775"/>
                    <a:pt x="10324" y="5775"/>
                  </a:cubicBezTo>
                  <a:lnTo>
                    <a:pt x="9871" y="5775"/>
                  </a:lnTo>
                  <a:cubicBezTo>
                    <a:pt x="9847" y="5763"/>
                    <a:pt x="9835" y="5763"/>
                    <a:pt x="9824" y="5763"/>
                  </a:cubicBezTo>
                  <a:cubicBezTo>
                    <a:pt x="9812" y="5763"/>
                    <a:pt x="9776" y="5739"/>
                    <a:pt x="9764" y="5739"/>
                  </a:cubicBezTo>
                  <a:cubicBezTo>
                    <a:pt x="9752" y="5727"/>
                    <a:pt x="9728" y="5727"/>
                    <a:pt x="9716" y="5727"/>
                  </a:cubicBezTo>
                  <a:cubicBezTo>
                    <a:pt x="9693" y="5727"/>
                    <a:pt x="9669" y="5715"/>
                    <a:pt x="9645" y="5715"/>
                  </a:cubicBezTo>
                  <a:cubicBezTo>
                    <a:pt x="9633" y="5703"/>
                    <a:pt x="9609" y="5703"/>
                    <a:pt x="9597" y="5703"/>
                  </a:cubicBezTo>
                  <a:cubicBezTo>
                    <a:pt x="9550" y="5679"/>
                    <a:pt x="9526" y="5668"/>
                    <a:pt x="9478" y="5656"/>
                  </a:cubicBezTo>
                  <a:cubicBezTo>
                    <a:pt x="9466" y="5644"/>
                    <a:pt x="9431" y="5644"/>
                    <a:pt x="9419" y="5620"/>
                  </a:cubicBezTo>
                  <a:cubicBezTo>
                    <a:pt x="9407" y="5620"/>
                    <a:pt x="9407" y="5608"/>
                    <a:pt x="9395" y="5608"/>
                  </a:cubicBezTo>
                  <a:lnTo>
                    <a:pt x="9300" y="5560"/>
                  </a:lnTo>
                  <a:lnTo>
                    <a:pt x="322" y="381"/>
                  </a:lnTo>
                  <a:cubicBezTo>
                    <a:pt x="299" y="369"/>
                    <a:pt x="287" y="357"/>
                    <a:pt x="251" y="345"/>
                  </a:cubicBezTo>
                  <a:cubicBezTo>
                    <a:pt x="239" y="345"/>
                    <a:pt x="239" y="322"/>
                    <a:pt x="227" y="322"/>
                  </a:cubicBezTo>
                  <a:cubicBezTo>
                    <a:pt x="203" y="322"/>
                    <a:pt x="191" y="310"/>
                    <a:pt x="180" y="298"/>
                  </a:cubicBezTo>
                  <a:cubicBezTo>
                    <a:pt x="168" y="286"/>
                    <a:pt x="168" y="262"/>
                    <a:pt x="144" y="262"/>
                  </a:cubicBezTo>
                  <a:lnTo>
                    <a:pt x="120" y="238"/>
                  </a:lnTo>
                  <a:cubicBezTo>
                    <a:pt x="120" y="226"/>
                    <a:pt x="108" y="226"/>
                    <a:pt x="108" y="203"/>
                  </a:cubicBezTo>
                  <a:cubicBezTo>
                    <a:pt x="84" y="203"/>
                    <a:pt x="84" y="191"/>
                    <a:pt x="72" y="179"/>
                  </a:cubicBezTo>
                  <a:cubicBezTo>
                    <a:pt x="72" y="167"/>
                    <a:pt x="60" y="167"/>
                    <a:pt x="60" y="143"/>
                  </a:cubicBezTo>
                  <a:cubicBezTo>
                    <a:pt x="60" y="143"/>
                    <a:pt x="49" y="131"/>
                    <a:pt x="49" y="119"/>
                  </a:cubicBezTo>
                  <a:cubicBezTo>
                    <a:pt x="25" y="107"/>
                    <a:pt x="25" y="107"/>
                    <a:pt x="25" y="84"/>
                  </a:cubicBezTo>
                  <a:cubicBezTo>
                    <a:pt x="25" y="84"/>
                    <a:pt x="13" y="72"/>
                    <a:pt x="13" y="60"/>
                  </a:cubicBezTo>
                  <a:lnTo>
                    <a:pt x="13" y="24"/>
                  </a:lnTo>
                  <a:cubicBezTo>
                    <a:pt x="1" y="24"/>
                    <a:pt x="1" y="12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42">
              <a:extLst>
                <a:ext uri="{FF2B5EF4-FFF2-40B4-BE49-F238E27FC236}">
                  <a16:creationId xmlns:a16="http://schemas.microsoft.com/office/drawing/2014/main" id="{58E13A09-42D4-C214-221E-ADEFF0B957B2}"/>
                </a:ext>
              </a:extLst>
            </p:cNvPr>
            <p:cNvSpPr/>
            <p:nvPr/>
          </p:nvSpPr>
          <p:spPr>
            <a:xfrm>
              <a:off x="5117551" y="2500364"/>
              <a:ext cx="367411" cy="219507"/>
            </a:xfrm>
            <a:custGeom>
              <a:avLst/>
              <a:gdLst/>
              <a:ahLst/>
              <a:cxnLst/>
              <a:rect l="l" t="t" r="r" b="b"/>
              <a:pathLst>
                <a:path w="12443" h="7434" extrusionOk="0">
                  <a:moveTo>
                    <a:pt x="2304" y="1"/>
                  </a:moveTo>
                  <a:cubicBezTo>
                    <a:pt x="2007" y="1"/>
                    <a:pt x="1709" y="69"/>
                    <a:pt x="1489" y="206"/>
                  </a:cubicBezTo>
                  <a:lnTo>
                    <a:pt x="0" y="1063"/>
                  </a:lnTo>
                  <a:lnTo>
                    <a:pt x="10609" y="7195"/>
                  </a:lnTo>
                  <a:lnTo>
                    <a:pt x="11026" y="7433"/>
                  </a:lnTo>
                  <a:lnTo>
                    <a:pt x="12085" y="6826"/>
                  </a:lnTo>
                  <a:cubicBezTo>
                    <a:pt x="12085" y="6826"/>
                    <a:pt x="12097" y="6826"/>
                    <a:pt x="12097" y="6814"/>
                  </a:cubicBezTo>
                  <a:cubicBezTo>
                    <a:pt x="12109" y="6814"/>
                    <a:pt x="12109" y="6802"/>
                    <a:pt x="12121" y="6802"/>
                  </a:cubicBezTo>
                  <a:cubicBezTo>
                    <a:pt x="12145" y="6778"/>
                    <a:pt x="12157" y="6778"/>
                    <a:pt x="12169" y="6766"/>
                  </a:cubicBezTo>
                  <a:lnTo>
                    <a:pt x="12204" y="6731"/>
                  </a:lnTo>
                  <a:cubicBezTo>
                    <a:pt x="12216" y="6719"/>
                    <a:pt x="12228" y="6719"/>
                    <a:pt x="12228" y="6707"/>
                  </a:cubicBezTo>
                  <a:lnTo>
                    <a:pt x="12228" y="6695"/>
                  </a:lnTo>
                  <a:lnTo>
                    <a:pt x="12276" y="6647"/>
                  </a:lnTo>
                  <a:lnTo>
                    <a:pt x="12288" y="6635"/>
                  </a:lnTo>
                  <a:cubicBezTo>
                    <a:pt x="12299" y="6612"/>
                    <a:pt x="12299" y="6612"/>
                    <a:pt x="12299" y="6600"/>
                  </a:cubicBezTo>
                  <a:lnTo>
                    <a:pt x="12323" y="6588"/>
                  </a:lnTo>
                  <a:lnTo>
                    <a:pt x="12323" y="6576"/>
                  </a:lnTo>
                  <a:cubicBezTo>
                    <a:pt x="12335" y="6552"/>
                    <a:pt x="12335" y="6540"/>
                    <a:pt x="12347" y="6528"/>
                  </a:cubicBezTo>
                  <a:cubicBezTo>
                    <a:pt x="12347" y="6516"/>
                    <a:pt x="12359" y="6492"/>
                    <a:pt x="12359" y="6492"/>
                  </a:cubicBezTo>
                  <a:cubicBezTo>
                    <a:pt x="12359" y="6481"/>
                    <a:pt x="12359" y="6481"/>
                    <a:pt x="12383" y="6469"/>
                  </a:cubicBezTo>
                  <a:cubicBezTo>
                    <a:pt x="12383" y="6457"/>
                    <a:pt x="12383" y="6433"/>
                    <a:pt x="12395" y="6433"/>
                  </a:cubicBezTo>
                  <a:lnTo>
                    <a:pt x="12395" y="6409"/>
                  </a:lnTo>
                  <a:lnTo>
                    <a:pt x="12395" y="6373"/>
                  </a:lnTo>
                  <a:lnTo>
                    <a:pt x="12395" y="6350"/>
                  </a:lnTo>
                  <a:lnTo>
                    <a:pt x="12395" y="5861"/>
                  </a:lnTo>
                  <a:lnTo>
                    <a:pt x="12442" y="5873"/>
                  </a:lnTo>
                  <a:cubicBezTo>
                    <a:pt x="12442" y="5695"/>
                    <a:pt x="12335" y="5516"/>
                    <a:pt x="12097" y="5385"/>
                  </a:cubicBezTo>
                  <a:lnTo>
                    <a:pt x="3120" y="206"/>
                  </a:lnTo>
                  <a:cubicBezTo>
                    <a:pt x="2899" y="69"/>
                    <a:pt x="2602" y="1"/>
                    <a:pt x="23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42">
              <a:extLst>
                <a:ext uri="{FF2B5EF4-FFF2-40B4-BE49-F238E27FC236}">
                  <a16:creationId xmlns:a16="http://schemas.microsoft.com/office/drawing/2014/main" id="{88847B7D-B237-4CD0-D0B7-B0B93007BF9A}"/>
                </a:ext>
              </a:extLst>
            </p:cNvPr>
            <p:cNvSpPr/>
            <p:nvPr/>
          </p:nvSpPr>
          <p:spPr>
            <a:xfrm>
              <a:off x="4892906" y="1758663"/>
              <a:ext cx="834979" cy="1076514"/>
            </a:xfrm>
            <a:custGeom>
              <a:avLst/>
              <a:gdLst/>
              <a:ahLst/>
              <a:cxnLst/>
              <a:rect l="l" t="t" r="r" b="b"/>
              <a:pathLst>
                <a:path w="28278" h="36458" extrusionOk="0">
                  <a:moveTo>
                    <a:pt x="1000" y="0"/>
                  </a:moveTo>
                  <a:cubicBezTo>
                    <a:pt x="977" y="0"/>
                    <a:pt x="965" y="0"/>
                    <a:pt x="953" y="24"/>
                  </a:cubicBezTo>
                  <a:cubicBezTo>
                    <a:pt x="941" y="24"/>
                    <a:pt x="917" y="24"/>
                    <a:pt x="905" y="36"/>
                  </a:cubicBezTo>
                  <a:cubicBezTo>
                    <a:pt x="893" y="36"/>
                    <a:pt x="881" y="48"/>
                    <a:pt x="857" y="48"/>
                  </a:cubicBezTo>
                  <a:lnTo>
                    <a:pt x="822" y="48"/>
                  </a:lnTo>
                  <a:cubicBezTo>
                    <a:pt x="798" y="48"/>
                    <a:pt x="786" y="60"/>
                    <a:pt x="774" y="60"/>
                  </a:cubicBezTo>
                  <a:lnTo>
                    <a:pt x="762" y="60"/>
                  </a:lnTo>
                  <a:cubicBezTo>
                    <a:pt x="738" y="60"/>
                    <a:pt x="738" y="60"/>
                    <a:pt x="727" y="84"/>
                  </a:cubicBezTo>
                  <a:cubicBezTo>
                    <a:pt x="715" y="84"/>
                    <a:pt x="703" y="96"/>
                    <a:pt x="703" y="96"/>
                  </a:cubicBezTo>
                  <a:cubicBezTo>
                    <a:pt x="679" y="96"/>
                    <a:pt x="667" y="108"/>
                    <a:pt x="655" y="108"/>
                  </a:cubicBezTo>
                  <a:cubicBezTo>
                    <a:pt x="286" y="334"/>
                    <a:pt x="48" y="798"/>
                    <a:pt x="48" y="1465"/>
                  </a:cubicBezTo>
                  <a:lnTo>
                    <a:pt x="0" y="18658"/>
                  </a:lnTo>
                  <a:cubicBezTo>
                    <a:pt x="0" y="19991"/>
                    <a:pt x="941" y="21610"/>
                    <a:pt x="2096" y="22289"/>
                  </a:cubicBezTo>
                  <a:lnTo>
                    <a:pt x="26146" y="36172"/>
                  </a:lnTo>
                  <a:cubicBezTo>
                    <a:pt x="26480" y="36365"/>
                    <a:pt x="26798" y="36458"/>
                    <a:pt x="27083" y="36458"/>
                  </a:cubicBezTo>
                  <a:cubicBezTo>
                    <a:pt x="27307" y="36458"/>
                    <a:pt x="27509" y="36401"/>
                    <a:pt x="27682" y="36291"/>
                  </a:cubicBezTo>
                  <a:cubicBezTo>
                    <a:pt x="27694" y="36291"/>
                    <a:pt x="27706" y="36279"/>
                    <a:pt x="27706" y="36279"/>
                  </a:cubicBezTo>
                  <a:cubicBezTo>
                    <a:pt x="27710" y="36283"/>
                    <a:pt x="27714" y="36284"/>
                    <a:pt x="27718" y="36284"/>
                  </a:cubicBezTo>
                  <a:cubicBezTo>
                    <a:pt x="27726" y="36284"/>
                    <a:pt x="27734" y="36279"/>
                    <a:pt x="27742" y="36279"/>
                  </a:cubicBezTo>
                  <a:cubicBezTo>
                    <a:pt x="27754" y="36255"/>
                    <a:pt x="27778" y="36255"/>
                    <a:pt x="27778" y="36243"/>
                  </a:cubicBezTo>
                  <a:lnTo>
                    <a:pt x="27801" y="36219"/>
                  </a:lnTo>
                  <a:lnTo>
                    <a:pt x="27837" y="36183"/>
                  </a:lnTo>
                  <a:lnTo>
                    <a:pt x="27861" y="36160"/>
                  </a:lnTo>
                  <a:lnTo>
                    <a:pt x="27897" y="36124"/>
                  </a:lnTo>
                  <a:cubicBezTo>
                    <a:pt x="27908" y="36112"/>
                    <a:pt x="27908" y="36100"/>
                    <a:pt x="27920" y="36100"/>
                  </a:cubicBezTo>
                  <a:lnTo>
                    <a:pt x="27932" y="36076"/>
                  </a:lnTo>
                  <a:lnTo>
                    <a:pt x="27956" y="36064"/>
                  </a:lnTo>
                  <a:cubicBezTo>
                    <a:pt x="27968" y="36053"/>
                    <a:pt x="27968" y="36041"/>
                    <a:pt x="27980" y="36041"/>
                  </a:cubicBezTo>
                  <a:cubicBezTo>
                    <a:pt x="27992" y="36017"/>
                    <a:pt x="27992" y="36005"/>
                    <a:pt x="28016" y="36005"/>
                  </a:cubicBezTo>
                  <a:cubicBezTo>
                    <a:pt x="28028" y="35993"/>
                    <a:pt x="28028" y="35981"/>
                    <a:pt x="28039" y="35957"/>
                  </a:cubicBezTo>
                  <a:cubicBezTo>
                    <a:pt x="28039" y="35945"/>
                    <a:pt x="28051" y="35933"/>
                    <a:pt x="28051" y="35933"/>
                  </a:cubicBezTo>
                  <a:cubicBezTo>
                    <a:pt x="28075" y="35922"/>
                    <a:pt x="28075" y="35898"/>
                    <a:pt x="28087" y="35886"/>
                  </a:cubicBezTo>
                  <a:cubicBezTo>
                    <a:pt x="28087" y="35874"/>
                    <a:pt x="28099" y="35874"/>
                    <a:pt x="28099" y="35862"/>
                  </a:cubicBezTo>
                  <a:lnTo>
                    <a:pt x="28099" y="35838"/>
                  </a:lnTo>
                  <a:cubicBezTo>
                    <a:pt x="28099" y="35826"/>
                    <a:pt x="28111" y="35814"/>
                    <a:pt x="28111" y="35802"/>
                  </a:cubicBezTo>
                  <a:cubicBezTo>
                    <a:pt x="28111" y="35779"/>
                    <a:pt x="28135" y="35767"/>
                    <a:pt x="28135" y="35755"/>
                  </a:cubicBezTo>
                  <a:cubicBezTo>
                    <a:pt x="28135" y="35743"/>
                    <a:pt x="28147" y="35719"/>
                    <a:pt x="28147" y="35707"/>
                  </a:cubicBezTo>
                  <a:cubicBezTo>
                    <a:pt x="28147" y="35695"/>
                    <a:pt x="28159" y="35683"/>
                    <a:pt x="28159" y="35660"/>
                  </a:cubicBezTo>
                  <a:cubicBezTo>
                    <a:pt x="28159" y="35648"/>
                    <a:pt x="28170" y="35636"/>
                    <a:pt x="28170" y="35600"/>
                  </a:cubicBezTo>
                  <a:lnTo>
                    <a:pt x="28170" y="35588"/>
                  </a:lnTo>
                  <a:cubicBezTo>
                    <a:pt x="28170" y="35576"/>
                    <a:pt x="28170" y="35576"/>
                    <a:pt x="28182" y="35564"/>
                  </a:cubicBezTo>
                  <a:cubicBezTo>
                    <a:pt x="28182" y="35541"/>
                    <a:pt x="28206" y="35517"/>
                    <a:pt x="28206" y="35505"/>
                  </a:cubicBezTo>
                  <a:lnTo>
                    <a:pt x="28206" y="35481"/>
                  </a:lnTo>
                  <a:lnTo>
                    <a:pt x="28206" y="35457"/>
                  </a:lnTo>
                  <a:cubicBezTo>
                    <a:pt x="28206" y="35445"/>
                    <a:pt x="28206" y="35410"/>
                    <a:pt x="28218" y="35398"/>
                  </a:cubicBezTo>
                  <a:lnTo>
                    <a:pt x="28218" y="35362"/>
                  </a:lnTo>
                  <a:lnTo>
                    <a:pt x="28218" y="35338"/>
                  </a:lnTo>
                  <a:cubicBezTo>
                    <a:pt x="28218" y="35326"/>
                    <a:pt x="28218" y="35291"/>
                    <a:pt x="28230" y="35267"/>
                  </a:cubicBezTo>
                  <a:lnTo>
                    <a:pt x="28230" y="35243"/>
                  </a:lnTo>
                  <a:lnTo>
                    <a:pt x="28230" y="35219"/>
                  </a:lnTo>
                  <a:lnTo>
                    <a:pt x="28230" y="35148"/>
                  </a:lnTo>
                  <a:lnTo>
                    <a:pt x="28230" y="35124"/>
                  </a:lnTo>
                  <a:lnTo>
                    <a:pt x="28230" y="35100"/>
                  </a:lnTo>
                  <a:lnTo>
                    <a:pt x="28230" y="34981"/>
                  </a:lnTo>
                  <a:lnTo>
                    <a:pt x="28278" y="17788"/>
                  </a:lnTo>
                  <a:cubicBezTo>
                    <a:pt x="28278" y="17717"/>
                    <a:pt x="28278" y="17622"/>
                    <a:pt x="28266" y="17550"/>
                  </a:cubicBezTo>
                  <a:lnTo>
                    <a:pt x="28266" y="17538"/>
                  </a:lnTo>
                  <a:cubicBezTo>
                    <a:pt x="28266" y="17467"/>
                    <a:pt x="28242" y="17372"/>
                    <a:pt x="28230" y="17288"/>
                  </a:cubicBezTo>
                  <a:cubicBezTo>
                    <a:pt x="28218" y="17193"/>
                    <a:pt x="28206" y="17122"/>
                    <a:pt x="28182" y="17026"/>
                  </a:cubicBezTo>
                  <a:lnTo>
                    <a:pt x="28182" y="17003"/>
                  </a:lnTo>
                  <a:cubicBezTo>
                    <a:pt x="28170" y="16931"/>
                    <a:pt x="28147" y="16836"/>
                    <a:pt x="28123" y="16764"/>
                  </a:cubicBezTo>
                  <a:lnTo>
                    <a:pt x="28123" y="16753"/>
                  </a:lnTo>
                  <a:cubicBezTo>
                    <a:pt x="28099" y="16657"/>
                    <a:pt x="28063" y="16586"/>
                    <a:pt x="28039" y="16491"/>
                  </a:cubicBezTo>
                  <a:lnTo>
                    <a:pt x="28039" y="16479"/>
                  </a:lnTo>
                  <a:cubicBezTo>
                    <a:pt x="28004" y="16407"/>
                    <a:pt x="27980" y="16312"/>
                    <a:pt x="27932" y="16241"/>
                  </a:cubicBezTo>
                  <a:lnTo>
                    <a:pt x="27932" y="16229"/>
                  </a:lnTo>
                  <a:cubicBezTo>
                    <a:pt x="27908" y="16157"/>
                    <a:pt x="27861" y="16062"/>
                    <a:pt x="27813" y="15991"/>
                  </a:cubicBezTo>
                  <a:cubicBezTo>
                    <a:pt x="27813" y="15991"/>
                    <a:pt x="27813" y="15979"/>
                    <a:pt x="27801" y="15979"/>
                  </a:cubicBezTo>
                  <a:cubicBezTo>
                    <a:pt x="27766" y="15919"/>
                    <a:pt x="27730" y="15836"/>
                    <a:pt x="27694" y="15776"/>
                  </a:cubicBezTo>
                  <a:cubicBezTo>
                    <a:pt x="27682" y="15764"/>
                    <a:pt x="27682" y="15752"/>
                    <a:pt x="27670" y="15717"/>
                  </a:cubicBezTo>
                  <a:cubicBezTo>
                    <a:pt x="27635" y="15681"/>
                    <a:pt x="27623" y="15645"/>
                    <a:pt x="27587" y="15598"/>
                  </a:cubicBezTo>
                  <a:lnTo>
                    <a:pt x="27504" y="15467"/>
                  </a:lnTo>
                  <a:cubicBezTo>
                    <a:pt x="27456" y="15395"/>
                    <a:pt x="27408" y="15324"/>
                    <a:pt x="27349" y="15264"/>
                  </a:cubicBezTo>
                  <a:lnTo>
                    <a:pt x="27170" y="15038"/>
                  </a:lnTo>
                  <a:cubicBezTo>
                    <a:pt x="27111" y="14967"/>
                    <a:pt x="27051" y="14907"/>
                    <a:pt x="26992" y="14824"/>
                  </a:cubicBezTo>
                  <a:lnTo>
                    <a:pt x="26980" y="14812"/>
                  </a:lnTo>
                  <a:lnTo>
                    <a:pt x="26801" y="14633"/>
                  </a:lnTo>
                  <a:lnTo>
                    <a:pt x="26789" y="14621"/>
                  </a:lnTo>
                  <a:cubicBezTo>
                    <a:pt x="26730" y="14562"/>
                    <a:pt x="26670" y="14514"/>
                    <a:pt x="26611" y="14467"/>
                  </a:cubicBezTo>
                  <a:lnTo>
                    <a:pt x="26599" y="14455"/>
                  </a:lnTo>
                  <a:cubicBezTo>
                    <a:pt x="26539" y="14407"/>
                    <a:pt x="26480" y="14347"/>
                    <a:pt x="26396" y="14312"/>
                  </a:cubicBezTo>
                  <a:cubicBezTo>
                    <a:pt x="26396" y="14312"/>
                    <a:pt x="26384" y="14312"/>
                    <a:pt x="26384" y="14288"/>
                  </a:cubicBezTo>
                  <a:cubicBezTo>
                    <a:pt x="26313" y="14252"/>
                    <a:pt x="26254" y="14205"/>
                    <a:pt x="26182" y="14157"/>
                  </a:cubicBezTo>
                  <a:lnTo>
                    <a:pt x="2131" y="274"/>
                  </a:lnTo>
                  <a:lnTo>
                    <a:pt x="2036" y="227"/>
                  </a:lnTo>
                  <a:cubicBezTo>
                    <a:pt x="2036" y="227"/>
                    <a:pt x="2024" y="227"/>
                    <a:pt x="2024" y="215"/>
                  </a:cubicBezTo>
                  <a:cubicBezTo>
                    <a:pt x="2012" y="215"/>
                    <a:pt x="1989" y="203"/>
                    <a:pt x="1989" y="203"/>
                  </a:cubicBezTo>
                  <a:cubicBezTo>
                    <a:pt x="1977" y="179"/>
                    <a:pt x="1965" y="179"/>
                    <a:pt x="1953" y="167"/>
                  </a:cubicBezTo>
                  <a:cubicBezTo>
                    <a:pt x="1953" y="167"/>
                    <a:pt x="1929" y="167"/>
                    <a:pt x="1929" y="155"/>
                  </a:cubicBezTo>
                  <a:cubicBezTo>
                    <a:pt x="1917" y="155"/>
                    <a:pt x="1905" y="143"/>
                    <a:pt x="1893" y="143"/>
                  </a:cubicBezTo>
                  <a:cubicBezTo>
                    <a:pt x="1870" y="120"/>
                    <a:pt x="1846" y="120"/>
                    <a:pt x="1834" y="108"/>
                  </a:cubicBezTo>
                  <a:cubicBezTo>
                    <a:pt x="1810" y="108"/>
                    <a:pt x="1798" y="96"/>
                    <a:pt x="1786" y="96"/>
                  </a:cubicBezTo>
                  <a:cubicBezTo>
                    <a:pt x="1774" y="96"/>
                    <a:pt x="1750" y="84"/>
                    <a:pt x="1739" y="84"/>
                  </a:cubicBezTo>
                  <a:cubicBezTo>
                    <a:pt x="1727" y="84"/>
                    <a:pt x="1715" y="60"/>
                    <a:pt x="1691" y="60"/>
                  </a:cubicBezTo>
                  <a:cubicBezTo>
                    <a:pt x="1679" y="60"/>
                    <a:pt x="1667" y="48"/>
                    <a:pt x="1655" y="48"/>
                  </a:cubicBezTo>
                  <a:lnTo>
                    <a:pt x="1631" y="48"/>
                  </a:lnTo>
                  <a:cubicBezTo>
                    <a:pt x="1619" y="48"/>
                    <a:pt x="1608" y="36"/>
                    <a:pt x="1596" y="36"/>
                  </a:cubicBezTo>
                  <a:cubicBezTo>
                    <a:pt x="1572" y="36"/>
                    <a:pt x="1560" y="36"/>
                    <a:pt x="1560" y="24"/>
                  </a:cubicBezTo>
                  <a:lnTo>
                    <a:pt x="1548" y="24"/>
                  </a:lnTo>
                  <a:cubicBezTo>
                    <a:pt x="1536" y="24"/>
                    <a:pt x="1512" y="24"/>
                    <a:pt x="15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42">
              <a:extLst>
                <a:ext uri="{FF2B5EF4-FFF2-40B4-BE49-F238E27FC236}">
                  <a16:creationId xmlns:a16="http://schemas.microsoft.com/office/drawing/2014/main" id="{A0D02C97-0D2D-9334-221D-21FF6FEE50F9}"/>
                </a:ext>
              </a:extLst>
            </p:cNvPr>
            <p:cNvSpPr/>
            <p:nvPr/>
          </p:nvSpPr>
          <p:spPr>
            <a:xfrm>
              <a:off x="4913988" y="1750573"/>
              <a:ext cx="834979" cy="1085992"/>
            </a:xfrm>
            <a:custGeom>
              <a:avLst/>
              <a:gdLst/>
              <a:ahLst/>
              <a:cxnLst/>
              <a:rect l="l" t="t" r="r" b="b"/>
              <a:pathLst>
                <a:path w="28278" h="36779" extrusionOk="0">
                  <a:moveTo>
                    <a:pt x="1132" y="1"/>
                  </a:moveTo>
                  <a:cubicBezTo>
                    <a:pt x="1108" y="1"/>
                    <a:pt x="1072" y="13"/>
                    <a:pt x="1025" y="13"/>
                  </a:cubicBezTo>
                  <a:lnTo>
                    <a:pt x="1013" y="13"/>
                  </a:lnTo>
                  <a:cubicBezTo>
                    <a:pt x="965" y="24"/>
                    <a:pt x="929" y="24"/>
                    <a:pt x="882" y="36"/>
                  </a:cubicBezTo>
                  <a:lnTo>
                    <a:pt x="870" y="36"/>
                  </a:lnTo>
                  <a:cubicBezTo>
                    <a:pt x="846" y="36"/>
                    <a:pt x="822" y="60"/>
                    <a:pt x="810" y="72"/>
                  </a:cubicBezTo>
                  <a:cubicBezTo>
                    <a:pt x="786" y="72"/>
                    <a:pt x="786" y="72"/>
                    <a:pt x="775" y="84"/>
                  </a:cubicBezTo>
                  <a:cubicBezTo>
                    <a:pt x="751" y="96"/>
                    <a:pt x="715" y="120"/>
                    <a:pt x="703" y="132"/>
                  </a:cubicBezTo>
                  <a:lnTo>
                    <a:pt x="1" y="536"/>
                  </a:lnTo>
                  <a:cubicBezTo>
                    <a:pt x="13" y="536"/>
                    <a:pt x="36" y="513"/>
                    <a:pt x="48" y="513"/>
                  </a:cubicBezTo>
                  <a:cubicBezTo>
                    <a:pt x="60" y="513"/>
                    <a:pt x="72" y="501"/>
                    <a:pt x="72" y="501"/>
                  </a:cubicBezTo>
                  <a:cubicBezTo>
                    <a:pt x="96" y="501"/>
                    <a:pt x="96" y="489"/>
                    <a:pt x="108" y="489"/>
                  </a:cubicBezTo>
                  <a:lnTo>
                    <a:pt x="120" y="489"/>
                  </a:lnTo>
                  <a:cubicBezTo>
                    <a:pt x="132" y="489"/>
                    <a:pt x="155" y="477"/>
                    <a:pt x="167" y="477"/>
                  </a:cubicBezTo>
                  <a:lnTo>
                    <a:pt x="215" y="477"/>
                  </a:lnTo>
                  <a:cubicBezTo>
                    <a:pt x="227" y="477"/>
                    <a:pt x="239" y="453"/>
                    <a:pt x="251" y="453"/>
                  </a:cubicBezTo>
                  <a:cubicBezTo>
                    <a:pt x="274" y="453"/>
                    <a:pt x="286" y="453"/>
                    <a:pt x="298" y="441"/>
                  </a:cubicBezTo>
                  <a:cubicBezTo>
                    <a:pt x="310" y="441"/>
                    <a:pt x="334" y="441"/>
                    <a:pt x="346" y="429"/>
                  </a:cubicBezTo>
                  <a:lnTo>
                    <a:pt x="846" y="429"/>
                  </a:lnTo>
                  <a:cubicBezTo>
                    <a:pt x="870" y="429"/>
                    <a:pt x="882" y="429"/>
                    <a:pt x="894" y="441"/>
                  </a:cubicBezTo>
                  <a:lnTo>
                    <a:pt x="905" y="441"/>
                  </a:lnTo>
                  <a:cubicBezTo>
                    <a:pt x="929" y="441"/>
                    <a:pt x="941" y="441"/>
                    <a:pt x="941" y="453"/>
                  </a:cubicBezTo>
                  <a:cubicBezTo>
                    <a:pt x="953" y="453"/>
                    <a:pt x="965" y="453"/>
                    <a:pt x="989" y="477"/>
                  </a:cubicBezTo>
                  <a:lnTo>
                    <a:pt x="1001" y="477"/>
                  </a:lnTo>
                  <a:cubicBezTo>
                    <a:pt x="1013" y="477"/>
                    <a:pt x="1025" y="489"/>
                    <a:pt x="1048" y="489"/>
                  </a:cubicBezTo>
                  <a:cubicBezTo>
                    <a:pt x="1060" y="489"/>
                    <a:pt x="1072" y="501"/>
                    <a:pt x="1084" y="501"/>
                  </a:cubicBezTo>
                  <a:cubicBezTo>
                    <a:pt x="1108" y="501"/>
                    <a:pt x="1120" y="513"/>
                    <a:pt x="1132" y="513"/>
                  </a:cubicBezTo>
                  <a:cubicBezTo>
                    <a:pt x="1144" y="513"/>
                    <a:pt x="1167" y="536"/>
                    <a:pt x="1179" y="536"/>
                  </a:cubicBezTo>
                  <a:cubicBezTo>
                    <a:pt x="1191" y="548"/>
                    <a:pt x="1227" y="548"/>
                    <a:pt x="1239" y="560"/>
                  </a:cubicBezTo>
                  <a:cubicBezTo>
                    <a:pt x="1251" y="560"/>
                    <a:pt x="1263" y="572"/>
                    <a:pt x="1286" y="572"/>
                  </a:cubicBezTo>
                  <a:cubicBezTo>
                    <a:pt x="1286" y="572"/>
                    <a:pt x="1298" y="572"/>
                    <a:pt x="1298" y="596"/>
                  </a:cubicBezTo>
                  <a:cubicBezTo>
                    <a:pt x="1310" y="608"/>
                    <a:pt x="1322" y="608"/>
                    <a:pt x="1346" y="620"/>
                  </a:cubicBezTo>
                  <a:cubicBezTo>
                    <a:pt x="1358" y="620"/>
                    <a:pt x="1370" y="632"/>
                    <a:pt x="1370" y="632"/>
                  </a:cubicBezTo>
                  <a:cubicBezTo>
                    <a:pt x="1370" y="632"/>
                    <a:pt x="1382" y="632"/>
                    <a:pt x="1382" y="655"/>
                  </a:cubicBezTo>
                  <a:lnTo>
                    <a:pt x="1477" y="691"/>
                  </a:lnTo>
                  <a:lnTo>
                    <a:pt x="25528" y="14586"/>
                  </a:lnTo>
                  <a:cubicBezTo>
                    <a:pt x="25599" y="14621"/>
                    <a:pt x="25659" y="14669"/>
                    <a:pt x="25730" y="14717"/>
                  </a:cubicBezTo>
                  <a:cubicBezTo>
                    <a:pt x="25730" y="14717"/>
                    <a:pt x="25754" y="14717"/>
                    <a:pt x="25754" y="14729"/>
                  </a:cubicBezTo>
                  <a:cubicBezTo>
                    <a:pt x="25813" y="14776"/>
                    <a:pt x="25885" y="14824"/>
                    <a:pt x="25944" y="14883"/>
                  </a:cubicBezTo>
                  <a:lnTo>
                    <a:pt x="25956" y="14895"/>
                  </a:lnTo>
                  <a:cubicBezTo>
                    <a:pt x="26016" y="14943"/>
                    <a:pt x="26075" y="15002"/>
                    <a:pt x="26135" y="15038"/>
                  </a:cubicBezTo>
                  <a:lnTo>
                    <a:pt x="26147" y="15062"/>
                  </a:lnTo>
                  <a:lnTo>
                    <a:pt x="26325" y="15241"/>
                  </a:lnTo>
                  <a:lnTo>
                    <a:pt x="26349" y="15253"/>
                  </a:lnTo>
                  <a:cubicBezTo>
                    <a:pt x="26409" y="15312"/>
                    <a:pt x="26468" y="15383"/>
                    <a:pt x="26528" y="15455"/>
                  </a:cubicBezTo>
                  <a:lnTo>
                    <a:pt x="26706" y="15681"/>
                  </a:lnTo>
                  <a:cubicBezTo>
                    <a:pt x="26742" y="15753"/>
                    <a:pt x="26802" y="15812"/>
                    <a:pt x="26849" y="15895"/>
                  </a:cubicBezTo>
                  <a:lnTo>
                    <a:pt x="26944" y="16026"/>
                  </a:lnTo>
                  <a:cubicBezTo>
                    <a:pt x="26968" y="16074"/>
                    <a:pt x="26980" y="16098"/>
                    <a:pt x="27016" y="16145"/>
                  </a:cubicBezTo>
                  <a:cubicBezTo>
                    <a:pt x="27028" y="16157"/>
                    <a:pt x="27028" y="16169"/>
                    <a:pt x="27040" y="16205"/>
                  </a:cubicBezTo>
                  <a:cubicBezTo>
                    <a:pt x="27075" y="16265"/>
                    <a:pt x="27123" y="16336"/>
                    <a:pt x="27147" y="16395"/>
                  </a:cubicBezTo>
                  <a:cubicBezTo>
                    <a:pt x="27147" y="16395"/>
                    <a:pt x="27147" y="16407"/>
                    <a:pt x="27159" y="16407"/>
                  </a:cubicBezTo>
                  <a:cubicBezTo>
                    <a:pt x="27206" y="16491"/>
                    <a:pt x="27242" y="16574"/>
                    <a:pt x="27278" y="16646"/>
                  </a:cubicBezTo>
                  <a:lnTo>
                    <a:pt x="27278" y="16669"/>
                  </a:lnTo>
                  <a:cubicBezTo>
                    <a:pt x="27314" y="16741"/>
                    <a:pt x="27361" y="16824"/>
                    <a:pt x="27385" y="16907"/>
                  </a:cubicBezTo>
                  <a:lnTo>
                    <a:pt x="27385" y="16919"/>
                  </a:lnTo>
                  <a:cubicBezTo>
                    <a:pt x="27421" y="17003"/>
                    <a:pt x="27445" y="17086"/>
                    <a:pt x="27480" y="17169"/>
                  </a:cubicBezTo>
                  <a:lnTo>
                    <a:pt x="27480" y="17181"/>
                  </a:lnTo>
                  <a:cubicBezTo>
                    <a:pt x="27504" y="17265"/>
                    <a:pt x="27516" y="17348"/>
                    <a:pt x="27540" y="17419"/>
                  </a:cubicBezTo>
                  <a:lnTo>
                    <a:pt x="27540" y="17455"/>
                  </a:lnTo>
                  <a:cubicBezTo>
                    <a:pt x="27552" y="17538"/>
                    <a:pt x="27564" y="17622"/>
                    <a:pt x="27575" y="17705"/>
                  </a:cubicBezTo>
                  <a:cubicBezTo>
                    <a:pt x="27599" y="17800"/>
                    <a:pt x="27611" y="17872"/>
                    <a:pt x="27611" y="17955"/>
                  </a:cubicBezTo>
                  <a:lnTo>
                    <a:pt x="27611" y="17979"/>
                  </a:lnTo>
                  <a:lnTo>
                    <a:pt x="27611" y="18098"/>
                  </a:lnTo>
                  <a:lnTo>
                    <a:pt x="27611" y="18110"/>
                  </a:lnTo>
                  <a:lnTo>
                    <a:pt x="27611" y="18229"/>
                  </a:lnTo>
                  <a:lnTo>
                    <a:pt x="27564" y="35422"/>
                  </a:lnTo>
                  <a:lnTo>
                    <a:pt x="27564" y="35541"/>
                  </a:lnTo>
                  <a:lnTo>
                    <a:pt x="27564" y="35565"/>
                  </a:lnTo>
                  <a:lnTo>
                    <a:pt x="27564" y="35576"/>
                  </a:lnTo>
                  <a:lnTo>
                    <a:pt x="27564" y="35660"/>
                  </a:lnTo>
                  <a:lnTo>
                    <a:pt x="27564" y="35684"/>
                  </a:lnTo>
                  <a:lnTo>
                    <a:pt x="27564" y="35695"/>
                  </a:lnTo>
                  <a:cubicBezTo>
                    <a:pt x="27564" y="35731"/>
                    <a:pt x="27564" y="35743"/>
                    <a:pt x="27552" y="35779"/>
                  </a:cubicBezTo>
                  <a:lnTo>
                    <a:pt x="27552" y="35803"/>
                  </a:lnTo>
                  <a:lnTo>
                    <a:pt x="27552" y="35838"/>
                  </a:lnTo>
                  <a:cubicBezTo>
                    <a:pt x="27552" y="35850"/>
                    <a:pt x="27552" y="35874"/>
                    <a:pt x="27540" y="35898"/>
                  </a:cubicBezTo>
                  <a:lnTo>
                    <a:pt x="27540" y="35922"/>
                  </a:lnTo>
                  <a:lnTo>
                    <a:pt x="27540" y="35934"/>
                  </a:lnTo>
                  <a:cubicBezTo>
                    <a:pt x="27540" y="35957"/>
                    <a:pt x="27516" y="35981"/>
                    <a:pt x="27516" y="35993"/>
                  </a:cubicBezTo>
                  <a:cubicBezTo>
                    <a:pt x="27516" y="36017"/>
                    <a:pt x="27516" y="36017"/>
                    <a:pt x="27504" y="36029"/>
                  </a:cubicBezTo>
                  <a:lnTo>
                    <a:pt x="27504" y="36041"/>
                  </a:lnTo>
                  <a:cubicBezTo>
                    <a:pt x="27504" y="36053"/>
                    <a:pt x="27492" y="36076"/>
                    <a:pt x="27492" y="36100"/>
                  </a:cubicBezTo>
                  <a:cubicBezTo>
                    <a:pt x="27492" y="36112"/>
                    <a:pt x="27480" y="36136"/>
                    <a:pt x="27480" y="36148"/>
                  </a:cubicBezTo>
                  <a:cubicBezTo>
                    <a:pt x="27480" y="36160"/>
                    <a:pt x="27456" y="36172"/>
                    <a:pt x="27456" y="36196"/>
                  </a:cubicBezTo>
                  <a:cubicBezTo>
                    <a:pt x="27456" y="36207"/>
                    <a:pt x="27445" y="36219"/>
                    <a:pt x="27445" y="36231"/>
                  </a:cubicBezTo>
                  <a:cubicBezTo>
                    <a:pt x="27445" y="36255"/>
                    <a:pt x="27433" y="36267"/>
                    <a:pt x="27433" y="36279"/>
                  </a:cubicBezTo>
                  <a:lnTo>
                    <a:pt x="27433" y="36291"/>
                  </a:lnTo>
                  <a:cubicBezTo>
                    <a:pt x="27433" y="36315"/>
                    <a:pt x="27421" y="36315"/>
                    <a:pt x="27421" y="36327"/>
                  </a:cubicBezTo>
                  <a:cubicBezTo>
                    <a:pt x="27421" y="36338"/>
                    <a:pt x="27397" y="36350"/>
                    <a:pt x="27385" y="36374"/>
                  </a:cubicBezTo>
                  <a:cubicBezTo>
                    <a:pt x="27385" y="36386"/>
                    <a:pt x="27373" y="36398"/>
                    <a:pt x="27373" y="36398"/>
                  </a:cubicBezTo>
                  <a:cubicBezTo>
                    <a:pt x="27361" y="36410"/>
                    <a:pt x="27361" y="36434"/>
                    <a:pt x="27337" y="36446"/>
                  </a:cubicBezTo>
                  <a:cubicBezTo>
                    <a:pt x="27325" y="36457"/>
                    <a:pt x="27325" y="36469"/>
                    <a:pt x="27314" y="36469"/>
                  </a:cubicBezTo>
                  <a:cubicBezTo>
                    <a:pt x="27302" y="36493"/>
                    <a:pt x="27302" y="36505"/>
                    <a:pt x="27278" y="36505"/>
                  </a:cubicBezTo>
                  <a:lnTo>
                    <a:pt x="27266" y="36517"/>
                  </a:lnTo>
                  <a:lnTo>
                    <a:pt x="27254" y="36529"/>
                  </a:lnTo>
                  <a:cubicBezTo>
                    <a:pt x="27242" y="36553"/>
                    <a:pt x="27242" y="36565"/>
                    <a:pt x="27218" y="36565"/>
                  </a:cubicBezTo>
                  <a:lnTo>
                    <a:pt x="27194" y="36588"/>
                  </a:lnTo>
                  <a:lnTo>
                    <a:pt x="27159" y="36624"/>
                  </a:lnTo>
                  <a:lnTo>
                    <a:pt x="27135" y="36660"/>
                  </a:lnTo>
                  <a:lnTo>
                    <a:pt x="27099" y="36684"/>
                  </a:lnTo>
                  <a:lnTo>
                    <a:pt x="27087" y="36696"/>
                  </a:lnTo>
                  <a:cubicBezTo>
                    <a:pt x="27087" y="36696"/>
                    <a:pt x="27075" y="36696"/>
                    <a:pt x="27075" y="36719"/>
                  </a:cubicBezTo>
                  <a:cubicBezTo>
                    <a:pt x="27064" y="36731"/>
                    <a:pt x="27040" y="36731"/>
                    <a:pt x="27040" y="36743"/>
                  </a:cubicBezTo>
                  <a:cubicBezTo>
                    <a:pt x="27038" y="36744"/>
                    <a:pt x="27037" y="36746"/>
                    <a:pt x="27036" y="36747"/>
                  </a:cubicBezTo>
                  <a:lnTo>
                    <a:pt x="27036" y="36747"/>
                  </a:lnTo>
                  <a:lnTo>
                    <a:pt x="27683" y="36374"/>
                  </a:lnTo>
                  <a:cubicBezTo>
                    <a:pt x="27718" y="36362"/>
                    <a:pt x="27742" y="36327"/>
                    <a:pt x="27778" y="36315"/>
                  </a:cubicBezTo>
                  <a:lnTo>
                    <a:pt x="27790" y="36303"/>
                  </a:lnTo>
                  <a:cubicBezTo>
                    <a:pt x="27814" y="36267"/>
                    <a:pt x="27849" y="36255"/>
                    <a:pt x="27873" y="36219"/>
                  </a:cubicBezTo>
                  <a:lnTo>
                    <a:pt x="27956" y="36148"/>
                  </a:lnTo>
                  <a:lnTo>
                    <a:pt x="27968" y="36136"/>
                  </a:lnTo>
                  <a:cubicBezTo>
                    <a:pt x="27992" y="36100"/>
                    <a:pt x="28016" y="36076"/>
                    <a:pt x="28040" y="36041"/>
                  </a:cubicBezTo>
                  <a:cubicBezTo>
                    <a:pt x="28076" y="36005"/>
                    <a:pt x="28087" y="35957"/>
                    <a:pt x="28111" y="35910"/>
                  </a:cubicBezTo>
                  <a:cubicBezTo>
                    <a:pt x="28135" y="35886"/>
                    <a:pt x="28147" y="35838"/>
                    <a:pt x="28159" y="35803"/>
                  </a:cubicBezTo>
                  <a:lnTo>
                    <a:pt x="28159" y="35791"/>
                  </a:lnTo>
                  <a:cubicBezTo>
                    <a:pt x="28159" y="35779"/>
                    <a:pt x="28159" y="35779"/>
                    <a:pt x="28171" y="35767"/>
                  </a:cubicBezTo>
                  <a:cubicBezTo>
                    <a:pt x="28195" y="35743"/>
                    <a:pt x="28195" y="35719"/>
                    <a:pt x="28195" y="35707"/>
                  </a:cubicBezTo>
                  <a:lnTo>
                    <a:pt x="28195" y="35684"/>
                  </a:lnTo>
                  <a:cubicBezTo>
                    <a:pt x="28195" y="35672"/>
                    <a:pt x="28195" y="35672"/>
                    <a:pt x="28207" y="35660"/>
                  </a:cubicBezTo>
                  <a:cubicBezTo>
                    <a:pt x="28207" y="35636"/>
                    <a:pt x="28218" y="35612"/>
                    <a:pt x="28218" y="35600"/>
                  </a:cubicBezTo>
                  <a:lnTo>
                    <a:pt x="28218" y="35565"/>
                  </a:lnTo>
                  <a:lnTo>
                    <a:pt x="28218" y="35541"/>
                  </a:lnTo>
                  <a:cubicBezTo>
                    <a:pt x="28218" y="35517"/>
                    <a:pt x="28218" y="35505"/>
                    <a:pt x="28230" y="35493"/>
                  </a:cubicBezTo>
                  <a:lnTo>
                    <a:pt x="28230" y="35457"/>
                  </a:lnTo>
                  <a:lnTo>
                    <a:pt x="28230" y="35434"/>
                  </a:lnTo>
                  <a:lnTo>
                    <a:pt x="28230" y="35386"/>
                  </a:lnTo>
                  <a:lnTo>
                    <a:pt x="28230" y="35362"/>
                  </a:lnTo>
                  <a:lnTo>
                    <a:pt x="28230" y="35314"/>
                  </a:lnTo>
                  <a:lnTo>
                    <a:pt x="28230" y="35267"/>
                  </a:lnTo>
                  <a:lnTo>
                    <a:pt x="28230" y="35255"/>
                  </a:lnTo>
                  <a:lnTo>
                    <a:pt x="28230" y="35195"/>
                  </a:lnTo>
                  <a:lnTo>
                    <a:pt x="28230" y="35160"/>
                  </a:lnTo>
                  <a:lnTo>
                    <a:pt x="28230" y="35148"/>
                  </a:lnTo>
                  <a:lnTo>
                    <a:pt x="28230" y="35041"/>
                  </a:lnTo>
                  <a:lnTo>
                    <a:pt x="28278" y="17860"/>
                  </a:lnTo>
                  <a:cubicBezTo>
                    <a:pt x="28278" y="17646"/>
                    <a:pt x="28266" y="17622"/>
                    <a:pt x="28266" y="17586"/>
                  </a:cubicBezTo>
                  <a:lnTo>
                    <a:pt x="28266" y="17479"/>
                  </a:lnTo>
                  <a:lnTo>
                    <a:pt x="28266" y="17443"/>
                  </a:lnTo>
                  <a:lnTo>
                    <a:pt x="28266" y="17419"/>
                  </a:lnTo>
                  <a:lnTo>
                    <a:pt x="28266" y="17396"/>
                  </a:lnTo>
                  <a:cubicBezTo>
                    <a:pt x="28266" y="17360"/>
                    <a:pt x="28254" y="17324"/>
                    <a:pt x="28254" y="17288"/>
                  </a:cubicBezTo>
                  <a:cubicBezTo>
                    <a:pt x="28254" y="17265"/>
                    <a:pt x="28254" y="17217"/>
                    <a:pt x="28230" y="17181"/>
                  </a:cubicBezTo>
                  <a:cubicBezTo>
                    <a:pt x="28230" y="17157"/>
                    <a:pt x="28218" y="17122"/>
                    <a:pt x="28218" y="17086"/>
                  </a:cubicBezTo>
                  <a:cubicBezTo>
                    <a:pt x="28218" y="17050"/>
                    <a:pt x="28207" y="17003"/>
                    <a:pt x="28207" y="16979"/>
                  </a:cubicBezTo>
                  <a:cubicBezTo>
                    <a:pt x="28207" y="16967"/>
                    <a:pt x="28207" y="16943"/>
                    <a:pt x="28195" y="16931"/>
                  </a:cubicBezTo>
                  <a:lnTo>
                    <a:pt x="28195" y="16907"/>
                  </a:lnTo>
                  <a:cubicBezTo>
                    <a:pt x="28195" y="16884"/>
                    <a:pt x="28171" y="16872"/>
                    <a:pt x="28171" y="16860"/>
                  </a:cubicBezTo>
                  <a:cubicBezTo>
                    <a:pt x="28159" y="16824"/>
                    <a:pt x="28159" y="16788"/>
                    <a:pt x="28147" y="16753"/>
                  </a:cubicBezTo>
                  <a:cubicBezTo>
                    <a:pt x="28135" y="16729"/>
                    <a:pt x="28135" y="16693"/>
                    <a:pt x="28135" y="16681"/>
                  </a:cubicBezTo>
                  <a:lnTo>
                    <a:pt x="28135" y="16669"/>
                  </a:lnTo>
                  <a:lnTo>
                    <a:pt x="28135" y="16646"/>
                  </a:lnTo>
                  <a:cubicBezTo>
                    <a:pt x="28111" y="16622"/>
                    <a:pt x="28099" y="16574"/>
                    <a:pt x="28099" y="16550"/>
                  </a:cubicBezTo>
                  <a:cubicBezTo>
                    <a:pt x="28087" y="16515"/>
                    <a:pt x="28076" y="16467"/>
                    <a:pt x="28076" y="16443"/>
                  </a:cubicBezTo>
                  <a:lnTo>
                    <a:pt x="28076" y="16431"/>
                  </a:lnTo>
                  <a:lnTo>
                    <a:pt x="28076" y="16407"/>
                  </a:lnTo>
                  <a:cubicBezTo>
                    <a:pt x="28052" y="16384"/>
                    <a:pt x="28052" y="16372"/>
                    <a:pt x="28040" y="16348"/>
                  </a:cubicBezTo>
                  <a:cubicBezTo>
                    <a:pt x="28028" y="16324"/>
                    <a:pt x="28016" y="16276"/>
                    <a:pt x="27992" y="16253"/>
                  </a:cubicBezTo>
                  <a:cubicBezTo>
                    <a:pt x="27980" y="16217"/>
                    <a:pt x="27980" y="16205"/>
                    <a:pt x="27968" y="16169"/>
                  </a:cubicBezTo>
                  <a:lnTo>
                    <a:pt x="27968" y="16157"/>
                  </a:lnTo>
                  <a:lnTo>
                    <a:pt x="27968" y="16145"/>
                  </a:lnTo>
                  <a:cubicBezTo>
                    <a:pt x="27956" y="16110"/>
                    <a:pt x="27933" y="16074"/>
                    <a:pt x="27921" y="16038"/>
                  </a:cubicBezTo>
                  <a:cubicBezTo>
                    <a:pt x="27909" y="16014"/>
                    <a:pt x="27897" y="15967"/>
                    <a:pt x="27861" y="15931"/>
                  </a:cubicBezTo>
                  <a:cubicBezTo>
                    <a:pt x="27861" y="15931"/>
                    <a:pt x="27861" y="15919"/>
                    <a:pt x="27849" y="15919"/>
                  </a:cubicBezTo>
                  <a:cubicBezTo>
                    <a:pt x="27849" y="15919"/>
                    <a:pt x="27849" y="15907"/>
                    <a:pt x="27837" y="15907"/>
                  </a:cubicBezTo>
                  <a:lnTo>
                    <a:pt x="27790" y="15812"/>
                  </a:lnTo>
                  <a:cubicBezTo>
                    <a:pt x="27778" y="15788"/>
                    <a:pt x="27742" y="15741"/>
                    <a:pt x="27730" y="15717"/>
                  </a:cubicBezTo>
                  <a:cubicBezTo>
                    <a:pt x="27718" y="15693"/>
                    <a:pt x="27718" y="15669"/>
                    <a:pt x="27695" y="15657"/>
                  </a:cubicBezTo>
                  <a:lnTo>
                    <a:pt x="27683" y="15633"/>
                  </a:lnTo>
                  <a:cubicBezTo>
                    <a:pt x="27671" y="15610"/>
                    <a:pt x="27635" y="15574"/>
                    <a:pt x="27623" y="15550"/>
                  </a:cubicBezTo>
                  <a:lnTo>
                    <a:pt x="27540" y="15419"/>
                  </a:lnTo>
                  <a:lnTo>
                    <a:pt x="27516" y="15395"/>
                  </a:lnTo>
                  <a:cubicBezTo>
                    <a:pt x="27480" y="15336"/>
                    <a:pt x="27433" y="15264"/>
                    <a:pt x="27385" y="15205"/>
                  </a:cubicBezTo>
                  <a:cubicBezTo>
                    <a:pt x="27361" y="15157"/>
                    <a:pt x="27325" y="15133"/>
                    <a:pt x="27302" y="15086"/>
                  </a:cubicBezTo>
                  <a:cubicBezTo>
                    <a:pt x="27266" y="15062"/>
                    <a:pt x="27254" y="15026"/>
                    <a:pt x="27218" y="14979"/>
                  </a:cubicBezTo>
                  <a:lnTo>
                    <a:pt x="27135" y="14895"/>
                  </a:lnTo>
                  <a:cubicBezTo>
                    <a:pt x="27099" y="14860"/>
                    <a:pt x="27075" y="14836"/>
                    <a:pt x="27064" y="14800"/>
                  </a:cubicBezTo>
                  <a:lnTo>
                    <a:pt x="27040" y="14788"/>
                  </a:lnTo>
                  <a:lnTo>
                    <a:pt x="27028" y="14776"/>
                  </a:lnTo>
                  <a:lnTo>
                    <a:pt x="26968" y="14717"/>
                  </a:lnTo>
                  <a:lnTo>
                    <a:pt x="26885" y="14621"/>
                  </a:lnTo>
                  <a:lnTo>
                    <a:pt x="26849" y="14598"/>
                  </a:lnTo>
                  <a:lnTo>
                    <a:pt x="26837" y="14586"/>
                  </a:lnTo>
                  <a:lnTo>
                    <a:pt x="26790" y="14538"/>
                  </a:lnTo>
                  <a:cubicBezTo>
                    <a:pt x="26766" y="14502"/>
                    <a:pt x="26730" y="14479"/>
                    <a:pt x="26706" y="14467"/>
                  </a:cubicBezTo>
                  <a:cubicBezTo>
                    <a:pt x="26683" y="14443"/>
                    <a:pt x="26671" y="14431"/>
                    <a:pt x="26659" y="14431"/>
                  </a:cubicBezTo>
                  <a:lnTo>
                    <a:pt x="26647" y="14419"/>
                  </a:lnTo>
                  <a:lnTo>
                    <a:pt x="26611" y="14383"/>
                  </a:lnTo>
                  <a:cubicBezTo>
                    <a:pt x="26587" y="14360"/>
                    <a:pt x="26552" y="14348"/>
                    <a:pt x="26528" y="14312"/>
                  </a:cubicBezTo>
                  <a:cubicBezTo>
                    <a:pt x="26504" y="14300"/>
                    <a:pt x="26480" y="14288"/>
                    <a:pt x="26468" y="14264"/>
                  </a:cubicBezTo>
                  <a:cubicBezTo>
                    <a:pt x="26468" y="14264"/>
                    <a:pt x="26444" y="14264"/>
                    <a:pt x="26444" y="14252"/>
                  </a:cubicBezTo>
                  <a:cubicBezTo>
                    <a:pt x="26444" y="14252"/>
                    <a:pt x="26432" y="14252"/>
                    <a:pt x="26432" y="14240"/>
                  </a:cubicBezTo>
                  <a:cubicBezTo>
                    <a:pt x="26409" y="14229"/>
                    <a:pt x="26373" y="14193"/>
                    <a:pt x="26349" y="14181"/>
                  </a:cubicBezTo>
                  <a:cubicBezTo>
                    <a:pt x="26313" y="14169"/>
                    <a:pt x="26290" y="14133"/>
                    <a:pt x="26254" y="14121"/>
                  </a:cubicBezTo>
                  <a:lnTo>
                    <a:pt x="26242" y="14110"/>
                  </a:lnTo>
                  <a:lnTo>
                    <a:pt x="2191" y="215"/>
                  </a:lnTo>
                  <a:cubicBezTo>
                    <a:pt x="2156" y="203"/>
                    <a:pt x="2144" y="191"/>
                    <a:pt x="2120" y="191"/>
                  </a:cubicBezTo>
                  <a:cubicBezTo>
                    <a:pt x="2096" y="191"/>
                    <a:pt x="2096" y="179"/>
                    <a:pt x="2084" y="179"/>
                  </a:cubicBezTo>
                  <a:cubicBezTo>
                    <a:pt x="2072" y="179"/>
                    <a:pt x="2060" y="155"/>
                    <a:pt x="2060" y="155"/>
                  </a:cubicBezTo>
                  <a:cubicBezTo>
                    <a:pt x="2037" y="155"/>
                    <a:pt x="2037" y="144"/>
                    <a:pt x="2025" y="144"/>
                  </a:cubicBezTo>
                  <a:cubicBezTo>
                    <a:pt x="2013" y="144"/>
                    <a:pt x="2001" y="132"/>
                    <a:pt x="1977" y="132"/>
                  </a:cubicBezTo>
                  <a:cubicBezTo>
                    <a:pt x="1965" y="132"/>
                    <a:pt x="1965" y="120"/>
                    <a:pt x="1953" y="120"/>
                  </a:cubicBezTo>
                  <a:lnTo>
                    <a:pt x="1941" y="120"/>
                  </a:lnTo>
                  <a:cubicBezTo>
                    <a:pt x="1906" y="96"/>
                    <a:pt x="1882" y="84"/>
                    <a:pt x="1846" y="84"/>
                  </a:cubicBezTo>
                  <a:cubicBezTo>
                    <a:pt x="1822" y="72"/>
                    <a:pt x="1787" y="72"/>
                    <a:pt x="1763" y="60"/>
                  </a:cubicBezTo>
                  <a:lnTo>
                    <a:pt x="1739" y="60"/>
                  </a:lnTo>
                  <a:cubicBezTo>
                    <a:pt x="1727" y="60"/>
                    <a:pt x="1727" y="60"/>
                    <a:pt x="1715" y="36"/>
                  </a:cubicBezTo>
                  <a:cubicBezTo>
                    <a:pt x="1703" y="36"/>
                    <a:pt x="1679" y="24"/>
                    <a:pt x="1667" y="24"/>
                  </a:cubicBezTo>
                  <a:lnTo>
                    <a:pt x="1656" y="24"/>
                  </a:lnTo>
                  <a:cubicBezTo>
                    <a:pt x="1644" y="24"/>
                    <a:pt x="1620" y="24"/>
                    <a:pt x="1620" y="13"/>
                  </a:cubicBezTo>
                  <a:lnTo>
                    <a:pt x="1560" y="13"/>
                  </a:lnTo>
                  <a:cubicBezTo>
                    <a:pt x="1548" y="13"/>
                    <a:pt x="1537" y="13"/>
                    <a:pt x="1537" y="1"/>
                  </a:cubicBezTo>
                  <a:close/>
                  <a:moveTo>
                    <a:pt x="27036" y="36747"/>
                  </a:moveTo>
                  <a:lnTo>
                    <a:pt x="27022" y="36755"/>
                  </a:lnTo>
                  <a:lnTo>
                    <a:pt x="27022" y="36755"/>
                  </a:lnTo>
                  <a:cubicBezTo>
                    <a:pt x="27027" y="36755"/>
                    <a:pt x="27030" y="36753"/>
                    <a:pt x="27036" y="36747"/>
                  </a:cubicBezTo>
                  <a:close/>
                  <a:moveTo>
                    <a:pt x="27022" y="36755"/>
                  </a:moveTo>
                  <a:cubicBezTo>
                    <a:pt x="27020" y="36755"/>
                    <a:pt x="27018" y="36755"/>
                    <a:pt x="27016" y="36755"/>
                  </a:cubicBezTo>
                  <a:cubicBezTo>
                    <a:pt x="27010" y="36755"/>
                    <a:pt x="27008" y="36760"/>
                    <a:pt x="27004" y="36765"/>
                  </a:cubicBezTo>
                  <a:lnTo>
                    <a:pt x="27004" y="36765"/>
                  </a:lnTo>
                  <a:lnTo>
                    <a:pt x="27022" y="36755"/>
                  </a:lnTo>
                  <a:close/>
                  <a:moveTo>
                    <a:pt x="27004" y="36765"/>
                  </a:moveTo>
                  <a:lnTo>
                    <a:pt x="26980" y="36779"/>
                  </a:lnTo>
                  <a:cubicBezTo>
                    <a:pt x="26993" y="36779"/>
                    <a:pt x="26999" y="36772"/>
                    <a:pt x="27004" y="367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42">
              <a:extLst>
                <a:ext uri="{FF2B5EF4-FFF2-40B4-BE49-F238E27FC236}">
                  <a16:creationId xmlns:a16="http://schemas.microsoft.com/office/drawing/2014/main" id="{CD5B687F-2786-4D25-3D26-5B3539911D39}"/>
                </a:ext>
              </a:extLst>
            </p:cNvPr>
            <p:cNvSpPr/>
            <p:nvPr/>
          </p:nvSpPr>
          <p:spPr>
            <a:xfrm>
              <a:off x="4928043" y="1805405"/>
              <a:ext cx="765028" cy="923945"/>
            </a:xfrm>
            <a:custGeom>
              <a:avLst/>
              <a:gdLst/>
              <a:ahLst/>
              <a:cxnLst/>
              <a:rect l="l" t="t" r="r" b="b"/>
              <a:pathLst>
                <a:path w="25909" h="31291" extrusionOk="0">
                  <a:moveTo>
                    <a:pt x="37" y="1"/>
                  </a:moveTo>
                  <a:lnTo>
                    <a:pt x="1" y="16253"/>
                  </a:lnTo>
                  <a:lnTo>
                    <a:pt x="25861" y="31291"/>
                  </a:lnTo>
                  <a:lnTo>
                    <a:pt x="25909" y="15015"/>
                  </a:lnTo>
                  <a:lnTo>
                    <a:pt x="3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42">
              <a:extLst>
                <a:ext uri="{FF2B5EF4-FFF2-40B4-BE49-F238E27FC236}">
                  <a16:creationId xmlns:a16="http://schemas.microsoft.com/office/drawing/2014/main" id="{8064BDFC-3D84-CF35-8039-429534FEED69}"/>
                </a:ext>
              </a:extLst>
            </p:cNvPr>
            <p:cNvSpPr/>
            <p:nvPr/>
          </p:nvSpPr>
          <p:spPr>
            <a:xfrm>
              <a:off x="4986065" y="1310849"/>
              <a:ext cx="305698" cy="474891"/>
            </a:xfrm>
            <a:custGeom>
              <a:avLst/>
              <a:gdLst/>
              <a:ahLst/>
              <a:cxnLst/>
              <a:rect l="l" t="t" r="r" b="b"/>
              <a:pathLst>
                <a:path w="10353" h="16083" extrusionOk="0">
                  <a:moveTo>
                    <a:pt x="1774" y="5784"/>
                  </a:moveTo>
                  <a:cubicBezTo>
                    <a:pt x="2013" y="5880"/>
                    <a:pt x="2274" y="5987"/>
                    <a:pt x="2584" y="6094"/>
                  </a:cubicBezTo>
                  <a:lnTo>
                    <a:pt x="2608" y="6094"/>
                  </a:lnTo>
                  <a:cubicBezTo>
                    <a:pt x="3192" y="6281"/>
                    <a:pt x="3709" y="6348"/>
                    <a:pt x="4148" y="6348"/>
                  </a:cubicBezTo>
                  <a:cubicBezTo>
                    <a:pt x="4577" y="6348"/>
                    <a:pt x="4933" y="6283"/>
                    <a:pt x="5203" y="6201"/>
                  </a:cubicBezTo>
                  <a:cubicBezTo>
                    <a:pt x="5608" y="6082"/>
                    <a:pt x="5834" y="5927"/>
                    <a:pt x="5834" y="5927"/>
                  </a:cubicBezTo>
                  <a:cubicBezTo>
                    <a:pt x="5834" y="5927"/>
                    <a:pt x="6204" y="7535"/>
                    <a:pt x="7811" y="9118"/>
                  </a:cubicBezTo>
                  <a:cubicBezTo>
                    <a:pt x="8109" y="9368"/>
                    <a:pt x="8382" y="9571"/>
                    <a:pt x="8632" y="9737"/>
                  </a:cubicBezTo>
                  <a:lnTo>
                    <a:pt x="8632" y="9963"/>
                  </a:lnTo>
                  <a:lnTo>
                    <a:pt x="8835" y="10083"/>
                  </a:lnTo>
                  <a:lnTo>
                    <a:pt x="8823" y="10975"/>
                  </a:lnTo>
                  <a:cubicBezTo>
                    <a:pt x="8823" y="11285"/>
                    <a:pt x="8692" y="11499"/>
                    <a:pt x="8490" y="11559"/>
                  </a:cubicBezTo>
                  <a:cubicBezTo>
                    <a:pt x="8406" y="11976"/>
                    <a:pt x="8311" y="12404"/>
                    <a:pt x="8144" y="12797"/>
                  </a:cubicBezTo>
                  <a:cubicBezTo>
                    <a:pt x="7821" y="13529"/>
                    <a:pt x="7302" y="14116"/>
                    <a:pt x="6441" y="14116"/>
                  </a:cubicBezTo>
                  <a:cubicBezTo>
                    <a:pt x="6098" y="14116"/>
                    <a:pt x="5700" y="14023"/>
                    <a:pt x="5239" y="13809"/>
                  </a:cubicBezTo>
                  <a:cubicBezTo>
                    <a:pt x="5227" y="13785"/>
                    <a:pt x="5192" y="13785"/>
                    <a:pt x="5180" y="13773"/>
                  </a:cubicBezTo>
                  <a:cubicBezTo>
                    <a:pt x="5168" y="13773"/>
                    <a:pt x="5168" y="13762"/>
                    <a:pt x="5156" y="13762"/>
                  </a:cubicBezTo>
                  <a:lnTo>
                    <a:pt x="5120" y="13762"/>
                  </a:lnTo>
                  <a:cubicBezTo>
                    <a:pt x="3513" y="12642"/>
                    <a:pt x="2667" y="10928"/>
                    <a:pt x="2239" y="9392"/>
                  </a:cubicBezTo>
                  <a:cubicBezTo>
                    <a:pt x="2215" y="9368"/>
                    <a:pt x="2215" y="9321"/>
                    <a:pt x="2203" y="9273"/>
                  </a:cubicBezTo>
                  <a:cubicBezTo>
                    <a:pt x="2060" y="8737"/>
                    <a:pt x="1965" y="8225"/>
                    <a:pt x="1893" y="7761"/>
                  </a:cubicBezTo>
                  <a:cubicBezTo>
                    <a:pt x="1679" y="7463"/>
                    <a:pt x="1560" y="7118"/>
                    <a:pt x="1560" y="6796"/>
                  </a:cubicBezTo>
                  <a:lnTo>
                    <a:pt x="1560" y="5880"/>
                  </a:lnTo>
                  <a:lnTo>
                    <a:pt x="1774" y="5999"/>
                  </a:lnTo>
                  <a:lnTo>
                    <a:pt x="1774" y="5784"/>
                  </a:lnTo>
                  <a:close/>
                  <a:moveTo>
                    <a:pt x="3369" y="1"/>
                  </a:moveTo>
                  <a:cubicBezTo>
                    <a:pt x="2884" y="1"/>
                    <a:pt x="2439" y="144"/>
                    <a:pt x="2072" y="450"/>
                  </a:cubicBezTo>
                  <a:cubicBezTo>
                    <a:pt x="965" y="1343"/>
                    <a:pt x="0" y="4153"/>
                    <a:pt x="0" y="6022"/>
                  </a:cubicBezTo>
                  <a:lnTo>
                    <a:pt x="0" y="6046"/>
                  </a:lnTo>
                  <a:cubicBezTo>
                    <a:pt x="0" y="6582"/>
                    <a:pt x="36" y="7106"/>
                    <a:pt x="108" y="7606"/>
                  </a:cubicBezTo>
                  <a:cubicBezTo>
                    <a:pt x="119" y="7749"/>
                    <a:pt x="131" y="7868"/>
                    <a:pt x="167" y="7987"/>
                  </a:cubicBezTo>
                  <a:cubicBezTo>
                    <a:pt x="179" y="8106"/>
                    <a:pt x="215" y="8237"/>
                    <a:pt x="239" y="8356"/>
                  </a:cubicBezTo>
                  <a:cubicBezTo>
                    <a:pt x="274" y="8475"/>
                    <a:pt x="286" y="8594"/>
                    <a:pt x="310" y="8713"/>
                  </a:cubicBezTo>
                  <a:cubicBezTo>
                    <a:pt x="334" y="8785"/>
                    <a:pt x="346" y="8856"/>
                    <a:pt x="369" y="8940"/>
                  </a:cubicBezTo>
                  <a:lnTo>
                    <a:pt x="369" y="8951"/>
                  </a:lnTo>
                  <a:cubicBezTo>
                    <a:pt x="369" y="8975"/>
                    <a:pt x="393" y="8999"/>
                    <a:pt x="393" y="9023"/>
                  </a:cubicBezTo>
                  <a:cubicBezTo>
                    <a:pt x="393" y="9035"/>
                    <a:pt x="405" y="9070"/>
                    <a:pt x="405" y="9082"/>
                  </a:cubicBezTo>
                  <a:lnTo>
                    <a:pt x="453" y="9261"/>
                  </a:lnTo>
                  <a:cubicBezTo>
                    <a:pt x="477" y="9356"/>
                    <a:pt x="489" y="9428"/>
                    <a:pt x="524" y="9511"/>
                  </a:cubicBezTo>
                  <a:cubicBezTo>
                    <a:pt x="524" y="9535"/>
                    <a:pt x="524" y="9535"/>
                    <a:pt x="536" y="9547"/>
                  </a:cubicBezTo>
                  <a:cubicBezTo>
                    <a:pt x="572" y="9630"/>
                    <a:pt x="596" y="9713"/>
                    <a:pt x="608" y="9785"/>
                  </a:cubicBezTo>
                  <a:cubicBezTo>
                    <a:pt x="643" y="9868"/>
                    <a:pt x="667" y="9952"/>
                    <a:pt x="703" y="10035"/>
                  </a:cubicBezTo>
                  <a:cubicBezTo>
                    <a:pt x="715" y="10071"/>
                    <a:pt x="715" y="10094"/>
                    <a:pt x="727" y="10130"/>
                  </a:cubicBezTo>
                  <a:cubicBezTo>
                    <a:pt x="750" y="10190"/>
                    <a:pt x="774" y="10225"/>
                    <a:pt x="786" y="10285"/>
                  </a:cubicBezTo>
                  <a:cubicBezTo>
                    <a:pt x="822" y="10380"/>
                    <a:pt x="870" y="10464"/>
                    <a:pt x="893" y="10547"/>
                  </a:cubicBezTo>
                  <a:cubicBezTo>
                    <a:pt x="929" y="10618"/>
                    <a:pt x="953" y="10690"/>
                    <a:pt x="1001" y="10761"/>
                  </a:cubicBezTo>
                  <a:cubicBezTo>
                    <a:pt x="1048" y="10868"/>
                    <a:pt x="1108" y="10975"/>
                    <a:pt x="1143" y="11083"/>
                  </a:cubicBezTo>
                  <a:cubicBezTo>
                    <a:pt x="1191" y="11154"/>
                    <a:pt x="1227" y="11226"/>
                    <a:pt x="1262" y="11297"/>
                  </a:cubicBezTo>
                  <a:cubicBezTo>
                    <a:pt x="1286" y="11333"/>
                    <a:pt x="1298" y="11356"/>
                    <a:pt x="1310" y="11380"/>
                  </a:cubicBezTo>
                  <a:cubicBezTo>
                    <a:pt x="1358" y="11452"/>
                    <a:pt x="1382" y="11511"/>
                    <a:pt x="1429" y="11583"/>
                  </a:cubicBezTo>
                  <a:cubicBezTo>
                    <a:pt x="1429" y="11595"/>
                    <a:pt x="1441" y="11595"/>
                    <a:pt x="1441" y="11618"/>
                  </a:cubicBezTo>
                  <a:cubicBezTo>
                    <a:pt x="1465" y="11630"/>
                    <a:pt x="1477" y="11654"/>
                    <a:pt x="1477" y="11678"/>
                  </a:cubicBezTo>
                  <a:cubicBezTo>
                    <a:pt x="1489" y="11702"/>
                    <a:pt x="1524" y="11737"/>
                    <a:pt x="1536" y="11773"/>
                  </a:cubicBezTo>
                  <a:cubicBezTo>
                    <a:pt x="1548" y="11809"/>
                    <a:pt x="1560" y="11833"/>
                    <a:pt x="1584" y="11857"/>
                  </a:cubicBezTo>
                  <a:cubicBezTo>
                    <a:pt x="1608" y="11892"/>
                    <a:pt x="1643" y="11940"/>
                    <a:pt x="1655" y="11976"/>
                  </a:cubicBezTo>
                  <a:cubicBezTo>
                    <a:pt x="1679" y="12011"/>
                    <a:pt x="1715" y="12059"/>
                    <a:pt x="1727" y="12095"/>
                  </a:cubicBezTo>
                  <a:cubicBezTo>
                    <a:pt x="1739" y="12118"/>
                    <a:pt x="1774" y="12154"/>
                    <a:pt x="1798" y="12190"/>
                  </a:cubicBezTo>
                  <a:cubicBezTo>
                    <a:pt x="1822" y="12226"/>
                    <a:pt x="1846" y="12249"/>
                    <a:pt x="1882" y="12297"/>
                  </a:cubicBezTo>
                  <a:cubicBezTo>
                    <a:pt x="1917" y="12357"/>
                    <a:pt x="1965" y="12428"/>
                    <a:pt x="2013" y="12488"/>
                  </a:cubicBezTo>
                  <a:cubicBezTo>
                    <a:pt x="2013" y="12511"/>
                    <a:pt x="2024" y="12511"/>
                    <a:pt x="2024" y="12523"/>
                  </a:cubicBezTo>
                  <a:cubicBezTo>
                    <a:pt x="2060" y="12571"/>
                    <a:pt x="2084" y="12607"/>
                    <a:pt x="2120" y="12642"/>
                  </a:cubicBezTo>
                  <a:cubicBezTo>
                    <a:pt x="2144" y="12690"/>
                    <a:pt x="2191" y="12726"/>
                    <a:pt x="2215" y="12773"/>
                  </a:cubicBezTo>
                  <a:cubicBezTo>
                    <a:pt x="2251" y="12809"/>
                    <a:pt x="2274" y="12845"/>
                    <a:pt x="2310" y="12880"/>
                  </a:cubicBezTo>
                  <a:cubicBezTo>
                    <a:pt x="2358" y="12928"/>
                    <a:pt x="2382" y="12988"/>
                    <a:pt x="2429" y="13023"/>
                  </a:cubicBezTo>
                  <a:cubicBezTo>
                    <a:pt x="2501" y="13119"/>
                    <a:pt x="2572" y="13190"/>
                    <a:pt x="2632" y="13285"/>
                  </a:cubicBezTo>
                  <a:cubicBezTo>
                    <a:pt x="2691" y="13357"/>
                    <a:pt x="2775" y="13428"/>
                    <a:pt x="2834" y="13488"/>
                  </a:cubicBezTo>
                  <a:lnTo>
                    <a:pt x="3013" y="13666"/>
                  </a:lnTo>
                  <a:lnTo>
                    <a:pt x="3036" y="13702"/>
                  </a:lnTo>
                  <a:cubicBezTo>
                    <a:pt x="3084" y="13762"/>
                    <a:pt x="3144" y="13797"/>
                    <a:pt x="3203" y="13845"/>
                  </a:cubicBezTo>
                  <a:lnTo>
                    <a:pt x="3263" y="13904"/>
                  </a:lnTo>
                  <a:cubicBezTo>
                    <a:pt x="3322" y="13964"/>
                    <a:pt x="3382" y="14012"/>
                    <a:pt x="3441" y="14071"/>
                  </a:cubicBezTo>
                  <a:cubicBezTo>
                    <a:pt x="3513" y="14143"/>
                    <a:pt x="3608" y="14214"/>
                    <a:pt x="3679" y="14274"/>
                  </a:cubicBezTo>
                  <a:cubicBezTo>
                    <a:pt x="3739" y="14321"/>
                    <a:pt x="3798" y="14369"/>
                    <a:pt x="3846" y="14416"/>
                  </a:cubicBezTo>
                  <a:cubicBezTo>
                    <a:pt x="3906" y="14452"/>
                    <a:pt x="3941" y="14500"/>
                    <a:pt x="4001" y="14535"/>
                  </a:cubicBezTo>
                  <a:cubicBezTo>
                    <a:pt x="4025" y="14547"/>
                    <a:pt x="4037" y="14559"/>
                    <a:pt x="4049" y="14559"/>
                  </a:cubicBezTo>
                  <a:cubicBezTo>
                    <a:pt x="4096" y="14595"/>
                    <a:pt x="4120" y="14619"/>
                    <a:pt x="4168" y="14655"/>
                  </a:cubicBezTo>
                  <a:lnTo>
                    <a:pt x="4179" y="14666"/>
                  </a:lnTo>
                  <a:cubicBezTo>
                    <a:pt x="4227" y="14714"/>
                    <a:pt x="4287" y="14738"/>
                    <a:pt x="4334" y="14785"/>
                  </a:cubicBezTo>
                  <a:cubicBezTo>
                    <a:pt x="4572" y="14964"/>
                    <a:pt x="4822" y="15107"/>
                    <a:pt x="5072" y="15262"/>
                  </a:cubicBezTo>
                  <a:cubicBezTo>
                    <a:pt x="5992" y="15794"/>
                    <a:pt x="6863" y="16082"/>
                    <a:pt x="7612" y="16082"/>
                  </a:cubicBezTo>
                  <a:cubicBezTo>
                    <a:pt x="7784" y="16082"/>
                    <a:pt x="7950" y="16067"/>
                    <a:pt x="8109" y="16036"/>
                  </a:cubicBezTo>
                  <a:cubicBezTo>
                    <a:pt x="8144" y="16036"/>
                    <a:pt x="8168" y="16024"/>
                    <a:pt x="8216" y="16024"/>
                  </a:cubicBezTo>
                  <a:cubicBezTo>
                    <a:pt x="8228" y="16024"/>
                    <a:pt x="8251" y="16024"/>
                    <a:pt x="8251" y="16000"/>
                  </a:cubicBezTo>
                  <a:cubicBezTo>
                    <a:pt x="8263" y="16000"/>
                    <a:pt x="8275" y="15988"/>
                    <a:pt x="8311" y="15988"/>
                  </a:cubicBezTo>
                  <a:cubicBezTo>
                    <a:pt x="8323" y="15988"/>
                    <a:pt x="8347" y="15976"/>
                    <a:pt x="8370" y="15976"/>
                  </a:cubicBezTo>
                  <a:lnTo>
                    <a:pt x="8501" y="15928"/>
                  </a:lnTo>
                  <a:cubicBezTo>
                    <a:pt x="8549" y="15917"/>
                    <a:pt x="8585" y="15905"/>
                    <a:pt x="8621" y="15869"/>
                  </a:cubicBezTo>
                  <a:cubicBezTo>
                    <a:pt x="8632" y="15857"/>
                    <a:pt x="8668" y="15857"/>
                    <a:pt x="8680" y="15845"/>
                  </a:cubicBezTo>
                  <a:cubicBezTo>
                    <a:pt x="8692" y="15821"/>
                    <a:pt x="8728" y="15821"/>
                    <a:pt x="8740" y="15809"/>
                  </a:cubicBezTo>
                  <a:cubicBezTo>
                    <a:pt x="8847" y="15750"/>
                    <a:pt x="8930" y="15690"/>
                    <a:pt x="9025" y="15619"/>
                  </a:cubicBezTo>
                  <a:lnTo>
                    <a:pt x="9061" y="15571"/>
                  </a:lnTo>
                  <a:cubicBezTo>
                    <a:pt x="9121" y="15524"/>
                    <a:pt x="9168" y="15488"/>
                    <a:pt x="9216" y="15428"/>
                  </a:cubicBezTo>
                  <a:lnTo>
                    <a:pt x="9263" y="15381"/>
                  </a:lnTo>
                  <a:cubicBezTo>
                    <a:pt x="9275" y="15369"/>
                    <a:pt x="9287" y="15333"/>
                    <a:pt x="9299" y="15321"/>
                  </a:cubicBezTo>
                  <a:cubicBezTo>
                    <a:pt x="9335" y="15286"/>
                    <a:pt x="9347" y="15262"/>
                    <a:pt x="9383" y="15226"/>
                  </a:cubicBezTo>
                  <a:cubicBezTo>
                    <a:pt x="9525" y="15047"/>
                    <a:pt x="9644" y="14833"/>
                    <a:pt x="9764" y="14571"/>
                  </a:cubicBezTo>
                  <a:cubicBezTo>
                    <a:pt x="9775" y="14547"/>
                    <a:pt x="9799" y="14512"/>
                    <a:pt x="9799" y="14500"/>
                  </a:cubicBezTo>
                  <a:cubicBezTo>
                    <a:pt x="9799" y="14488"/>
                    <a:pt x="9811" y="14440"/>
                    <a:pt x="9823" y="14416"/>
                  </a:cubicBezTo>
                  <a:cubicBezTo>
                    <a:pt x="9835" y="14381"/>
                    <a:pt x="9835" y="14357"/>
                    <a:pt x="9859" y="14321"/>
                  </a:cubicBezTo>
                  <a:cubicBezTo>
                    <a:pt x="9871" y="14297"/>
                    <a:pt x="9871" y="14262"/>
                    <a:pt x="9883" y="14238"/>
                  </a:cubicBezTo>
                  <a:lnTo>
                    <a:pt x="9978" y="13964"/>
                  </a:lnTo>
                  <a:cubicBezTo>
                    <a:pt x="9990" y="13940"/>
                    <a:pt x="9990" y="13904"/>
                    <a:pt x="10002" y="13881"/>
                  </a:cubicBezTo>
                  <a:cubicBezTo>
                    <a:pt x="10014" y="13821"/>
                    <a:pt x="10037" y="13738"/>
                    <a:pt x="10049" y="13678"/>
                  </a:cubicBezTo>
                  <a:cubicBezTo>
                    <a:pt x="10061" y="13607"/>
                    <a:pt x="10073" y="13547"/>
                    <a:pt x="10097" y="13476"/>
                  </a:cubicBezTo>
                  <a:cubicBezTo>
                    <a:pt x="10097" y="13440"/>
                    <a:pt x="10109" y="13404"/>
                    <a:pt x="10109" y="13369"/>
                  </a:cubicBezTo>
                  <a:cubicBezTo>
                    <a:pt x="10109" y="13345"/>
                    <a:pt x="10121" y="13297"/>
                    <a:pt x="10121" y="13261"/>
                  </a:cubicBezTo>
                  <a:cubicBezTo>
                    <a:pt x="10133" y="13190"/>
                    <a:pt x="10133" y="13119"/>
                    <a:pt x="10156" y="13047"/>
                  </a:cubicBezTo>
                  <a:lnTo>
                    <a:pt x="10156" y="13023"/>
                  </a:lnTo>
                  <a:cubicBezTo>
                    <a:pt x="10168" y="12928"/>
                    <a:pt x="10180" y="12809"/>
                    <a:pt x="10180" y="12690"/>
                  </a:cubicBezTo>
                  <a:cubicBezTo>
                    <a:pt x="10180" y="12642"/>
                    <a:pt x="10180" y="12595"/>
                    <a:pt x="10192" y="12571"/>
                  </a:cubicBezTo>
                  <a:lnTo>
                    <a:pt x="10192" y="12476"/>
                  </a:lnTo>
                  <a:lnTo>
                    <a:pt x="10192" y="12416"/>
                  </a:lnTo>
                  <a:cubicBezTo>
                    <a:pt x="10192" y="12297"/>
                    <a:pt x="10216" y="12178"/>
                    <a:pt x="10216" y="12059"/>
                  </a:cubicBezTo>
                  <a:lnTo>
                    <a:pt x="10216" y="11928"/>
                  </a:lnTo>
                  <a:lnTo>
                    <a:pt x="10216" y="11880"/>
                  </a:lnTo>
                  <a:cubicBezTo>
                    <a:pt x="10257" y="11894"/>
                    <a:pt x="10285" y="11900"/>
                    <a:pt x="10304" y="11900"/>
                  </a:cubicBezTo>
                  <a:cubicBezTo>
                    <a:pt x="10353" y="11900"/>
                    <a:pt x="10347" y="11863"/>
                    <a:pt x="10347" y="11821"/>
                  </a:cubicBezTo>
                  <a:lnTo>
                    <a:pt x="10347" y="11749"/>
                  </a:lnTo>
                  <a:cubicBezTo>
                    <a:pt x="10347" y="11583"/>
                    <a:pt x="10335" y="11404"/>
                    <a:pt x="10299" y="11214"/>
                  </a:cubicBezTo>
                  <a:cubicBezTo>
                    <a:pt x="10299" y="11190"/>
                    <a:pt x="10299" y="11154"/>
                    <a:pt x="10287" y="11130"/>
                  </a:cubicBezTo>
                  <a:cubicBezTo>
                    <a:pt x="10252" y="10904"/>
                    <a:pt x="10228" y="10654"/>
                    <a:pt x="10192" y="10392"/>
                  </a:cubicBezTo>
                  <a:cubicBezTo>
                    <a:pt x="10192" y="10368"/>
                    <a:pt x="10180" y="10333"/>
                    <a:pt x="10180" y="10309"/>
                  </a:cubicBezTo>
                  <a:cubicBezTo>
                    <a:pt x="10168" y="10249"/>
                    <a:pt x="10168" y="10190"/>
                    <a:pt x="10156" y="10118"/>
                  </a:cubicBezTo>
                  <a:lnTo>
                    <a:pt x="10109" y="9892"/>
                  </a:lnTo>
                  <a:cubicBezTo>
                    <a:pt x="10097" y="9832"/>
                    <a:pt x="10097" y="9785"/>
                    <a:pt x="10073" y="9725"/>
                  </a:cubicBezTo>
                  <a:cubicBezTo>
                    <a:pt x="10061" y="9654"/>
                    <a:pt x="10049" y="9559"/>
                    <a:pt x="10037" y="9487"/>
                  </a:cubicBezTo>
                  <a:cubicBezTo>
                    <a:pt x="9883" y="8725"/>
                    <a:pt x="9692" y="7927"/>
                    <a:pt x="9466" y="7154"/>
                  </a:cubicBezTo>
                  <a:cubicBezTo>
                    <a:pt x="9442" y="7070"/>
                    <a:pt x="9418" y="6987"/>
                    <a:pt x="9394" y="6915"/>
                  </a:cubicBezTo>
                  <a:cubicBezTo>
                    <a:pt x="9394" y="6892"/>
                    <a:pt x="9383" y="6868"/>
                    <a:pt x="9383" y="6832"/>
                  </a:cubicBezTo>
                  <a:cubicBezTo>
                    <a:pt x="9347" y="6761"/>
                    <a:pt x="9335" y="6677"/>
                    <a:pt x="9299" y="6594"/>
                  </a:cubicBezTo>
                  <a:cubicBezTo>
                    <a:pt x="9287" y="6558"/>
                    <a:pt x="9275" y="6511"/>
                    <a:pt x="9263" y="6451"/>
                  </a:cubicBezTo>
                  <a:lnTo>
                    <a:pt x="9216" y="6320"/>
                  </a:lnTo>
                  <a:lnTo>
                    <a:pt x="9121" y="6046"/>
                  </a:lnTo>
                  <a:cubicBezTo>
                    <a:pt x="9085" y="5915"/>
                    <a:pt x="9037" y="5796"/>
                    <a:pt x="8990" y="5665"/>
                  </a:cubicBezTo>
                  <a:cubicBezTo>
                    <a:pt x="8978" y="5618"/>
                    <a:pt x="8966" y="5558"/>
                    <a:pt x="8930" y="5511"/>
                  </a:cubicBezTo>
                  <a:cubicBezTo>
                    <a:pt x="8906" y="5451"/>
                    <a:pt x="8882" y="5380"/>
                    <a:pt x="8859" y="5320"/>
                  </a:cubicBezTo>
                  <a:cubicBezTo>
                    <a:pt x="8680" y="4856"/>
                    <a:pt x="8490" y="4415"/>
                    <a:pt x="8287" y="4034"/>
                  </a:cubicBezTo>
                  <a:cubicBezTo>
                    <a:pt x="7489" y="2451"/>
                    <a:pt x="6346" y="1224"/>
                    <a:pt x="5180" y="558"/>
                  </a:cubicBezTo>
                  <a:cubicBezTo>
                    <a:pt x="4562" y="198"/>
                    <a:pt x="3938" y="1"/>
                    <a:pt x="336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42">
              <a:extLst>
                <a:ext uri="{FF2B5EF4-FFF2-40B4-BE49-F238E27FC236}">
                  <a16:creationId xmlns:a16="http://schemas.microsoft.com/office/drawing/2014/main" id="{C62A25C1-63F3-0593-03CC-6A94C5CEDFF7}"/>
                </a:ext>
              </a:extLst>
            </p:cNvPr>
            <p:cNvSpPr/>
            <p:nvPr/>
          </p:nvSpPr>
          <p:spPr>
            <a:xfrm>
              <a:off x="5038447" y="1481636"/>
              <a:ext cx="202175" cy="123071"/>
            </a:xfrm>
            <a:custGeom>
              <a:avLst/>
              <a:gdLst/>
              <a:ahLst/>
              <a:cxnLst/>
              <a:rect l="l" t="t" r="r" b="b"/>
              <a:pathLst>
                <a:path w="6847" h="4168" extrusionOk="0">
                  <a:moveTo>
                    <a:pt x="0" y="0"/>
                  </a:moveTo>
                  <a:lnTo>
                    <a:pt x="0" y="227"/>
                  </a:lnTo>
                  <a:lnTo>
                    <a:pt x="3025" y="1965"/>
                  </a:lnTo>
                  <a:lnTo>
                    <a:pt x="3025" y="2405"/>
                  </a:lnTo>
                  <a:lnTo>
                    <a:pt x="3822" y="2870"/>
                  </a:lnTo>
                  <a:lnTo>
                    <a:pt x="3822" y="2429"/>
                  </a:lnTo>
                  <a:lnTo>
                    <a:pt x="6847" y="4168"/>
                  </a:lnTo>
                  <a:lnTo>
                    <a:pt x="6847" y="3941"/>
                  </a:lnTo>
                  <a:cubicBezTo>
                    <a:pt x="6608" y="3775"/>
                    <a:pt x="6335" y="3572"/>
                    <a:pt x="6037" y="3334"/>
                  </a:cubicBezTo>
                  <a:cubicBezTo>
                    <a:pt x="4430" y="1751"/>
                    <a:pt x="4060" y="143"/>
                    <a:pt x="4060" y="143"/>
                  </a:cubicBezTo>
                  <a:cubicBezTo>
                    <a:pt x="4060" y="143"/>
                    <a:pt x="3834" y="298"/>
                    <a:pt x="3441" y="417"/>
                  </a:cubicBezTo>
                  <a:cubicBezTo>
                    <a:pt x="3165" y="499"/>
                    <a:pt x="2806" y="564"/>
                    <a:pt x="2375" y="564"/>
                  </a:cubicBezTo>
                  <a:cubicBezTo>
                    <a:pt x="1935" y="564"/>
                    <a:pt x="1418" y="497"/>
                    <a:pt x="834" y="310"/>
                  </a:cubicBezTo>
                  <a:lnTo>
                    <a:pt x="822" y="310"/>
                  </a:lnTo>
                  <a:cubicBezTo>
                    <a:pt x="500" y="203"/>
                    <a:pt x="239" y="108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42">
              <a:extLst>
                <a:ext uri="{FF2B5EF4-FFF2-40B4-BE49-F238E27FC236}">
                  <a16:creationId xmlns:a16="http://schemas.microsoft.com/office/drawing/2014/main" id="{3E10A2BC-BC3C-4F18-AF4E-F74D7CAD621C}"/>
                </a:ext>
              </a:extLst>
            </p:cNvPr>
            <p:cNvSpPr/>
            <p:nvPr/>
          </p:nvSpPr>
          <p:spPr>
            <a:xfrm>
              <a:off x="5041960" y="1539274"/>
              <a:ext cx="195147" cy="149468"/>
            </a:xfrm>
            <a:custGeom>
              <a:avLst/>
              <a:gdLst/>
              <a:ahLst/>
              <a:cxnLst/>
              <a:rect l="l" t="t" r="r" b="b"/>
              <a:pathLst>
                <a:path w="6609" h="5062" extrusionOk="0">
                  <a:moveTo>
                    <a:pt x="0" y="1"/>
                  </a:moveTo>
                  <a:cubicBezTo>
                    <a:pt x="72" y="453"/>
                    <a:pt x="167" y="977"/>
                    <a:pt x="310" y="1513"/>
                  </a:cubicBezTo>
                  <a:cubicBezTo>
                    <a:pt x="322" y="1561"/>
                    <a:pt x="322" y="1608"/>
                    <a:pt x="346" y="1632"/>
                  </a:cubicBezTo>
                  <a:cubicBezTo>
                    <a:pt x="441" y="1704"/>
                    <a:pt x="596" y="1799"/>
                    <a:pt x="762" y="1882"/>
                  </a:cubicBezTo>
                  <a:cubicBezTo>
                    <a:pt x="1345" y="2234"/>
                    <a:pt x="2179" y="2635"/>
                    <a:pt x="2813" y="2635"/>
                  </a:cubicBezTo>
                  <a:cubicBezTo>
                    <a:pt x="2995" y="2635"/>
                    <a:pt x="3160" y="2602"/>
                    <a:pt x="3299" y="2525"/>
                  </a:cubicBezTo>
                  <a:cubicBezTo>
                    <a:pt x="3918" y="3585"/>
                    <a:pt x="5073" y="4382"/>
                    <a:pt x="5835" y="4823"/>
                  </a:cubicBezTo>
                  <a:cubicBezTo>
                    <a:pt x="6001" y="4918"/>
                    <a:pt x="6144" y="5002"/>
                    <a:pt x="6263" y="5061"/>
                  </a:cubicBezTo>
                  <a:cubicBezTo>
                    <a:pt x="6430" y="4668"/>
                    <a:pt x="6537" y="4240"/>
                    <a:pt x="6608" y="3823"/>
                  </a:cubicBezTo>
                  <a:lnTo>
                    <a:pt x="6608" y="3823"/>
                  </a:lnTo>
                  <a:cubicBezTo>
                    <a:pt x="6573" y="3828"/>
                    <a:pt x="6537" y="3831"/>
                    <a:pt x="6501" y="3831"/>
                  </a:cubicBezTo>
                  <a:cubicBezTo>
                    <a:pt x="6381" y="3831"/>
                    <a:pt x="6258" y="3798"/>
                    <a:pt x="6120" y="3716"/>
                  </a:cubicBezTo>
                  <a:lnTo>
                    <a:pt x="4537" y="2811"/>
                  </a:lnTo>
                  <a:cubicBezTo>
                    <a:pt x="4072" y="2537"/>
                    <a:pt x="3715" y="1918"/>
                    <a:pt x="3703" y="1394"/>
                  </a:cubicBezTo>
                  <a:lnTo>
                    <a:pt x="2906" y="930"/>
                  </a:lnTo>
                  <a:cubicBezTo>
                    <a:pt x="2889" y="1290"/>
                    <a:pt x="2701" y="1497"/>
                    <a:pt x="2438" y="1497"/>
                  </a:cubicBezTo>
                  <a:cubicBezTo>
                    <a:pt x="2327" y="1497"/>
                    <a:pt x="2203" y="1460"/>
                    <a:pt x="2072" y="1382"/>
                  </a:cubicBezTo>
                  <a:lnTo>
                    <a:pt x="489" y="477"/>
                  </a:lnTo>
                  <a:cubicBezTo>
                    <a:pt x="310" y="370"/>
                    <a:pt x="131" y="19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42">
              <a:extLst>
                <a:ext uri="{FF2B5EF4-FFF2-40B4-BE49-F238E27FC236}">
                  <a16:creationId xmlns:a16="http://schemas.microsoft.com/office/drawing/2014/main" id="{52C69CAA-800A-CE9F-CC5C-F4F3A46A2EE8}"/>
                </a:ext>
              </a:extLst>
            </p:cNvPr>
            <p:cNvSpPr/>
            <p:nvPr/>
          </p:nvSpPr>
          <p:spPr>
            <a:xfrm>
              <a:off x="5031773" y="1484087"/>
              <a:ext cx="95285" cy="99921"/>
            </a:xfrm>
            <a:custGeom>
              <a:avLst/>
              <a:gdLst/>
              <a:ahLst/>
              <a:cxnLst/>
              <a:rect l="l" t="t" r="r" b="b"/>
              <a:pathLst>
                <a:path w="3227" h="3384" extrusionOk="0">
                  <a:moveTo>
                    <a:pt x="0" y="1"/>
                  </a:moveTo>
                  <a:lnTo>
                    <a:pt x="0" y="917"/>
                  </a:lnTo>
                  <a:cubicBezTo>
                    <a:pt x="0" y="1239"/>
                    <a:pt x="119" y="1584"/>
                    <a:pt x="322" y="1882"/>
                  </a:cubicBezTo>
                  <a:cubicBezTo>
                    <a:pt x="465" y="2072"/>
                    <a:pt x="643" y="2251"/>
                    <a:pt x="822" y="2358"/>
                  </a:cubicBezTo>
                  <a:lnTo>
                    <a:pt x="2393" y="3263"/>
                  </a:lnTo>
                  <a:cubicBezTo>
                    <a:pt x="2529" y="3345"/>
                    <a:pt x="2656" y="3383"/>
                    <a:pt x="2770" y="3383"/>
                  </a:cubicBezTo>
                  <a:cubicBezTo>
                    <a:pt x="3035" y="3383"/>
                    <a:pt x="3218" y="3173"/>
                    <a:pt x="3227" y="2822"/>
                  </a:cubicBezTo>
                  <a:lnTo>
                    <a:pt x="2512" y="2406"/>
                  </a:lnTo>
                  <a:lnTo>
                    <a:pt x="2512" y="1906"/>
                  </a:lnTo>
                  <a:lnTo>
                    <a:pt x="3227" y="2311"/>
                  </a:lnTo>
                  <a:lnTo>
                    <a:pt x="3227" y="1870"/>
                  </a:lnTo>
                  <a:lnTo>
                    <a:pt x="203" y="1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42">
              <a:extLst>
                <a:ext uri="{FF2B5EF4-FFF2-40B4-BE49-F238E27FC236}">
                  <a16:creationId xmlns:a16="http://schemas.microsoft.com/office/drawing/2014/main" id="{6FDF5405-9E94-B57E-CD2B-4EA3545A2FCB}"/>
                </a:ext>
              </a:extLst>
            </p:cNvPr>
            <p:cNvSpPr/>
            <p:nvPr/>
          </p:nvSpPr>
          <p:spPr>
            <a:xfrm>
              <a:off x="5151301" y="1552650"/>
              <a:ext cx="95994" cy="100128"/>
            </a:xfrm>
            <a:custGeom>
              <a:avLst/>
              <a:gdLst/>
              <a:ahLst/>
              <a:cxnLst/>
              <a:rect l="l" t="t" r="r" b="b"/>
              <a:pathLst>
                <a:path w="3251" h="3391" extrusionOk="0">
                  <a:moveTo>
                    <a:pt x="0" y="0"/>
                  </a:moveTo>
                  <a:lnTo>
                    <a:pt x="0" y="453"/>
                  </a:lnTo>
                  <a:lnTo>
                    <a:pt x="715" y="870"/>
                  </a:lnTo>
                  <a:lnTo>
                    <a:pt x="715" y="1358"/>
                  </a:lnTo>
                  <a:lnTo>
                    <a:pt x="0" y="941"/>
                  </a:lnTo>
                  <a:lnTo>
                    <a:pt x="0" y="941"/>
                  </a:lnTo>
                  <a:cubicBezTo>
                    <a:pt x="12" y="1465"/>
                    <a:pt x="393" y="2084"/>
                    <a:pt x="834" y="2358"/>
                  </a:cubicBezTo>
                  <a:lnTo>
                    <a:pt x="2417" y="3263"/>
                  </a:lnTo>
                  <a:cubicBezTo>
                    <a:pt x="2545" y="3348"/>
                    <a:pt x="2672" y="3390"/>
                    <a:pt x="2783" y="3390"/>
                  </a:cubicBezTo>
                  <a:cubicBezTo>
                    <a:pt x="2827" y="3390"/>
                    <a:pt x="2868" y="3383"/>
                    <a:pt x="2905" y="3370"/>
                  </a:cubicBezTo>
                  <a:cubicBezTo>
                    <a:pt x="3108" y="3310"/>
                    <a:pt x="3251" y="3096"/>
                    <a:pt x="3251" y="2786"/>
                  </a:cubicBezTo>
                  <a:lnTo>
                    <a:pt x="3251" y="1882"/>
                  </a:lnTo>
                  <a:lnTo>
                    <a:pt x="3025" y="17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42">
              <a:extLst>
                <a:ext uri="{FF2B5EF4-FFF2-40B4-BE49-F238E27FC236}">
                  <a16:creationId xmlns:a16="http://schemas.microsoft.com/office/drawing/2014/main" id="{EEACB11C-0511-E791-1243-CBFAA33F95F6}"/>
                </a:ext>
              </a:extLst>
            </p:cNvPr>
            <p:cNvSpPr/>
            <p:nvPr/>
          </p:nvSpPr>
          <p:spPr>
            <a:xfrm>
              <a:off x="5105947" y="1540337"/>
              <a:ext cx="66466" cy="52411"/>
            </a:xfrm>
            <a:custGeom>
              <a:avLst/>
              <a:gdLst/>
              <a:ahLst/>
              <a:cxnLst/>
              <a:rect l="l" t="t" r="r" b="b"/>
              <a:pathLst>
                <a:path w="2251" h="1775" extrusionOk="0">
                  <a:moveTo>
                    <a:pt x="0" y="1"/>
                  </a:moveTo>
                  <a:lnTo>
                    <a:pt x="0" y="477"/>
                  </a:lnTo>
                  <a:lnTo>
                    <a:pt x="739" y="894"/>
                  </a:lnTo>
                  <a:lnTo>
                    <a:pt x="1536" y="1358"/>
                  </a:lnTo>
                  <a:lnTo>
                    <a:pt x="2251" y="1775"/>
                  </a:lnTo>
                  <a:lnTo>
                    <a:pt x="2251" y="1298"/>
                  </a:lnTo>
                  <a:lnTo>
                    <a:pt x="1536" y="882"/>
                  </a:lnTo>
                  <a:lnTo>
                    <a:pt x="739" y="40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42">
              <a:extLst>
                <a:ext uri="{FF2B5EF4-FFF2-40B4-BE49-F238E27FC236}">
                  <a16:creationId xmlns:a16="http://schemas.microsoft.com/office/drawing/2014/main" id="{6E21D521-18E5-DE90-A8FF-B246E2A989E7}"/>
                </a:ext>
              </a:extLst>
            </p:cNvPr>
            <p:cNvSpPr/>
            <p:nvPr/>
          </p:nvSpPr>
          <p:spPr>
            <a:xfrm>
              <a:off x="5052147" y="1588496"/>
              <a:ext cx="174419" cy="139163"/>
            </a:xfrm>
            <a:custGeom>
              <a:avLst/>
              <a:gdLst/>
              <a:ahLst/>
              <a:cxnLst/>
              <a:rect l="l" t="t" r="r" b="b"/>
              <a:pathLst>
                <a:path w="5907" h="4713" extrusionOk="0">
                  <a:moveTo>
                    <a:pt x="1" y="1"/>
                  </a:moveTo>
                  <a:cubicBezTo>
                    <a:pt x="429" y="1525"/>
                    <a:pt x="1275" y="3239"/>
                    <a:pt x="2882" y="4359"/>
                  </a:cubicBezTo>
                  <a:lnTo>
                    <a:pt x="2918" y="4359"/>
                  </a:lnTo>
                  <a:cubicBezTo>
                    <a:pt x="2930" y="4359"/>
                    <a:pt x="2930" y="4370"/>
                    <a:pt x="2942" y="4370"/>
                  </a:cubicBezTo>
                  <a:cubicBezTo>
                    <a:pt x="2954" y="4382"/>
                    <a:pt x="2989" y="4382"/>
                    <a:pt x="3001" y="4406"/>
                  </a:cubicBezTo>
                  <a:cubicBezTo>
                    <a:pt x="3462" y="4620"/>
                    <a:pt x="3860" y="4713"/>
                    <a:pt x="4203" y="4713"/>
                  </a:cubicBezTo>
                  <a:cubicBezTo>
                    <a:pt x="5064" y="4713"/>
                    <a:pt x="5583" y="4126"/>
                    <a:pt x="5906" y="3394"/>
                  </a:cubicBezTo>
                  <a:cubicBezTo>
                    <a:pt x="5799" y="3335"/>
                    <a:pt x="5656" y="3239"/>
                    <a:pt x="5490" y="3180"/>
                  </a:cubicBezTo>
                  <a:cubicBezTo>
                    <a:pt x="4728" y="2751"/>
                    <a:pt x="3573" y="1942"/>
                    <a:pt x="2954" y="894"/>
                  </a:cubicBezTo>
                  <a:cubicBezTo>
                    <a:pt x="2820" y="966"/>
                    <a:pt x="2661" y="997"/>
                    <a:pt x="2486" y="997"/>
                  </a:cubicBezTo>
                  <a:cubicBezTo>
                    <a:pt x="1851" y="997"/>
                    <a:pt x="1006" y="587"/>
                    <a:pt x="417" y="251"/>
                  </a:cubicBezTo>
                  <a:cubicBezTo>
                    <a:pt x="251" y="156"/>
                    <a:pt x="120" y="72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42">
              <a:extLst>
                <a:ext uri="{FF2B5EF4-FFF2-40B4-BE49-F238E27FC236}">
                  <a16:creationId xmlns:a16="http://schemas.microsoft.com/office/drawing/2014/main" id="{06036216-F53D-91BA-1A0A-6F68B10483D7}"/>
                </a:ext>
              </a:extLst>
            </p:cNvPr>
            <p:cNvSpPr/>
            <p:nvPr/>
          </p:nvSpPr>
          <p:spPr>
            <a:xfrm>
              <a:off x="5138988" y="1613831"/>
              <a:ext cx="384" cy="30"/>
            </a:xfrm>
            <a:custGeom>
              <a:avLst/>
              <a:gdLst/>
              <a:ahLst/>
              <a:cxnLst/>
              <a:rect l="l" t="t" r="r" b="b"/>
              <a:pathLst>
                <a:path w="13" h="1" extrusionOk="0">
                  <a:moveTo>
                    <a:pt x="1" y="0"/>
                  </a:move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42">
              <a:extLst>
                <a:ext uri="{FF2B5EF4-FFF2-40B4-BE49-F238E27FC236}">
                  <a16:creationId xmlns:a16="http://schemas.microsoft.com/office/drawing/2014/main" id="{5F884627-8C70-5C91-AAE3-985AE22BFD06}"/>
                </a:ext>
              </a:extLst>
            </p:cNvPr>
            <p:cNvSpPr/>
            <p:nvPr/>
          </p:nvSpPr>
          <p:spPr>
            <a:xfrm>
              <a:off x="5138988" y="1717531"/>
              <a:ext cx="1801" cy="1093"/>
            </a:xfrm>
            <a:custGeom>
              <a:avLst/>
              <a:gdLst/>
              <a:ahLst/>
              <a:cxnLst/>
              <a:rect l="l" t="t" r="r" b="b"/>
              <a:pathLst>
                <a:path w="61" h="37" extrusionOk="0">
                  <a:moveTo>
                    <a:pt x="60" y="36"/>
                  </a:moveTo>
                  <a:lnTo>
                    <a:pt x="60" y="36"/>
                  </a:lnTo>
                  <a:cubicBezTo>
                    <a:pt x="48" y="12"/>
                    <a:pt x="13" y="12"/>
                    <a:pt x="1" y="0"/>
                  </a:cubicBezTo>
                  <a:cubicBezTo>
                    <a:pt x="13" y="12"/>
                    <a:pt x="48" y="12"/>
                    <a:pt x="60" y="36"/>
                  </a:cubicBez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2">
              <a:extLst>
                <a:ext uri="{FF2B5EF4-FFF2-40B4-BE49-F238E27FC236}">
                  <a16:creationId xmlns:a16="http://schemas.microsoft.com/office/drawing/2014/main" id="{E990C576-D6D9-40BB-827E-12B93E1ED395}"/>
                </a:ext>
              </a:extLst>
            </p:cNvPr>
            <p:cNvSpPr/>
            <p:nvPr/>
          </p:nvSpPr>
          <p:spPr>
            <a:xfrm>
              <a:off x="5138988" y="1613477"/>
              <a:ext cx="30" cy="38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1" y="12"/>
                  </a:moveTo>
                  <a:lnTo>
                    <a:pt x="1" y="1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42">
              <a:extLst>
                <a:ext uri="{FF2B5EF4-FFF2-40B4-BE49-F238E27FC236}">
                  <a16:creationId xmlns:a16="http://schemas.microsoft.com/office/drawing/2014/main" id="{F7462AD6-5609-D946-C062-E94E1A4522D7}"/>
                </a:ext>
              </a:extLst>
            </p:cNvPr>
            <p:cNvSpPr/>
            <p:nvPr/>
          </p:nvSpPr>
          <p:spPr>
            <a:xfrm>
              <a:off x="5034224" y="2067344"/>
              <a:ext cx="142765" cy="226535"/>
            </a:xfrm>
            <a:custGeom>
              <a:avLst/>
              <a:gdLst/>
              <a:ahLst/>
              <a:cxnLst/>
              <a:rect l="l" t="t" r="r" b="b"/>
              <a:pathLst>
                <a:path w="4835" h="7672" extrusionOk="0">
                  <a:moveTo>
                    <a:pt x="2060" y="0"/>
                  </a:moveTo>
                  <a:cubicBezTo>
                    <a:pt x="2048" y="0"/>
                    <a:pt x="2048" y="0"/>
                    <a:pt x="2025" y="12"/>
                  </a:cubicBezTo>
                  <a:lnTo>
                    <a:pt x="2001" y="12"/>
                  </a:lnTo>
                  <a:cubicBezTo>
                    <a:pt x="1989" y="12"/>
                    <a:pt x="1965" y="12"/>
                    <a:pt x="1965" y="24"/>
                  </a:cubicBezTo>
                  <a:lnTo>
                    <a:pt x="1941" y="24"/>
                  </a:lnTo>
                  <a:cubicBezTo>
                    <a:pt x="1929" y="24"/>
                    <a:pt x="1906" y="24"/>
                    <a:pt x="1894" y="48"/>
                  </a:cubicBezTo>
                  <a:lnTo>
                    <a:pt x="1870" y="48"/>
                  </a:lnTo>
                  <a:cubicBezTo>
                    <a:pt x="1846" y="48"/>
                    <a:pt x="1834" y="48"/>
                    <a:pt x="1822" y="60"/>
                  </a:cubicBezTo>
                  <a:lnTo>
                    <a:pt x="1786" y="60"/>
                  </a:lnTo>
                  <a:cubicBezTo>
                    <a:pt x="1751" y="72"/>
                    <a:pt x="1703" y="72"/>
                    <a:pt x="1656" y="83"/>
                  </a:cubicBezTo>
                  <a:cubicBezTo>
                    <a:pt x="1608" y="107"/>
                    <a:pt x="1572" y="107"/>
                    <a:pt x="1513" y="119"/>
                  </a:cubicBezTo>
                  <a:cubicBezTo>
                    <a:pt x="1465" y="119"/>
                    <a:pt x="1417" y="131"/>
                    <a:pt x="1358" y="131"/>
                  </a:cubicBezTo>
                  <a:lnTo>
                    <a:pt x="1346" y="131"/>
                  </a:lnTo>
                  <a:cubicBezTo>
                    <a:pt x="1298" y="131"/>
                    <a:pt x="1239" y="143"/>
                    <a:pt x="1191" y="143"/>
                  </a:cubicBezTo>
                  <a:lnTo>
                    <a:pt x="1179" y="143"/>
                  </a:lnTo>
                  <a:cubicBezTo>
                    <a:pt x="1120" y="143"/>
                    <a:pt x="1060" y="167"/>
                    <a:pt x="1001" y="167"/>
                  </a:cubicBezTo>
                  <a:lnTo>
                    <a:pt x="524" y="167"/>
                  </a:lnTo>
                  <a:cubicBezTo>
                    <a:pt x="477" y="167"/>
                    <a:pt x="441" y="143"/>
                    <a:pt x="382" y="143"/>
                  </a:cubicBezTo>
                  <a:lnTo>
                    <a:pt x="322" y="143"/>
                  </a:lnTo>
                  <a:cubicBezTo>
                    <a:pt x="286" y="143"/>
                    <a:pt x="262" y="131"/>
                    <a:pt x="215" y="131"/>
                  </a:cubicBezTo>
                  <a:lnTo>
                    <a:pt x="179" y="131"/>
                  </a:lnTo>
                  <a:cubicBezTo>
                    <a:pt x="155" y="131"/>
                    <a:pt x="120" y="119"/>
                    <a:pt x="96" y="119"/>
                  </a:cubicBezTo>
                  <a:lnTo>
                    <a:pt x="84" y="119"/>
                  </a:lnTo>
                  <a:cubicBezTo>
                    <a:pt x="60" y="119"/>
                    <a:pt x="48" y="119"/>
                    <a:pt x="48" y="107"/>
                  </a:cubicBezTo>
                  <a:cubicBezTo>
                    <a:pt x="36" y="107"/>
                    <a:pt x="24" y="83"/>
                    <a:pt x="1" y="83"/>
                  </a:cubicBezTo>
                  <a:lnTo>
                    <a:pt x="1" y="2703"/>
                  </a:lnTo>
                  <a:lnTo>
                    <a:pt x="1" y="3001"/>
                  </a:lnTo>
                  <a:cubicBezTo>
                    <a:pt x="1" y="3215"/>
                    <a:pt x="48" y="3453"/>
                    <a:pt x="120" y="3703"/>
                  </a:cubicBezTo>
                  <a:cubicBezTo>
                    <a:pt x="596" y="5882"/>
                    <a:pt x="2406" y="7644"/>
                    <a:pt x="2406" y="7644"/>
                  </a:cubicBezTo>
                  <a:cubicBezTo>
                    <a:pt x="2406" y="7644"/>
                    <a:pt x="2554" y="7671"/>
                    <a:pt x="2777" y="7671"/>
                  </a:cubicBezTo>
                  <a:cubicBezTo>
                    <a:pt x="3085" y="7671"/>
                    <a:pt x="3536" y="7619"/>
                    <a:pt x="3930" y="7370"/>
                  </a:cubicBezTo>
                  <a:cubicBezTo>
                    <a:pt x="3930" y="7370"/>
                    <a:pt x="3953" y="7370"/>
                    <a:pt x="3953" y="7346"/>
                  </a:cubicBezTo>
                  <a:cubicBezTo>
                    <a:pt x="3989" y="7424"/>
                    <a:pt x="4012" y="7443"/>
                    <a:pt x="4032" y="7443"/>
                  </a:cubicBezTo>
                  <a:cubicBezTo>
                    <a:pt x="4046" y="7443"/>
                    <a:pt x="4058" y="7434"/>
                    <a:pt x="4072" y="7430"/>
                  </a:cubicBezTo>
                  <a:lnTo>
                    <a:pt x="4084" y="7418"/>
                  </a:lnTo>
                  <a:cubicBezTo>
                    <a:pt x="4120" y="7394"/>
                    <a:pt x="4132" y="7382"/>
                    <a:pt x="4156" y="7358"/>
                  </a:cubicBezTo>
                  <a:lnTo>
                    <a:pt x="4180" y="7334"/>
                  </a:lnTo>
                  <a:cubicBezTo>
                    <a:pt x="4203" y="7322"/>
                    <a:pt x="4215" y="7299"/>
                    <a:pt x="4251" y="7263"/>
                  </a:cubicBezTo>
                  <a:lnTo>
                    <a:pt x="4263" y="7251"/>
                  </a:lnTo>
                  <a:lnTo>
                    <a:pt x="4323" y="7191"/>
                  </a:lnTo>
                  <a:lnTo>
                    <a:pt x="4334" y="7180"/>
                  </a:lnTo>
                  <a:cubicBezTo>
                    <a:pt x="4370" y="7144"/>
                    <a:pt x="4382" y="7120"/>
                    <a:pt x="4418" y="7084"/>
                  </a:cubicBezTo>
                  <a:lnTo>
                    <a:pt x="4430" y="7072"/>
                  </a:lnTo>
                  <a:cubicBezTo>
                    <a:pt x="4442" y="7037"/>
                    <a:pt x="4477" y="7013"/>
                    <a:pt x="4489" y="6977"/>
                  </a:cubicBezTo>
                  <a:cubicBezTo>
                    <a:pt x="4489" y="6977"/>
                    <a:pt x="4489" y="6965"/>
                    <a:pt x="4501" y="6965"/>
                  </a:cubicBezTo>
                  <a:cubicBezTo>
                    <a:pt x="4513" y="6930"/>
                    <a:pt x="4549" y="6906"/>
                    <a:pt x="4561" y="6858"/>
                  </a:cubicBezTo>
                  <a:cubicBezTo>
                    <a:pt x="4561" y="6846"/>
                    <a:pt x="4573" y="6846"/>
                    <a:pt x="4573" y="6834"/>
                  </a:cubicBezTo>
                  <a:cubicBezTo>
                    <a:pt x="4596" y="6799"/>
                    <a:pt x="4608" y="6751"/>
                    <a:pt x="4632" y="6727"/>
                  </a:cubicBezTo>
                  <a:lnTo>
                    <a:pt x="4632" y="6715"/>
                  </a:lnTo>
                  <a:cubicBezTo>
                    <a:pt x="4656" y="6668"/>
                    <a:pt x="4668" y="6632"/>
                    <a:pt x="4680" y="6596"/>
                  </a:cubicBezTo>
                  <a:cubicBezTo>
                    <a:pt x="4680" y="6572"/>
                    <a:pt x="4692" y="6572"/>
                    <a:pt x="4692" y="6560"/>
                  </a:cubicBezTo>
                  <a:lnTo>
                    <a:pt x="4739" y="6429"/>
                  </a:lnTo>
                  <a:cubicBezTo>
                    <a:pt x="4751" y="6394"/>
                    <a:pt x="4751" y="6382"/>
                    <a:pt x="4775" y="6358"/>
                  </a:cubicBezTo>
                  <a:lnTo>
                    <a:pt x="4775" y="6334"/>
                  </a:lnTo>
                  <a:cubicBezTo>
                    <a:pt x="4787" y="6310"/>
                    <a:pt x="4787" y="6299"/>
                    <a:pt x="4799" y="6263"/>
                  </a:cubicBezTo>
                  <a:lnTo>
                    <a:pt x="4799" y="6239"/>
                  </a:lnTo>
                  <a:cubicBezTo>
                    <a:pt x="4799" y="6215"/>
                    <a:pt x="4811" y="6203"/>
                    <a:pt x="4811" y="6191"/>
                  </a:cubicBezTo>
                  <a:lnTo>
                    <a:pt x="4811" y="6156"/>
                  </a:lnTo>
                  <a:cubicBezTo>
                    <a:pt x="4811" y="6144"/>
                    <a:pt x="4811" y="6132"/>
                    <a:pt x="4834" y="6120"/>
                  </a:cubicBezTo>
                  <a:lnTo>
                    <a:pt x="4834" y="6084"/>
                  </a:lnTo>
                  <a:lnTo>
                    <a:pt x="4834" y="6060"/>
                  </a:lnTo>
                  <a:lnTo>
                    <a:pt x="4834" y="6013"/>
                  </a:lnTo>
                  <a:lnTo>
                    <a:pt x="4834" y="5977"/>
                  </a:lnTo>
                  <a:lnTo>
                    <a:pt x="4834" y="5941"/>
                  </a:lnTo>
                  <a:lnTo>
                    <a:pt x="4834" y="5918"/>
                  </a:lnTo>
                  <a:lnTo>
                    <a:pt x="4834" y="5846"/>
                  </a:lnTo>
                  <a:lnTo>
                    <a:pt x="4834" y="5548"/>
                  </a:lnTo>
                  <a:lnTo>
                    <a:pt x="4834" y="2929"/>
                  </a:lnTo>
                  <a:cubicBezTo>
                    <a:pt x="4799" y="2905"/>
                    <a:pt x="4775" y="2881"/>
                    <a:pt x="4739" y="2858"/>
                  </a:cubicBezTo>
                  <a:cubicBezTo>
                    <a:pt x="4715" y="2822"/>
                    <a:pt x="4668" y="2798"/>
                    <a:pt x="4632" y="2750"/>
                  </a:cubicBezTo>
                  <a:lnTo>
                    <a:pt x="4561" y="2679"/>
                  </a:lnTo>
                  <a:lnTo>
                    <a:pt x="4549" y="2667"/>
                  </a:lnTo>
                  <a:lnTo>
                    <a:pt x="4501" y="2620"/>
                  </a:lnTo>
                  <a:lnTo>
                    <a:pt x="4453" y="2572"/>
                  </a:lnTo>
                  <a:lnTo>
                    <a:pt x="4334" y="2453"/>
                  </a:lnTo>
                  <a:lnTo>
                    <a:pt x="4323" y="2441"/>
                  </a:lnTo>
                  <a:lnTo>
                    <a:pt x="4311" y="2429"/>
                  </a:lnTo>
                  <a:lnTo>
                    <a:pt x="4251" y="2369"/>
                  </a:lnTo>
                  <a:cubicBezTo>
                    <a:pt x="4239" y="2346"/>
                    <a:pt x="4215" y="2334"/>
                    <a:pt x="4215" y="2322"/>
                  </a:cubicBezTo>
                  <a:lnTo>
                    <a:pt x="4144" y="2250"/>
                  </a:lnTo>
                  <a:lnTo>
                    <a:pt x="4120" y="2215"/>
                  </a:lnTo>
                  <a:cubicBezTo>
                    <a:pt x="4084" y="2167"/>
                    <a:pt x="4037" y="2131"/>
                    <a:pt x="4013" y="2084"/>
                  </a:cubicBezTo>
                  <a:lnTo>
                    <a:pt x="3977" y="2048"/>
                  </a:lnTo>
                  <a:cubicBezTo>
                    <a:pt x="3953" y="2024"/>
                    <a:pt x="3918" y="1977"/>
                    <a:pt x="3894" y="1953"/>
                  </a:cubicBezTo>
                  <a:lnTo>
                    <a:pt x="3870" y="1929"/>
                  </a:lnTo>
                  <a:lnTo>
                    <a:pt x="3870" y="1917"/>
                  </a:lnTo>
                  <a:cubicBezTo>
                    <a:pt x="3834" y="1858"/>
                    <a:pt x="3775" y="1798"/>
                    <a:pt x="3727" y="1738"/>
                  </a:cubicBezTo>
                  <a:cubicBezTo>
                    <a:pt x="3727" y="1727"/>
                    <a:pt x="3715" y="1727"/>
                    <a:pt x="3715" y="1715"/>
                  </a:cubicBezTo>
                  <a:cubicBezTo>
                    <a:pt x="3668" y="1655"/>
                    <a:pt x="3620" y="1596"/>
                    <a:pt x="3561" y="1536"/>
                  </a:cubicBezTo>
                  <a:cubicBezTo>
                    <a:pt x="3561" y="1536"/>
                    <a:pt x="3561" y="1512"/>
                    <a:pt x="3549" y="1512"/>
                  </a:cubicBezTo>
                  <a:lnTo>
                    <a:pt x="3537" y="1500"/>
                  </a:lnTo>
                  <a:cubicBezTo>
                    <a:pt x="3501" y="1453"/>
                    <a:pt x="3453" y="1417"/>
                    <a:pt x="3430" y="1369"/>
                  </a:cubicBezTo>
                  <a:cubicBezTo>
                    <a:pt x="3430" y="1369"/>
                    <a:pt x="3430" y="1357"/>
                    <a:pt x="3418" y="1357"/>
                  </a:cubicBezTo>
                  <a:cubicBezTo>
                    <a:pt x="3382" y="1310"/>
                    <a:pt x="3358" y="1274"/>
                    <a:pt x="3322" y="1238"/>
                  </a:cubicBezTo>
                  <a:cubicBezTo>
                    <a:pt x="3310" y="1215"/>
                    <a:pt x="3310" y="1203"/>
                    <a:pt x="3299" y="1203"/>
                  </a:cubicBezTo>
                  <a:cubicBezTo>
                    <a:pt x="3263" y="1155"/>
                    <a:pt x="3239" y="1119"/>
                    <a:pt x="3191" y="1072"/>
                  </a:cubicBezTo>
                  <a:lnTo>
                    <a:pt x="3096" y="941"/>
                  </a:lnTo>
                  <a:lnTo>
                    <a:pt x="3084" y="917"/>
                  </a:lnTo>
                  <a:cubicBezTo>
                    <a:pt x="3084" y="905"/>
                    <a:pt x="3072" y="905"/>
                    <a:pt x="3072" y="893"/>
                  </a:cubicBezTo>
                  <a:cubicBezTo>
                    <a:pt x="3060" y="881"/>
                    <a:pt x="3060" y="857"/>
                    <a:pt x="3037" y="857"/>
                  </a:cubicBezTo>
                  <a:cubicBezTo>
                    <a:pt x="3025" y="845"/>
                    <a:pt x="3013" y="822"/>
                    <a:pt x="3001" y="798"/>
                  </a:cubicBezTo>
                  <a:lnTo>
                    <a:pt x="2965" y="774"/>
                  </a:lnTo>
                  <a:cubicBezTo>
                    <a:pt x="2953" y="762"/>
                    <a:pt x="2941" y="726"/>
                    <a:pt x="2918" y="715"/>
                  </a:cubicBezTo>
                  <a:cubicBezTo>
                    <a:pt x="2918" y="703"/>
                    <a:pt x="2906" y="703"/>
                    <a:pt x="2906" y="679"/>
                  </a:cubicBezTo>
                  <a:cubicBezTo>
                    <a:pt x="2858" y="619"/>
                    <a:pt x="2834" y="584"/>
                    <a:pt x="2787" y="524"/>
                  </a:cubicBezTo>
                  <a:cubicBezTo>
                    <a:pt x="2787" y="500"/>
                    <a:pt x="2775" y="500"/>
                    <a:pt x="2775" y="488"/>
                  </a:cubicBezTo>
                  <a:cubicBezTo>
                    <a:pt x="2763" y="476"/>
                    <a:pt x="2739" y="464"/>
                    <a:pt x="2739" y="441"/>
                  </a:cubicBezTo>
                  <a:cubicBezTo>
                    <a:pt x="2739" y="429"/>
                    <a:pt x="2727" y="429"/>
                    <a:pt x="2727" y="417"/>
                  </a:cubicBezTo>
                  <a:cubicBezTo>
                    <a:pt x="2715" y="405"/>
                    <a:pt x="2715" y="381"/>
                    <a:pt x="2703" y="369"/>
                  </a:cubicBezTo>
                  <a:cubicBezTo>
                    <a:pt x="2703" y="357"/>
                    <a:pt x="2679" y="357"/>
                    <a:pt x="2679" y="345"/>
                  </a:cubicBezTo>
                  <a:cubicBezTo>
                    <a:pt x="2668" y="322"/>
                    <a:pt x="2668" y="310"/>
                    <a:pt x="2656" y="298"/>
                  </a:cubicBezTo>
                  <a:cubicBezTo>
                    <a:pt x="2656" y="286"/>
                    <a:pt x="2644" y="286"/>
                    <a:pt x="2644" y="262"/>
                  </a:cubicBezTo>
                  <a:cubicBezTo>
                    <a:pt x="2620" y="250"/>
                    <a:pt x="2620" y="238"/>
                    <a:pt x="2608" y="238"/>
                  </a:cubicBezTo>
                  <a:lnTo>
                    <a:pt x="2596" y="226"/>
                  </a:lnTo>
                  <a:cubicBezTo>
                    <a:pt x="2584" y="203"/>
                    <a:pt x="2584" y="191"/>
                    <a:pt x="2560" y="191"/>
                  </a:cubicBezTo>
                  <a:cubicBezTo>
                    <a:pt x="2560" y="191"/>
                    <a:pt x="2560" y="179"/>
                    <a:pt x="2548" y="179"/>
                  </a:cubicBezTo>
                  <a:cubicBezTo>
                    <a:pt x="2537" y="167"/>
                    <a:pt x="2537" y="143"/>
                    <a:pt x="2525" y="131"/>
                  </a:cubicBezTo>
                  <a:cubicBezTo>
                    <a:pt x="2501" y="119"/>
                    <a:pt x="2501" y="107"/>
                    <a:pt x="2489" y="83"/>
                  </a:cubicBezTo>
                  <a:cubicBezTo>
                    <a:pt x="2489" y="83"/>
                    <a:pt x="2489" y="72"/>
                    <a:pt x="2477" y="72"/>
                  </a:cubicBezTo>
                  <a:lnTo>
                    <a:pt x="2465" y="60"/>
                  </a:lnTo>
                  <a:cubicBezTo>
                    <a:pt x="2465" y="60"/>
                    <a:pt x="2465" y="48"/>
                    <a:pt x="2441" y="48"/>
                  </a:cubicBezTo>
                  <a:cubicBezTo>
                    <a:pt x="2441" y="48"/>
                    <a:pt x="2441" y="24"/>
                    <a:pt x="2429" y="24"/>
                  </a:cubicBezTo>
                  <a:lnTo>
                    <a:pt x="2429" y="12"/>
                  </a:lnTo>
                  <a:lnTo>
                    <a:pt x="2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42">
              <a:extLst>
                <a:ext uri="{FF2B5EF4-FFF2-40B4-BE49-F238E27FC236}">
                  <a16:creationId xmlns:a16="http://schemas.microsoft.com/office/drawing/2014/main" id="{298AD08A-57FC-2539-90DE-BAF35242BC9D}"/>
                </a:ext>
              </a:extLst>
            </p:cNvPr>
            <p:cNvSpPr/>
            <p:nvPr/>
          </p:nvSpPr>
          <p:spPr>
            <a:xfrm>
              <a:off x="5033516" y="2062058"/>
              <a:ext cx="154370" cy="227126"/>
            </a:xfrm>
            <a:custGeom>
              <a:avLst/>
              <a:gdLst/>
              <a:ahLst/>
              <a:cxnLst/>
              <a:rect l="l" t="t" r="r" b="b"/>
              <a:pathLst>
                <a:path w="5228" h="7692" extrusionOk="0">
                  <a:moveTo>
                    <a:pt x="2382" y="1"/>
                  </a:moveTo>
                  <a:cubicBezTo>
                    <a:pt x="2370" y="1"/>
                    <a:pt x="2346" y="1"/>
                    <a:pt x="2346" y="12"/>
                  </a:cubicBezTo>
                  <a:lnTo>
                    <a:pt x="2322" y="12"/>
                  </a:lnTo>
                  <a:cubicBezTo>
                    <a:pt x="2311" y="12"/>
                    <a:pt x="2287" y="12"/>
                    <a:pt x="2275" y="36"/>
                  </a:cubicBezTo>
                  <a:lnTo>
                    <a:pt x="2251" y="36"/>
                  </a:lnTo>
                  <a:cubicBezTo>
                    <a:pt x="2227" y="36"/>
                    <a:pt x="2215" y="36"/>
                    <a:pt x="2203" y="48"/>
                  </a:cubicBezTo>
                  <a:lnTo>
                    <a:pt x="2168" y="48"/>
                  </a:lnTo>
                  <a:cubicBezTo>
                    <a:pt x="2132" y="60"/>
                    <a:pt x="2084" y="60"/>
                    <a:pt x="2037" y="72"/>
                  </a:cubicBezTo>
                  <a:cubicBezTo>
                    <a:pt x="1989" y="96"/>
                    <a:pt x="1953" y="96"/>
                    <a:pt x="1894" y="108"/>
                  </a:cubicBezTo>
                  <a:cubicBezTo>
                    <a:pt x="1846" y="108"/>
                    <a:pt x="1799" y="120"/>
                    <a:pt x="1739" y="120"/>
                  </a:cubicBezTo>
                  <a:lnTo>
                    <a:pt x="1727" y="120"/>
                  </a:lnTo>
                  <a:cubicBezTo>
                    <a:pt x="1680" y="120"/>
                    <a:pt x="1620" y="132"/>
                    <a:pt x="1572" y="132"/>
                  </a:cubicBezTo>
                  <a:lnTo>
                    <a:pt x="1560" y="132"/>
                  </a:lnTo>
                  <a:cubicBezTo>
                    <a:pt x="1501" y="132"/>
                    <a:pt x="1441" y="155"/>
                    <a:pt x="1382" y="155"/>
                  </a:cubicBezTo>
                  <a:lnTo>
                    <a:pt x="906" y="155"/>
                  </a:lnTo>
                  <a:cubicBezTo>
                    <a:pt x="858" y="155"/>
                    <a:pt x="822" y="132"/>
                    <a:pt x="763" y="132"/>
                  </a:cubicBezTo>
                  <a:cubicBezTo>
                    <a:pt x="739" y="132"/>
                    <a:pt x="715" y="132"/>
                    <a:pt x="703" y="120"/>
                  </a:cubicBezTo>
                  <a:cubicBezTo>
                    <a:pt x="667" y="120"/>
                    <a:pt x="644" y="108"/>
                    <a:pt x="596" y="108"/>
                  </a:cubicBezTo>
                  <a:lnTo>
                    <a:pt x="560" y="108"/>
                  </a:lnTo>
                  <a:cubicBezTo>
                    <a:pt x="537" y="108"/>
                    <a:pt x="501" y="96"/>
                    <a:pt x="477" y="96"/>
                  </a:cubicBezTo>
                  <a:lnTo>
                    <a:pt x="465" y="96"/>
                  </a:lnTo>
                  <a:cubicBezTo>
                    <a:pt x="441" y="96"/>
                    <a:pt x="429" y="96"/>
                    <a:pt x="429" y="72"/>
                  </a:cubicBezTo>
                  <a:cubicBezTo>
                    <a:pt x="417" y="72"/>
                    <a:pt x="382" y="60"/>
                    <a:pt x="370" y="60"/>
                  </a:cubicBezTo>
                  <a:lnTo>
                    <a:pt x="1" y="286"/>
                  </a:lnTo>
                  <a:cubicBezTo>
                    <a:pt x="13" y="286"/>
                    <a:pt x="25" y="298"/>
                    <a:pt x="48" y="298"/>
                  </a:cubicBezTo>
                  <a:cubicBezTo>
                    <a:pt x="60" y="298"/>
                    <a:pt x="72" y="298"/>
                    <a:pt x="72" y="310"/>
                  </a:cubicBezTo>
                  <a:lnTo>
                    <a:pt x="84" y="310"/>
                  </a:lnTo>
                  <a:cubicBezTo>
                    <a:pt x="120" y="310"/>
                    <a:pt x="144" y="334"/>
                    <a:pt x="179" y="334"/>
                  </a:cubicBezTo>
                  <a:lnTo>
                    <a:pt x="203" y="334"/>
                  </a:lnTo>
                  <a:cubicBezTo>
                    <a:pt x="239" y="334"/>
                    <a:pt x="263" y="346"/>
                    <a:pt x="310" y="346"/>
                  </a:cubicBezTo>
                  <a:lnTo>
                    <a:pt x="370" y="346"/>
                  </a:lnTo>
                  <a:cubicBezTo>
                    <a:pt x="417" y="346"/>
                    <a:pt x="465" y="358"/>
                    <a:pt x="525" y="358"/>
                  </a:cubicBezTo>
                  <a:lnTo>
                    <a:pt x="1001" y="358"/>
                  </a:lnTo>
                  <a:cubicBezTo>
                    <a:pt x="1060" y="358"/>
                    <a:pt x="1120" y="346"/>
                    <a:pt x="1179" y="346"/>
                  </a:cubicBezTo>
                  <a:lnTo>
                    <a:pt x="1191" y="346"/>
                  </a:lnTo>
                  <a:cubicBezTo>
                    <a:pt x="1239" y="346"/>
                    <a:pt x="1299" y="334"/>
                    <a:pt x="1334" y="334"/>
                  </a:cubicBezTo>
                  <a:lnTo>
                    <a:pt x="1358" y="334"/>
                  </a:lnTo>
                  <a:cubicBezTo>
                    <a:pt x="1394" y="334"/>
                    <a:pt x="1453" y="310"/>
                    <a:pt x="1501" y="310"/>
                  </a:cubicBezTo>
                  <a:cubicBezTo>
                    <a:pt x="1549" y="310"/>
                    <a:pt x="1608" y="298"/>
                    <a:pt x="1656" y="286"/>
                  </a:cubicBezTo>
                  <a:cubicBezTo>
                    <a:pt x="1691" y="274"/>
                    <a:pt x="1739" y="274"/>
                    <a:pt x="1787" y="251"/>
                  </a:cubicBezTo>
                  <a:lnTo>
                    <a:pt x="1810" y="251"/>
                  </a:lnTo>
                  <a:cubicBezTo>
                    <a:pt x="1834" y="251"/>
                    <a:pt x="1846" y="251"/>
                    <a:pt x="1858" y="239"/>
                  </a:cubicBezTo>
                  <a:lnTo>
                    <a:pt x="1894" y="239"/>
                  </a:lnTo>
                  <a:cubicBezTo>
                    <a:pt x="1906" y="239"/>
                    <a:pt x="1918" y="239"/>
                    <a:pt x="1930" y="227"/>
                  </a:cubicBezTo>
                  <a:lnTo>
                    <a:pt x="1965" y="227"/>
                  </a:lnTo>
                  <a:cubicBezTo>
                    <a:pt x="1977" y="227"/>
                    <a:pt x="1989" y="227"/>
                    <a:pt x="1989" y="215"/>
                  </a:cubicBezTo>
                  <a:lnTo>
                    <a:pt x="2025" y="215"/>
                  </a:lnTo>
                  <a:cubicBezTo>
                    <a:pt x="2037" y="215"/>
                    <a:pt x="2037" y="215"/>
                    <a:pt x="2049" y="191"/>
                  </a:cubicBezTo>
                  <a:lnTo>
                    <a:pt x="2430" y="191"/>
                  </a:lnTo>
                  <a:lnTo>
                    <a:pt x="2430" y="215"/>
                  </a:lnTo>
                  <a:lnTo>
                    <a:pt x="2430" y="227"/>
                  </a:lnTo>
                  <a:cubicBezTo>
                    <a:pt x="2430" y="227"/>
                    <a:pt x="2430" y="239"/>
                    <a:pt x="2442" y="239"/>
                  </a:cubicBezTo>
                  <a:cubicBezTo>
                    <a:pt x="2442" y="239"/>
                    <a:pt x="2442" y="251"/>
                    <a:pt x="2453" y="251"/>
                  </a:cubicBezTo>
                  <a:lnTo>
                    <a:pt x="2465" y="274"/>
                  </a:lnTo>
                  <a:cubicBezTo>
                    <a:pt x="2465" y="274"/>
                    <a:pt x="2465" y="286"/>
                    <a:pt x="2489" y="286"/>
                  </a:cubicBezTo>
                  <a:cubicBezTo>
                    <a:pt x="2501" y="298"/>
                    <a:pt x="2501" y="310"/>
                    <a:pt x="2513" y="334"/>
                  </a:cubicBezTo>
                  <a:cubicBezTo>
                    <a:pt x="2525" y="346"/>
                    <a:pt x="2525" y="358"/>
                    <a:pt x="2549" y="370"/>
                  </a:cubicBezTo>
                  <a:cubicBezTo>
                    <a:pt x="2549" y="370"/>
                    <a:pt x="2549" y="393"/>
                    <a:pt x="2561" y="393"/>
                  </a:cubicBezTo>
                  <a:cubicBezTo>
                    <a:pt x="2572" y="405"/>
                    <a:pt x="2572" y="417"/>
                    <a:pt x="2584" y="417"/>
                  </a:cubicBezTo>
                  <a:lnTo>
                    <a:pt x="2608" y="429"/>
                  </a:lnTo>
                  <a:cubicBezTo>
                    <a:pt x="2620" y="453"/>
                    <a:pt x="2620" y="465"/>
                    <a:pt x="2632" y="465"/>
                  </a:cubicBezTo>
                  <a:cubicBezTo>
                    <a:pt x="2632" y="477"/>
                    <a:pt x="2644" y="477"/>
                    <a:pt x="2644" y="489"/>
                  </a:cubicBezTo>
                  <a:cubicBezTo>
                    <a:pt x="2668" y="513"/>
                    <a:pt x="2668" y="524"/>
                    <a:pt x="2680" y="536"/>
                  </a:cubicBezTo>
                  <a:cubicBezTo>
                    <a:pt x="2680" y="548"/>
                    <a:pt x="2692" y="548"/>
                    <a:pt x="2692" y="572"/>
                  </a:cubicBezTo>
                  <a:cubicBezTo>
                    <a:pt x="2703" y="584"/>
                    <a:pt x="2703" y="596"/>
                    <a:pt x="2727" y="608"/>
                  </a:cubicBezTo>
                  <a:cubicBezTo>
                    <a:pt x="2727" y="632"/>
                    <a:pt x="2739" y="632"/>
                    <a:pt x="2739" y="643"/>
                  </a:cubicBezTo>
                  <a:cubicBezTo>
                    <a:pt x="2751" y="655"/>
                    <a:pt x="2763" y="667"/>
                    <a:pt x="2763" y="691"/>
                  </a:cubicBezTo>
                  <a:cubicBezTo>
                    <a:pt x="2763" y="703"/>
                    <a:pt x="2787" y="703"/>
                    <a:pt x="2787" y="715"/>
                  </a:cubicBezTo>
                  <a:cubicBezTo>
                    <a:pt x="2811" y="763"/>
                    <a:pt x="2858" y="822"/>
                    <a:pt x="2906" y="882"/>
                  </a:cubicBezTo>
                  <a:cubicBezTo>
                    <a:pt x="2906" y="894"/>
                    <a:pt x="2918" y="894"/>
                    <a:pt x="2918" y="905"/>
                  </a:cubicBezTo>
                  <a:cubicBezTo>
                    <a:pt x="2930" y="929"/>
                    <a:pt x="2942" y="953"/>
                    <a:pt x="2965" y="965"/>
                  </a:cubicBezTo>
                  <a:lnTo>
                    <a:pt x="2989" y="1001"/>
                  </a:lnTo>
                  <a:cubicBezTo>
                    <a:pt x="3001" y="1013"/>
                    <a:pt x="3025" y="1024"/>
                    <a:pt x="3037" y="1060"/>
                  </a:cubicBezTo>
                  <a:cubicBezTo>
                    <a:pt x="3049" y="1072"/>
                    <a:pt x="3049" y="1084"/>
                    <a:pt x="3061" y="1084"/>
                  </a:cubicBezTo>
                  <a:cubicBezTo>
                    <a:pt x="3061" y="1108"/>
                    <a:pt x="3084" y="1108"/>
                    <a:pt x="3084" y="1120"/>
                  </a:cubicBezTo>
                  <a:lnTo>
                    <a:pt x="3096" y="1132"/>
                  </a:lnTo>
                  <a:lnTo>
                    <a:pt x="3180" y="1263"/>
                  </a:lnTo>
                  <a:cubicBezTo>
                    <a:pt x="3215" y="1310"/>
                    <a:pt x="3239" y="1358"/>
                    <a:pt x="3287" y="1405"/>
                  </a:cubicBezTo>
                  <a:cubicBezTo>
                    <a:pt x="3299" y="1417"/>
                    <a:pt x="3299" y="1429"/>
                    <a:pt x="3323" y="1429"/>
                  </a:cubicBezTo>
                  <a:cubicBezTo>
                    <a:pt x="3346" y="1477"/>
                    <a:pt x="3382" y="1501"/>
                    <a:pt x="3406" y="1548"/>
                  </a:cubicBezTo>
                  <a:cubicBezTo>
                    <a:pt x="3406" y="1548"/>
                    <a:pt x="3406" y="1560"/>
                    <a:pt x="3418" y="1560"/>
                  </a:cubicBezTo>
                  <a:cubicBezTo>
                    <a:pt x="3454" y="1608"/>
                    <a:pt x="3501" y="1656"/>
                    <a:pt x="3525" y="1703"/>
                  </a:cubicBezTo>
                  <a:lnTo>
                    <a:pt x="3537" y="1715"/>
                  </a:lnTo>
                  <a:cubicBezTo>
                    <a:pt x="3537" y="1715"/>
                    <a:pt x="3537" y="1727"/>
                    <a:pt x="3561" y="1727"/>
                  </a:cubicBezTo>
                  <a:cubicBezTo>
                    <a:pt x="3596" y="1786"/>
                    <a:pt x="3644" y="1846"/>
                    <a:pt x="3704" y="1906"/>
                  </a:cubicBezTo>
                  <a:cubicBezTo>
                    <a:pt x="3704" y="1917"/>
                    <a:pt x="3715" y="1917"/>
                    <a:pt x="3715" y="1941"/>
                  </a:cubicBezTo>
                  <a:cubicBezTo>
                    <a:pt x="3763" y="2001"/>
                    <a:pt x="3823" y="2060"/>
                    <a:pt x="3870" y="2120"/>
                  </a:cubicBezTo>
                  <a:lnTo>
                    <a:pt x="3870" y="2132"/>
                  </a:lnTo>
                  <a:lnTo>
                    <a:pt x="3882" y="2144"/>
                  </a:lnTo>
                  <a:cubicBezTo>
                    <a:pt x="3918" y="2179"/>
                    <a:pt x="3942" y="2215"/>
                    <a:pt x="3977" y="2251"/>
                  </a:cubicBezTo>
                  <a:lnTo>
                    <a:pt x="4001" y="2275"/>
                  </a:lnTo>
                  <a:cubicBezTo>
                    <a:pt x="4037" y="2322"/>
                    <a:pt x="4073" y="2370"/>
                    <a:pt x="4108" y="2418"/>
                  </a:cubicBezTo>
                  <a:lnTo>
                    <a:pt x="4132" y="2441"/>
                  </a:lnTo>
                  <a:lnTo>
                    <a:pt x="4216" y="2513"/>
                  </a:lnTo>
                  <a:cubicBezTo>
                    <a:pt x="4227" y="2537"/>
                    <a:pt x="4239" y="2548"/>
                    <a:pt x="4239" y="2560"/>
                  </a:cubicBezTo>
                  <a:cubicBezTo>
                    <a:pt x="4263" y="2596"/>
                    <a:pt x="4287" y="2608"/>
                    <a:pt x="4299" y="2620"/>
                  </a:cubicBezTo>
                  <a:lnTo>
                    <a:pt x="4323" y="2632"/>
                  </a:lnTo>
                  <a:lnTo>
                    <a:pt x="4335" y="2656"/>
                  </a:lnTo>
                  <a:cubicBezTo>
                    <a:pt x="4382" y="2691"/>
                    <a:pt x="4406" y="2739"/>
                    <a:pt x="4454" y="2775"/>
                  </a:cubicBezTo>
                  <a:lnTo>
                    <a:pt x="4489" y="2810"/>
                  </a:lnTo>
                  <a:lnTo>
                    <a:pt x="4537" y="2858"/>
                  </a:lnTo>
                  <a:lnTo>
                    <a:pt x="4549" y="2870"/>
                  </a:lnTo>
                  <a:lnTo>
                    <a:pt x="4632" y="2953"/>
                  </a:lnTo>
                  <a:cubicBezTo>
                    <a:pt x="4656" y="2977"/>
                    <a:pt x="4704" y="3013"/>
                    <a:pt x="4728" y="3049"/>
                  </a:cubicBezTo>
                  <a:cubicBezTo>
                    <a:pt x="4763" y="3084"/>
                    <a:pt x="4787" y="3096"/>
                    <a:pt x="4823" y="3132"/>
                  </a:cubicBezTo>
                  <a:lnTo>
                    <a:pt x="4823" y="5751"/>
                  </a:lnTo>
                  <a:lnTo>
                    <a:pt x="4823" y="6049"/>
                  </a:lnTo>
                  <a:lnTo>
                    <a:pt x="4823" y="6120"/>
                  </a:lnTo>
                  <a:lnTo>
                    <a:pt x="4823" y="6132"/>
                  </a:lnTo>
                  <a:lnTo>
                    <a:pt x="4823" y="6180"/>
                  </a:lnTo>
                  <a:lnTo>
                    <a:pt x="4823" y="6204"/>
                  </a:lnTo>
                  <a:lnTo>
                    <a:pt x="4823" y="6251"/>
                  </a:lnTo>
                  <a:lnTo>
                    <a:pt x="4823" y="6287"/>
                  </a:lnTo>
                  <a:lnTo>
                    <a:pt x="4823" y="6311"/>
                  </a:lnTo>
                  <a:cubicBezTo>
                    <a:pt x="4823" y="6323"/>
                    <a:pt x="4823" y="6347"/>
                    <a:pt x="4811" y="6358"/>
                  </a:cubicBezTo>
                  <a:lnTo>
                    <a:pt x="4811" y="6382"/>
                  </a:lnTo>
                  <a:cubicBezTo>
                    <a:pt x="4811" y="6406"/>
                    <a:pt x="4787" y="6418"/>
                    <a:pt x="4787" y="6430"/>
                  </a:cubicBezTo>
                  <a:lnTo>
                    <a:pt x="4787" y="6466"/>
                  </a:lnTo>
                  <a:cubicBezTo>
                    <a:pt x="4775" y="6489"/>
                    <a:pt x="4775" y="6501"/>
                    <a:pt x="4763" y="6537"/>
                  </a:cubicBezTo>
                  <a:lnTo>
                    <a:pt x="4763" y="6549"/>
                  </a:lnTo>
                  <a:cubicBezTo>
                    <a:pt x="4751" y="6585"/>
                    <a:pt x="4751" y="6597"/>
                    <a:pt x="4728" y="6620"/>
                  </a:cubicBezTo>
                  <a:cubicBezTo>
                    <a:pt x="4716" y="6668"/>
                    <a:pt x="4704" y="6704"/>
                    <a:pt x="4692" y="6739"/>
                  </a:cubicBezTo>
                  <a:lnTo>
                    <a:pt x="4692" y="6763"/>
                  </a:lnTo>
                  <a:cubicBezTo>
                    <a:pt x="4692" y="6775"/>
                    <a:pt x="4668" y="6775"/>
                    <a:pt x="4668" y="6787"/>
                  </a:cubicBezTo>
                  <a:cubicBezTo>
                    <a:pt x="4656" y="6835"/>
                    <a:pt x="4644" y="6859"/>
                    <a:pt x="4632" y="6906"/>
                  </a:cubicBezTo>
                  <a:lnTo>
                    <a:pt x="4632" y="6918"/>
                  </a:lnTo>
                  <a:cubicBezTo>
                    <a:pt x="4608" y="6954"/>
                    <a:pt x="4597" y="7001"/>
                    <a:pt x="4573" y="7025"/>
                  </a:cubicBezTo>
                  <a:cubicBezTo>
                    <a:pt x="4573" y="7037"/>
                    <a:pt x="4549" y="7037"/>
                    <a:pt x="4549" y="7061"/>
                  </a:cubicBezTo>
                  <a:cubicBezTo>
                    <a:pt x="4537" y="7085"/>
                    <a:pt x="4513" y="7132"/>
                    <a:pt x="4489" y="7156"/>
                  </a:cubicBezTo>
                  <a:cubicBezTo>
                    <a:pt x="4489" y="7156"/>
                    <a:pt x="4489" y="7180"/>
                    <a:pt x="4477" y="7180"/>
                  </a:cubicBezTo>
                  <a:cubicBezTo>
                    <a:pt x="4466" y="7204"/>
                    <a:pt x="4430" y="7240"/>
                    <a:pt x="4418" y="7263"/>
                  </a:cubicBezTo>
                  <a:lnTo>
                    <a:pt x="4406" y="7275"/>
                  </a:lnTo>
                  <a:cubicBezTo>
                    <a:pt x="4370" y="7311"/>
                    <a:pt x="4358" y="7335"/>
                    <a:pt x="4335" y="7370"/>
                  </a:cubicBezTo>
                  <a:lnTo>
                    <a:pt x="4311" y="7382"/>
                  </a:lnTo>
                  <a:cubicBezTo>
                    <a:pt x="4299" y="7418"/>
                    <a:pt x="4275" y="7430"/>
                    <a:pt x="4251" y="7442"/>
                  </a:cubicBezTo>
                  <a:lnTo>
                    <a:pt x="4239" y="7454"/>
                  </a:lnTo>
                  <a:lnTo>
                    <a:pt x="4168" y="7537"/>
                  </a:lnTo>
                  <a:lnTo>
                    <a:pt x="4156" y="7549"/>
                  </a:lnTo>
                  <a:cubicBezTo>
                    <a:pt x="4120" y="7561"/>
                    <a:pt x="4108" y="7573"/>
                    <a:pt x="4073" y="7609"/>
                  </a:cubicBezTo>
                  <a:lnTo>
                    <a:pt x="4061" y="7609"/>
                  </a:lnTo>
                  <a:cubicBezTo>
                    <a:pt x="4042" y="7618"/>
                    <a:pt x="4015" y="7643"/>
                    <a:pt x="3999" y="7659"/>
                  </a:cubicBezTo>
                  <a:lnTo>
                    <a:pt x="3999" y="7659"/>
                  </a:lnTo>
                  <a:lnTo>
                    <a:pt x="4311" y="7478"/>
                  </a:lnTo>
                  <a:cubicBezTo>
                    <a:pt x="4347" y="7454"/>
                    <a:pt x="4358" y="7442"/>
                    <a:pt x="4394" y="7430"/>
                  </a:cubicBezTo>
                  <a:lnTo>
                    <a:pt x="4406" y="7418"/>
                  </a:lnTo>
                  <a:cubicBezTo>
                    <a:pt x="4418" y="7394"/>
                    <a:pt x="4430" y="7382"/>
                    <a:pt x="4454" y="7382"/>
                  </a:cubicBezTo>
                  <a:cubicBezTo>
                    <a:pt x="4466" y="7382"/>
                    <a:pt x="4466" y="7370"/>
                    <a:pt x="4477" y="7370"/>
                  </a:cubicBezTo>
                  <a:lnTo>
                    <a:pt x="4525" y="7323"/>
                  </a:lnTo>
                  <a:lnTo>
                    <a:pt x="4537" y="7311"/>
                  </a:lnTo>
                  <a:cubicBezTo>
                    <a:pt x="4573" y="7299"/>
                    <a:pt x="4585" y="7263"/>
                    <a:pt x="4597" y="7251"/>
                  </a:cubicBezTo>
                  <a:lnTo>
                    <a:pt x="4608" y="7240"/>
                  </a:lnTo>
                  <a:lnTo>
                    <a:pt x="4668" y="7180"/>
                  </a:lnTo>
                  <a:lnTo>
                    <a:pt x="4692" y="7156"/>
                  </a:lnTo>
                  <a:lnTo>
                    <a:pt x="4728" y="7120"/>
                  </a:lnTo>
                  <a:cubicBezTo>
                    <a:pt x="4728" y="7097"/>
                    <a:pt x="4751" y="7097"/>
                    <a:pt x="4751" y="7085"/>
                  </a:cubicBezTo>
                  <a:cubicBezTo>
                    <a:pt x="4763" y="7073"/>
                    <a:pt x="4775" y="7037"/>
                    <a:pt x="4787" y="7025"/>
                  </a:cubicBezTo>
                  <a:lnTo>
                    <a:pt x="4811" y="7013"/>
                  </a:lnTo>
                  <a:cubicBezTo>
                    <a:pt x="4823" y="6978"/>
                    <a:pt x="4847" y="6954"/>
                    <a:pt x="4870" y="6942"/>
                  </a:cubicBezTo>
                  <a:cubicBezTo>
                    <a:pt x="4870" y="6942"/>
                    <a:pt x="4870" y="6918"/>
                    <a:pt x="4882" y="6918"/>
                  </a:cubicBezTo>
                  <a:cubicBezTo>
                    <a:pt x="4894" y="6906"/>
                    <a:pt x="4906" y="6882"/>
                    <a:pt x="4930" y="6847"/>
                  </a:cubicBezTo>
                  <a:cubicBezTo>
                    <a:pt x="4930" y="6835"/>
                    <a:pt x="4942" y="6835"/>
                    <a:pt x="4942" y="6823"/>
                  </a:cubicBezTo>
                  <a:cubicBezTo>
                    <a:pt x="4954" y="6799"/>
                    <a:pt x="4966" y="6775"/>
                    <a:pt x="4966" y="6763"/>
                  </a:cubicBezTo>
                  <a:cubicBezTo>
                    <a:pt x="4966" y="6763"/>
                    <a:pt x="4966" y="6739"/>
                    <a:pt x="4989" y="6739"/>
                  </a:cubicBezTo>
                  <a:lnTo>
                    <a:pt x="4989" y="6728"/>
                  </a:lnTo>
                  <a:cubicBezTo>
                    <a:pt x="4989" y="6716"/>
                    <a:pt x="5001" y="6704"/>
                    <a:pt x="5001" y="6680"/>
                  </a:cubicBezTo>
                  <a:cubicBezTo>
                    <a:pt x="5001" y="6668"/>
                    <a:pt x="5013" y="6656"/>
                    <a:pt x="5013" y="6644"/>
                  </a:cubicBezTo>
                  <a:cubicBezTo>
                    <a:pt x="5013" y="6620"/>
                    <a:pt x="5025" y="6608"/>
                    <a:pt x="5025" y="6597"/>
                  </a:cubicBezTo>
                  <a:cubicBezTo>
                    <a:pt x="5025" y="6585"/>
                    <a:pt x="5025" y="6585"/>
                    <a:pt x="5049" y="6561"/>
                  </a:cubicBezTo>
                  <a:lnTo>
                    <a:pt x="5049" y="6549"/>
                  </a:lnTo>
                  <a:cubicBezTo>
                    <a:pt x="5061" y="6501"/>
                    <a:pt x="5073" y="6478"/>
                    <a:pt x="5085" y="6430"/>
                  </a:cubicBezTo>
                  <a:cubicBezTo>
                    <a:pt x="5109" y="6406"/>
                    <a:pt x="5109" y="6382"/>
                    <a:pt x="5120" y="6358"/>
                  </a:cubicBezTo>
                  <a:lnTo>
                    <a:pt x="5120" y="6347"/>
                  </a:lnTo>
                  <a:cubicBezTo>
                    <a:pt x="5132" y="6311"/>
                    <a:pt x="5132" y="6299"/>
                    <a:pt x="5144" y="6263"/>
                  </a:cubicBezTo>
                  <a:lnTo>
                    <a:pt x="5144" y="6251"/>
                  </a:lnTo>
                  <a:lnTo>
                    <a:pt x="5144" y="6239"/>
                  </a:lnTo>
                  <a:cubicBezTo>
                    <a:pt x="5144" y="6227"/>
                    <a:pt x="5168" y="6204"/>
                    <a:pt x="5168" y="6192"/>
                  </a:cubicBezTo>
                  <a:lnTo>
                    <a:pt x="5168" y="6180"/>
                  </a:lnTo>
                  <a:cubicBezTo>
                    <a:pt x="5168" y="6168"/>
                    <a:pt x="5168" y="6144"/>
                    <a:pt x="5180" y="6132"/>
                  </a:cubicBezTo>
                  <a:lnTo>
                    <a:pt x="5180" y="6108"/>
                  </a:lnTo>
                  <a:lnTo>
                    <a:pt x="5180" y="6073"/>
                  </a:lnTo>
                  <a:lnTo>
                    <a:pt x="5180" y="6049"/>
                  </a:lnTo>
                  <a:lnTo>
                    <a:pt x="5180" y="6025"/>
                  </a:lnTo>
                  <a:lnTo>
                    <a:pt x="5180" y="6001"/>
                  </a:lnTo>
                  <a:lnTo>
                    <a:pt x="5180" y="5966"/>
                  </a:lnTo>
                  <a:lnTo>
                    <a:pt x="5180" y="5942"/>
                  </a:lnTo>
                  <a:lnTo>
                    <a:pt x="5180" y="5930"/>
                  </a:lnTo>
                  <a:lnTo>
                    <a:pt x="5180" y="5906"/>
                  </a:lnTo>
                  <a:lnTo>
                    <a:pt x="5180" y="5846"/>
                  </a:lnTo>
                  <a:lnTo>
                    <a:pt x="5180" y="5549"/>
                  </a:lnTo>
                  <a:lnTo>
                    <a:pt x="5192" y="2929"/>
                  </a:lnTo>
                  <a:cubicBezTo>
                    <a:pt x="5228" y="2918"/>
                    <a:pt x="5192" y="2894"/>
                    <a:pt x="5168" y="2858"/>
                  </a:cubicBezTo>
                  <a:cubicBezTo>
                    <a:pt x="5132" y="2834"/>
                    <a:pt x="5097" y="2799"/>
                    <a:pt x="5061" y="2751"/>
                  </a:cubicBezTo>
                  <a:cubicBezTo>
                    <a:pt x="5025" y="2727"/>
                    <a:pt x="5001" y="2691"/>
                    <a:pt x="4978" y="2679"/>
                  </a:cubicBezTo>
                  <a:lnTo>
                    <a:pt x="4954" y="2668"/>
                  </a:lnTo>
                  <a:lnTo>
                    <a:pt x="4870" y="2572"/>
                  </a:lnTo>
                  <a:lnTo>
                    <a:pt x="4751" y="2453"/>
                  </a:lnTo>
                  <a:cubicBezTo>
                    <a:pt x="4728" y="2441"/>
                    <a:pt x="4728" y="2429"/>
                    <a:pt x="4716" y="2429"/>
                  </a:cubicBezTo>
                  <a:cubicBezTo>
                    <a:pt x="4704" y="2406"/>
                    <a:pt x="4680" y="2382"/>
                    <a:pt x="4656" y="2358"/>
                  </a:cubicBezTo>
                  <a:cubicBezTo>
                    <a:pt x="4644" y="2334"/>
                    <a:pt x="4632" y="2322"/>
                    <a:pt x="4632" y="2310"/>
                  </a:cubicBezTo>
                  <a:lnTo>
                    <a:pt x="4549" y="2239"/>
                  </a:lnTo>
                  <a:lnTo>
                    <a:pt x="4525" y="2203"/>
                  </a:lnTo>
                  <a:cubicBezTo>
                    <a:pt x="4477" y="2156"/>
                    <a:pt x="4454" y="2108"/>
                    <a:pt x="4406" y="2072"/>
                  </a:cubicBezTo>
                  <a:lnTo>
                    <a:pt x="4370" y="2037"/>
                  </a:lnTo>
                  <a:cubicBezTo>
                    <a:pt x="4347" y="2013"/>
                    <a:pt x="4311" y="1965"/>
                    <a:pt x="4287" y="1941"/>
                  </a:cubicBezTo>
                  <a:lnTo>
                    <a:pt x="4251" y="1906"/>
                  </a:lnTo>
                  <a:cubicBezTo>
                    <a:pt x="4216" y="1846"/>
                    <a:pt x="4156" y="1786"/>
                    <a:pt x="4108" y="1727"/>
                  </a:cubicBezTo>
                  <a:cubicBezTo>
                    <a:pt x="4108" y="1715"/>
                    <a:pt x="4096" y="1715"/>
                    <a:pt x="4096" y="1703"/>
                  </a:cubicBezTo>
                  <a:cubicBezTo>
                    <a:pt x="4049" y="1644"/>
                    <a:pt x="4001" y="1584"/>
                    <a:pt x="3942" y="1525"/>
                  </a:cubicBezTo>
                  <a:lnTo>
                    <a:pt x="3918" y="1489"/>
                  </a:lnTo>
                  <a:cubicBezTo>
                    <a:pt x="3882" y="1441"/>
                    <a:pt x="3835" y="1405"/>
                    <a:pt x="3811" y="1358"/>
                  </a:cubicBezTo>
                  <a:cubicBezTo>
                    <a:pt x="3811" y="1358"/>
                    <a:pt x="3811" y="1346"/>
                    <a:pt x="3799" y="1346"/>
                  </a:cubicBezTo>
                  <a:cubicBezTo>
                    <a:pt x="3763" y="1298"/>
                    <a:pt x="3739" y="1251"/>
                    <a:pt x="3704" y="1227"/>
                  </a:cubicBezTo>
                  <a:cubicBezTo>
                    <a:pt x="3692" y="1203"/>
                    <a:pt x="3692" y="1191"/>
                    <a:pt x="3680" y="1191"/>
                  </a:cubicBezTo>
                  <a:cubicBezTo>
                    <a:pt x="3644" y="1144"/>
                    <a:pt x="3620" y="1108"/>
                    <a:pt x="3573" y="1060"/>
                  </a:cubicBezTo>
                  <a:lnTo>
                    <a:pt x="3477" y="929"/>
                  </a:lnTo>
                  <a:cubicBezTo>
                    <a:pt x="3465" y="905"/>
                    <a:pt x="3454" y="894"/>
                    <a:pt x="3454" y="882"/>
                  </a:cubicBezTo>
                  <a:cubicBezTo>
                    <a:pt x="3442" y="870"/>
                    <a:pt x="3442" y="846"/>
                    <a:pt x="3418" y="846"/>
                  </a:cubicBezTo>
                  <a:cubicBezTo>
                    <a:pt x="3406" y="834"/>
                    <a:pt x="3394" y="810"/>
                    <a:pt x="3382" y="786"/>
                  </a:cubicBezTo>
                  <a:lnTo>
                    <a:pt x="3346" y="763"/>
                  </a:lnTo>
                  <a:cubicBezTo>
                    <a:pt x="3334" y="751"/>
                    <a:pt x="3323" y="715"/>
                    <a:pt x="3299" y="703"/>
                  </a:cubicBezTo>
                  <a:cubicBezTo>
                    <a:pt x="3299" y="691"/>
                    <a:pt x="3287" y="691"/>
                    <a:pt x="3287" y="667"/>
                  </a:cubicBezTo>
                  <a:cubicBezTo>
                    <a:pt x="3275" y="643"/>
                    <a:pt x="3239" y="608"/>
                    <a:pt x="3227" y="596"/>
                  </a:cubicBezTo>
                  <a:cubicBezTo>
                    <a:pt x="3215" y="572"/>
                    <a:pt x="3204" y="548"/>
                    <a:pt x="3168" y="524"/>
                  </a:cubicBezTo>
                  <a:cubicBezTo>
                    <a:pt x="3168" y="513"/>
                    <a:pt x="3156" y="513"/>
                    <a:pt x="3156" y="489"/>
                  </a:cubicBezTo>
                  <a:cubicBezTo>
                    <a:pt x="3144" y="477"/>
                    <a:pt x="3120" y="465"/>
                    <a:pt x="3120" y="453"/>
                  </a:cubicBezTo>
                  <a:cubicBezTo>
                    <a:pt x="3120" y="429"/>
                    <a:pt x="3108" y="429"/>
                    <a:pt x="3108" y="417"/>
                  </a:cubicBezTo>
                  <a:cubicBezTo>
                    <a:pt x="3096" y="405"/>
                    <a:pt x="3096" y="393"/>
                    <a:pt x="3084" y="370"/>
                  </a:cubicBezTo>
                  <a:cubicBezTo>
                    <a:pt x="3084" y="358"/>
                    <a:pt x="3061" y="358"/>
                    <a:pt x="3061" y="346"/>
                  </a:cubicBezTo>
                  <a:cubicBezTo>
                    <a:pt x="3049" y="334"/>
                    <a:pt x="3049" y="310"/>
                    <a:pt x="3037" y="310"/>
                  </a:cubicBezTo>
                  <a:cubicBezTo>
                    <a:pt x="3037" y="298"/>
                    <a:pt x="3025" y="298"/>
                    <a:pt x="3025" y="286"/>
                  </a:cubicBezTo>
                  <a:cubicBezTo>
                    <a:pt x="3001" y="274"/>
                    <a:pt x="3001" y="251"/>
                    <a:pt x="2989" y="251"/>
                  </a:cubicBezTo>
                  <a:cubicBezTo>
                    <a:pt x="2989" y="239"/>
                    <a:pt x="2977" y="239"/>
                    <a:pt x="2977" y="239"/>
                  </a:cubicBezTo>
                  <a:cubicBezTo>
                    <a:pt x="2965" y="227"/>
                    <a:pt x="2965" y="215"/>
                    <a:pt x="2942" y="215"/>
                  </a:cubicBezTo>
                  <a:lnTo>
                    <a:pt x="2930" y="191"/>
                  </a:lnTo>
                  <a:cubicBezTo>
                    <a:pt x="2918" y="179"/>
                    <a:pt x="2918" y="167"/>
                    <a:pt x="2906" y="167"/>
                  </a:cubicBezTo>
                  <a:lnTo>
                    <a:pt x="2906" y="155"/>
                  </a:lnTo>
                  <a:cubicBezTo>
                    <a:pt x="2882" y="132"/>
                    <a:pt x="2882" y="120"/>
                    <a:pt x="2870" y="108"/>
                  </a:cubicBezTo>
                  <a:cubicBezTo>
                    <a:pt x="2870" y="108"/>
                    <a:pt x="2870" y="96"/>
                    <a:pt x="2858" y="96"/>
                  </a:cubicBezTo>
                  <a:lnTo>
                    <a:pt x="2846" y="72"/>
                  </a:lnTo>
                  <a:cubicBezTo>
                    <a:pt x="2846" y="72"/>
                    <a:pt x="2846" y="60"/>
                    <a:pt x="2823" y="60"/>
                  </a:cubicBezTo>
                  <a:cubicBezTo>
                    <a:pt x="2823" y="60"/>
                    <a:pt x="2823" y="48"/>
                    <a:pt x="2811" y="48"/>
                  </a:cubicBezTo>
                  <a:lnTo>
                    <a:pt x="2811" y="36"/>
                  </a:lnTo>
                  <a:lnTo>
                    <a:pt x="2811" y="12"/>
                  </a:lnTo>
                  <a:lnTo>
                    <a:pt x="2799" y="1"/>
                  </a:lnTo>
                  <a:close/>
                  <a:moveTo>
                    <a:pt x="3999" y="7659"/>
                  </a:moveTo>
                  <a:lnTo>
                    <a:pt x="3956" y="7684"/>
                  </a:lnTo>
                  <a:lnTo>
                    <a:pt x="3956" y="7684"/>
                  </a:lnTo>
                  <a:cubicBezTo>
                    <a:pt x="3961" y="7682"/>
                    <a:pt x="3969" y="7680"/>
                    <a:pt x="3977" y="7680"/>
                  </a:cubicBezTo>
                  <a:cubicBezTo>
                    <a:pt x="3977" y="7668"/>
                    <a:pt x="3989" y="7668"/>
                    <a:pt x="3989" y="7668"/>
                  </a:cubicBezTo>
                  <a:cubicBezTo>
                    <a:pt x="3992" y="7666"/>
                    <a:pt x="3995" y="7663"/>
                    <a:pt x="3999" y="7659"/>
                  </a:cubicBezTo>
                  <a:close/>
                  <a:moveTo>
                    <a:pt x="3956" y="7684"/>
                  </a:moveTo>
                  <a:cubicBezTo>
                    <a:pt x="3946" y="7687"/>
                    <a:pt x="3942" y="7692"/>
                    <a:pt x="3942" y="7692"/>
                  </a:cubicBezTo>
                  <a:lnTo>
                    <a:pt x="3956" y="7684"/>
                  </a:lnTo>
                  <a:close/>
                </a:path>
              </a:pathLst>
            </a:custGeom>
            <a:solidFill>
              <a:srgbClr val="B4B9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42">
              <a:extLst>
                <a:ext uri="{FF2B5EF4-FFF2-40B4-BE49-F238E27FC236}">
                  <a16:creationId xmlns:a16="http://schemas.microsoft.com/office/drawing/2014/main" id="{BD76C61E-69C3-18D4-6911-696D1A1C6AF3}"/>
                </a:ext>
              </a:extLst>
            </p:cNvPr>
            <p:cNvSpPr/>
            <p:nvPr/>
          </p:nvSpPr>
          <p:spPr>
            <a:xfrm>
              <a:off x="5078870" y="2112403"/>
              <a:ext cx="49252" cy="60413"/>
            </a:xfrm>
            <a:custGeom>
              <a:avLst/>
              <a:gdLst/>
              <a:ahLst/>
              <a:cxnLst/>
              <a:rect l="l" t="t" r="r" b="b"/>
              <a:pathLst>
                <a:path w="1668" h="2046" extrusionOk="0">
                  <a:moveTo>
                    <a:pt x="460" y="0"/>
                  </a:moveTo>
                  <a:cubicBezTo>
                    <a:pt x="186" y="0"/>
                    <a:pt x="1" y="222"/>
                    <a:pt x="1" y="593"/>
                  </a:cubicBezTo>
                  <a:lnTo>
                    <a:pt x="1" y="1082"/>
                  </a:lnTo>
                  <a:lnTo>
                    <a:pt x="132" y="1153"/>
                  </a:lnTo>
                  <a:lnTo>
                    <a:pt x="120" y="665"/>
                  </a:lnTo>
                  <a:cubicBezTo>
                    <a:pt x="120" y="345"/>
                    <a:pt x="274" y="162"/>
                    <a:pt x="508" y="162"/>
                  </a:cubicBezTo>
                  <a:cubicBezTo>
                    <a:pt x="605" y="162"/>
                    <a:pt x="715" y="194"/>
                    <a:pt x="834" y="260"/>
                  </a:cubicBezTo>
                  <a:cubicBezTo>
                    <a:pt x="1227" y="486"/>
                    <a:pt x="1537" y="1034"/>
                    <a:pt x="1537" y="1486"/>
                  </a:cubicBezTo>
                  <a:lnTo>
                    <a:pt x="1537" y="1975"/>
                  </a:lnTo>
                  <a:lnTo>
                    <a:pt x="1668" y="2046"/>
                  </a:lnTo>
                  <a:lnTo>
                    <a:pt x="1668" y="1558"/>
                  </a:lnTo>
                  <a:cubicBezTo>
                    <a:pt x="1668" y="1022"/>
                    <a:pt x="1298" y="379"/>
                    <a:pt x="834" y="117"/>
                  </a:cubicBezTo>
                  <a:cubicBezTo>
                    <a:pt x="699" y="38"/>
                    <a:pt x="572" y="0"/>
                    <a:pt x="460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42">
              <a:extLst>
                <a:ext uri="{FF2B5EF4-FFF2-40B4-BE49-F238E27FC236}">
                  <a16:creationId xmlns:a16="http://schemas.microsoft.com/office/drawing/2014/main" id="{5443405B-C69D-C990-C3F4-75FBDA59E707}"/>
                </a:ext>
              </a:extLst>
            </p:cNvPr>
            <p:cNvSpPr/>
            <p:nvPr/>
          </p:nvSpPr>
          <p:spPr>
            <a:xfrm>
              <a:off x="5066232" y="2141605"/>
              <a:ext cx="73140" cy="112057"/>
            </a:xfrm>
            <a:custGeom>
              <a:avLst/>
              <a:gdLst/>
              <a:ahLst/>
              <a:cxnLst/>
              <a:rect l="l" t="t" r="r" b="b"/>
              <a:pathLst>
                <a:path w="2477" h="3795" extrusionOk="0">
                  <a:moveTo>
                    <a:pt x="1108" y="1238"/>
                  </a:moveTo>
                  <a:cubicBezTo>
                    <a:pt x="1151" y="1238"/>
                    <a:pt x="1199" y="1253"/>
                    <a:pt x="1250" y="1283"/>
                  </a:cubicBezTo>
                  <a:cubicBezTo>
                    <a:pt x="1429" y="1390"/>
                    <a:pt x="1560" y="1629"/>
                    <a:pt x="1560" y="1819"/>
                  </a:cubicBezTo>
                  <a:cubicBezTo>
                    <a:pt x="1560" y="1938"/>
                    <a:pt x="1512" y="2010"/>
                    <a:pt x="1441" y="2021"/>
                  </a:cubicBezTo>
                  <a:lnTo>
                    <a:pt x="1560" y="2855"/>
                  </a:lnTo>
                  <a:lnTo>
                    <a:pt x="929" y="2498"/>
                  </a:lnTo>
                  <a:lnTo>
                    <a:pt x="1048" y="1807"/>
                  </a:lnTo>
                  <a:cubicBezTo>
                    <a:pt x="976" y="1712"/>
                    <a:pt x="929" y="1581"/>
                    <a:pt x="929" y="1462"/>
                  </a:cubicBezTo>
                  <a:cubicBezTo>
                    <a:pt x="929" y="1326"/>
                    <a:pt x="1001" y="1238"/>
                    <a:pt x="1108" y="1238"/>
                  </a:cubicBezTo>
                  <a:close/>
                  <a:moveTo>
                    <a:pt x="191" y="0"/>
                  </a:moveTo>
                  <a:cubicBezTo>
                    <a:pt x="85" y="0"/>
                    <a:pt x="12" y="88"/>
                    <a:pt x="12" y="224"/>
                  </a:cubicBezTo>
                  <a:lnTo>
                    <a:pt x="12" y="1998"/>
                  </a:lnTo>
                  <a:lnTo>
                    <a:pt x="12" y="2140"/>
                  </a:lnTo>
                  <a:cubicBezTo>
                    <a:pt x="0" y="2355"/>
                    <a:pt x="143" y="2605"/>
                    <a:pt x="321" y="2700"/>
                  </a:cubicBezTo>
                  <a:lnTo>
                    <a:pt x="2155" y="3748"/>
                  </a:lnTo>
                  <a:cubicBezTo>
                    <a:pt x="2208" y="3780"/>
                    <a:pt x="2258" y="3795"/>
                    <a:pt x="2302" y="3795"/>
                  </a:cubicBezTo>
                  <a:cubicBezTo>
                    <a:pt x="2406" y="3795"/>
                    <a:pt x="2477" y="3711"/>
                    <a:pt x="2477" y="3569"/>
                  </a:cubicBezTo>
                  <a:lnTo>
                    <a:pt x="2477" y="1652"/>
                  </a:lnTo>
                  <a:cubicBezTo>
                    <a:pt x="2477" y="1450"/>
                    <a:pt x="2334" y="1212"/>
                    <a:pt x="2167" y="1105"/>
                  </a:cubicBezTo>
                  <a:lnTo>
                    <a:pt x="2096" y="1057"/>
                  </a:lnTo>
                  <a:lnTo>
                    <a:pt x="1965" y="986"/>
                  </a:lnTo>
                  <a:lnTo>
                    <a:pt x="548" y="164"/>
                  </a:lnTo>
                  <a:lnTo>
                    <a:pt x="417" y="93"/>
                  </a:lnTo>
                  <a:lnTo>
                    <a:pt x="333" y="45"/>
                  </a:lnTo>
                  <a:cubicBezTo>
                    <a:pt x="282" y="14"/>
                    <a:pt x="234" y="0"/>
                    <a:pt x="191" y="0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42">
              <a:extLst>
                <a:ext uri="{FF2B5EF4-FFF2-40B4-BE49-F238E27FC236}">
                  <a16:creationId xmlns:a16="http://schemas.microsoft.com/office/drawing/2014/main" id="{4BA5D425-1846-D436-ECE8-8E8DCF2EE2D1}"/>
                </a:ext>
              </a:extLst>
            </p:cNvPr>
            <p:cNvSpPr/>
            <p:nvPr/>
          </p:nvSpPr>
          <p:spPr>
            <a:xfrm>
              <a:off x="5093279" y="2178515"/>
              <a:ext cx="18661" cy="48100"/>
            </a:xfrm>
            <a:custGeom>
              <a:avLst/>
              <a:gdLst/>
              <a:ahLst/>
              <a:cxnLst/>
              <a:rect l="l" t="t" r="r" b="b"/>
              <a:pathLst>
                <a:path w="632" h="1629" extrusionOk="0">
                  <a:moveTo>
                    <a:pt x="171" y="0"/>
                  </a:moveTo>
                  <a:cubicBezTo>
                    <a:pt x="67" y="0"/>
                    <a:pt x="1" y="88"/>
                    <a:pt x="1" y="224"/>
                  </a:cubicBezTo>
                  <a:cubicBezTo>
                    <a:pt x="1" y="343"/>
                    <a:pt x="48" y="474"/>
                    <a:pt x="120" y="581"/>
                  </a:cubicBezTo>
                  <a:lnTo>
                    <a:pt x="1" y="1283"/>
                  </a:lnTo>
                  <a:lnTo>
                    <a:pt x="632" y="1629"/>
                  </a:lnTo>
                  <a:lnTo>
                    <a:pt x="632" y="1629"/>
                  </a:lnTo>
                  <a:lnTo>
                    <a:pt x="513" y="795"/>
                  </a:lnTo>
                  <a:cubicBezTo>
                    <a:pt x="584" y="760"/>
                    <a:pt x="632" y="688"/>
                    <a:pt x="632" y="581"/>
                  </a:cubicBezTo>
                  <a:cubicBezTo>
                    <a:pt x="632" y="390"/>
                    <a:pt x="489" y="140"/>
                    <a:pt x="310" y="45"/>
                  </a:cubicBezTo>
                  <a:cubicBezTo>
                    <a:pt x="259" y="14"/>
                    <a:pt x="212" y="0"/>
                    <a:pt x="1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42">
              <a:extLst>
                <a:ext uri="{FF2B5EF4-FFF2-40B4-BE49-F238E27FC236}">
                  <a16:creationId xmlns:a16="http://schemas.microsoft.com/office/drawing/2014/main" id="{3A35321C-62AC-AFF7-6D23-67A139C17797}"/>
                </a:ext>
              </a:extLst>
            </p:cNvPr>
            <p:cNvSpPr/>
            <p:nvPr/>
          </p:nvSpPr>
          <p:spPr>
            <a:xfrm>
              <a:off x="5857569" y="2594321"/>
              <a:ext cx="366023" cy="464379"/>
            </a:xfrm>
            <a:custGeom>
              <a:avLst/>
              <a:gdLst/>
              <a:ahLst/>
              <a:cxnLst/>
              <a:rect l="l" t="t" r="r" b="b"/>
              <a:pathLst>
                <a:path w="12396" h="15727" extrusionOk="0">
                  <a:moveTo>
                    <a:pt x="311" y="1"/>
                  </a:moveTo>
                  <a:cubicBezTo>
                    <a:pt x="132" y="84"/>
                    <a:pt x="13" y="298"/>
                    <a:pt x="13" y="608"/>
                  </a:cubicBezTo>
                  <a:lnTo>
                    <a:pt x="1" y="7918"/>
                  </a:lnTo>
                  <a:cubicBezTo>
                    <a:pt x="1" y="8502"/>
                    <a:pt x="406" y="9216"/>
                    <a:pt x="918" y="9514"/>
                  </a:cubicBezTo>
                  <a:lnTo>
                    <a:pt x="4192" y="11395"/>
                  </a:lnTo>
                  <a:lnTo>
                    <a:pt x="11479" y="15598"/>
                  </a:lnTo>
                  <a:cubicBezTo>
                    <a:pt x="11622" y="15685"/>
                    <a:pt x="11759" y="15726"/>
                    <a:pt x="11881" y="15726"/>
                  </a:cubicBezTo>
                  <a:cubicBezTo>
                    <a:pt x="12175" y="15726"/>
                    <a:pt x="12383" y="15486"/>
                    <a:pt x="12383" y="15074"/>
                  </a:cubicBezTo>
                  <a:lnTo>
                    <a:pt x="12395" y="7763"/>
                  </a:lnTo>
                  <a:cubicBezTo>
                    <a:pt x="12395" y="7454"/>
                    <a:pt x="12276" y="7109"/>
                    <a:pt x="12098" y="6811"/>
                  </a:cubicBezTo>
                  <a:lnTo>
                    <a:pt x="6192" y="8859"/>
                  </a:lnTo>
                  <a:lnTo>
                    <a:pt x="3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42">
              <a:extLst>
                <a:ext uri="{FF2B5EF4-FFF2-40B4-BE49-F238E27FC236}">
                  <a16:creationId xmlns:a16="http://schemas.microsoft.com/office/drawing/2014/main" id="{C2C120CB-7C4D-C689-7FB5-520E3124E5D6}"/>
                </a:ext>
              </a:extLst>
            </p:cNvPr>
            <p:cNvSpPr/>
            <p:nvPr/>
          </p:nvSpPr>
          <p:spPr>
            <a:xfrm>
              <a:off x="5866723" y="2593140"/>
              <a:ext cx="348070" cy="262765"/>
            </a:xfrm>
            <a:custGeom>
              <a:avLst/>
              <a:gdLst/>
              <a:ahLst/>
              <a:cxnLst/>
              <a:rect l="l" t="t" r="r" b="b"/>
              <a:pathLst>
                <a:path w="11788" h="8899" extrusionOk="0">
                  <a:moveTo>
                    <a:pt x="204" y="1"/>
                  </a:moveTo>
                  <a:cubicBezTo>
                    <a:pt x="131" y="1"/>
                    <a:pt x="62" y="14"/>
                    <a:pt x="1" y="41"/>
                  </a:cubicBezTo>
                  <a:lnTo>
                    <a:pt x="5882" y="8899"/>
                  </a:lnTo>
                  <a:lnTo>
                    <a:pt x="11788" y="6851"/>
                  </a:lnTo>
                  <a:cubicBezTo>
                    <a:pt x="11621" y="6589"/>
                    <a:pt x="11407" y="6363"/>
                    <a:pt x="11169" y="6220"/>
                  </a:cubicBezTo>
                  <a:lnTo>
                    <a:pt x="7894" y="4327"/>
                  </a:lnTo>
                  <a:lnTo>
                    <a:pt x="608" y="124"/>
                  </a:lnTo>
                  <a:cubicBezTo>
                    <a:pt x="472" y="41"/>
                    <a:pt x="331" y="1"/>
                    <a:pt x="20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42">
              <a:extLst>
                <a:ext uri="{FF2B5EF4-FFF2-40B4-BE49-F238E27FC236}">
                  <a16:creationId xmlns:a16="http://schemas.microsoft.com/office/drawing/2014/main" id="{C8F74B18-CA98-8057-35E8-88441D9F87EB}"/>
                </a:ext>
              </a:extLst>
            </p:cNvPr>
            <p:cNvSpPr/>
            <p:nvPr/>
          </p:nvSpPr>
          <p:spPr>
            <a:xfrm>
              <a:off x="4314580" y="1726803"/>
              <a:ext cx="422243" cy="383798"/>
            </a:xfrm>
            <a:custGeom>
              <a:avLst/>
              <a:gdLst/>
              <a:ahLst/>
              <a:cxnLst/>
              <a:rect l="l" t="t" r="r" b="b"/>
              <a:pathLst>
                <a:path w="14300" h="12998" extrusionOk="0">
                  <a:moveTo>
                    <a:pt x="1129" y="2666"/>
                  </a:moveTo>
                  <a:cubicBezTo>
                    <a:pt x="1176" y="2666"/>
                    <a:pt x="1229" y="2681"/>
                    <a:pt x="1286" y="2711"/>
                  </a:cubicBezTo>
                  <a:lnTo>
                    <a:pt x="2787" y="3568"/>
                  </a:lnTo>
                  <a:cubicBezTo>
                    <a:pt x="2977" y="3687"/>
                    <a:pt x="3144" y="3961"/>
                    <a:pt x="3144" y="4187"/>
                  </a:cubicBezTo>
                  <a:lnTo>
                    <a:pt x="3144" y="4997"/>
                  </a:lnTo>
                  <a:cubicBezTo>
                    <a:pt x="3144" y="5160"/>
                    <a:pt x="3057" y="5255"/>
                    <a:pt x="2937" y="5255"/>
                  </a:cubicBezTo>
                  <a:cubicBezTo>
                    <a:pt x="2891" y="5255"/>
                    <a:pt x="2840" y="5241"/>
                    <a:pt x="2787" y="5211"/>
                  </a:cubicBezTo>
                  <a:lnTo>
                    <a:pt x="1286" y="4342"/>
                  </a:lnTo>
                  <a:cubicBezTo>
                    <a:pt x="1084" y="4223"/>
                    <a:pt x="929" y="3961"/>
                    <a:pt x="929" y="3735"/>
                  </a:cubicBezTo>
                  <a:lnTo>
                    <a:pt x="929" y="2913"/>
                  </a:lnTo>
                  <a:cubicBezTo>
                    <a:pt x="929" y="2759"/>
                    <a:pt x="1009" y="2666"/>
                    <a:pt x="1129" y="2666"/>
                  </a:cubicBezTo>
                  <a:close/>
                  <a:moveTo>
                    <a:pt x="12288" y="7365"/>
                  </a:moveTo>
                  <a:cubicBezTo>
                    <a:pt x="12350" y="7365"/>
                    <a:pt x="12419" y="7385"/>
                    <a:pt x="12490" y="7425"/>
                  </a:cubicBezTo>
                  <a:cubicBezTo>
                    <a:pt x="12621" y="7497"/>
                    <a:pt x="12740" y="7640"/>
                    <a:pt x="12835" y="7795"/>
                  </a:cubicBezTo>
                  <a:cubicBezTo>
                    <a:pt x="12868" y="7771"/>
                    <a:pt x="12906" y="7761"/>
                    <a:pt x="12948" y="7761"/>
                  </a:cubicBezTo>
                  <a:cubicBezTo>
                    <a:pt x="13013" y="7761"/>
                    <a:pt x="13089" y="7787"/>
                    <a:pt x="13169" y="7830"/>
                  </a:cubicBezTo>
                  <a:cubicBezTo>
                    <a:pt x="13443" y="7973"/>
                    <a:pt x="13645" y="8354"/>
                    <a:pt x="13645" y="8652"/>
                  </a:cubicBezTo>
                  <a:cubicBezTo>
                    <a:pt x="13645" y="8861"/>
                    <a:pt x="13545" y="8982"/>
                    <a:pt x="13391" y="8982"/>
                  </a:cubicBezTo>
                  <a:cubicBezTo>
                    <a:pt x="13326" y="8982"/>
                    <a:pt x="13250" y="8960"/>
                    <a:pt x="13169" y="8914"/>
                  </a:cubicBezTo>
                  <a:cubicBezTo>
                    <a:pt x="13038" y="8842"/>
                    <a:pt x="12919" y="8711"/>
                    <a:pt x="12835" y="8545"/>
                  </a:cubicBezTo>
                  <a:cubicBezTo>
                    <a:pt x="12796" y="8569"/>
                    <a:pt x="12752" y="8582"/>
                    <a:pt x="12705" y="8582"/>
                  </a:cubicBezTo>
                  <a:cubicBezTo>
                    <a:pt x="12639" y="8582"/>
                    <a:pt x="12567" y="8558"/>
                    <a:pt x="12490" y="8509"/>
                  </a:cubicBezTo>
                  <a:cubicBezTo>
                    <a:pt x="12216" y="8366"/>
                    <a:pt x="12014" y="7997"/>
                    <a:pt x="12014" y="7699"/>
                  </a:cubicBezTo>
                  <a:cubicBezTo>
                    <a:pt x="12022" y="7487"/>
                    <a:pt x="12134" y="7365"/>
                    <a:pt x="12288" y="7365"/>
                  </a:cubicBezTo>
                  <a:close/>
                  <a:moveTo>
                    <a:pt x="434" y="1"/>
                  </a:moveTo>
                  <a:cubicBezTo>
                    <a:pt x="185" y="1"/>
                    <a:pt x="12" y="195"/>
                    <a:pt x="12" y="532"/>
                  </a:cubicBezTo>
                  <a:lnTo>
                    <a:pt x="0" y="4044"/>
                  </a:lnTo>
                  <a:lnTo>
                    <a:pt x="0" y="4747"/>
                  </a:lnTo>
                  <a:lnTo>
                    <a:pt x="14288" y="12998"/>
                  </a:lnTo>
                  <a:lnTo>
                    <a:pt x="14300" y="8783"/>
                  </a:lnTo>
                  <a:cubicBezTo>
                    <a:pt x="14300" y="8307"/>
                    <a:pt x="13978" y="7723"/>
                    <a:pt x="13562" y="7485"/>
                  </a:cubicBezTo>
                  <a:lnTo>
                    <a:pt x="774" y="103"/>
                  </a:lnTo>
                  <a:cubicBezTo>
                    <a:pt x="653" y="34"/>
                    <a:pt x="537" y="1"/>
                    <a:pt x="4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42">
              <a:extLst>
                <a:ext uri="{FF2B5EF4-FFF2-40B4-BE49-F238E27FC236}">
                  <a16:creationId xmlns:a16="http://schemas.microsoft.com/office/drawing/2014/main" id="{ED457E46-F60D-DC7C-046F-78D0478DD05A}"/>
                </a:ext>
              </a:extLst>
            </p:cNvPr>
            <p:cNvSpPr/>
            <p:nvPr/>
          </p:nvSpPr>
          <p:spPr>
            <a:xfrm>
              <a:off x="4314580" y="1907009"/>
              <a:ext cx="421564" cy="302480"/>
            </a:xfrm>
            <a:custGeom>
              <a:avLst/>
              <a:gdLst/>
              <a:ahLst/>
              <a:cxnLst/>
              <a:rect l="l" t="t" r="r" b="b"/>
              <a:pathLst>
                <a:path w="14277" h="10244" extrusionOk="0">
                  <a:moveTo>
                    <a:pt x="0" y="1"/>
                  </a:moveTo>
                  <a:lnTo>
                    <a:pt x="0" y="1477"/>
                  </a:lnTo>
                  <a:cubicBezTo>
                    <a:pt x="0" y="1954"/>
                    <a:pt x="334" y="2525"/>
                    <a:pt x="751" y="2763"/>
                  </a:cubicBezTo>
                  <a:lnTo>
                    <a:pt x="13514" y="10133"/>
                  </a:lnTo>
                  <a:cubicBezTo>
                    <a:pt x="13639" y="10208"/>
                    <a:pt x="13757" y="10243"/>
                    <a:pt x="13862" y="10243"/>
                  </a:cubicBezTo>
                  <a:cubicBezTo>
                    <a:pt x="14107" y="10243"/>
                    <a:pt x="14276" y="10050"/>
                    <a:pt x="14276" y="9716"/>
                  </a:cubicBezTo>
                  <a:lnTo>
                    <a:pt x="14276" y="82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42">
              <a:extLst>
                <a:ext uri="{FF2B5EF4-FFF2-40B4-BE49-F238E27FC236}">
                  <a16:creationId xmlns:a16="http://schemas.microsoft.com/office/drawing/2014/main" id="{2F83E7A6-503F-7C70-B84F-848B38920B76}"/>
                </a:ext>
              </a:extLst>
            </p:cNvPr>
            <p:cNvSpPr/>
            <p:nvPr/>
          </p:nvSpPr>
          <p:spPr>
            <a:xfrm>
              <a:off x="4314934" y="1867295"/>
              <a:ext cx="421535" cy="283021"/>
            </a:xfrm>
            <a:custGeom>
              <a:avLst/>
              <a:gdLst/>
              <a:ahLst/>
              <a:cxnLst/>
              <a:rect l="l" t="t" r="r" b="b"/>
              <a:pathLst>
                <a:path w="14276" h="9585" extrusionOk="0">
                  <a:moveTo>
                    <a:pt x="0" y="0"/>
                  </a:moveTo>
                  <a:lnTo>
                    <a:pt x="0" y="1346"/>
                  </a:lnTo>
                  <a:lnTo>
                    <a:pt x="14264" y="9585"/>
                  </a:lnTo>
                  <a:lnTo>
                    <a:pt x="14264" y="9573"/>
                  </a:lnTo>
                  <a:lnTo>
                    <a:pt x="14276" y="8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42">
              <a:extLst>
                <a:ext uri="{FF2B5EF4-FFF2-40B4-BE49-F238E27FC236}">
                  <a16:creationId xmlns:a16="http://schemas.microsoft.com/office/drawing/2014/main" id="{7FFB7DCC-BF34-D934-692F-EB02CE22267B}"/>
                </a:ext>
              </a:extLst>
            </p:cNvPr>
            <p:cNvSpPr/>
            <p:nvPr/>
          </p:nvSpPr>
          <p:spPr>
            <a:xfrm>
              <a:off x="4342011" y="1804962"/>
              <a:ext cx="65403" cy="76890"/>
            </a:xfrm>
            <a:custGeom>
              <a:avLst/>
              <a:gdLst/>
              <a:ahLst/>
              <a:cxnLst/>
              <a:rect l="l" t="t" r="r" b="b"/>
              <a:pathLst>
                <a:path w="2215" h="2604" extrusionOk="0">
                  <a:moveTo>
                    <a:pt x="194" y="0"/>
                  </a:moveTo>
                  <a:cubicBezTo>
                    <a:pt x="77" y="0"/>
                    <a:pt x="0" y="95"/>
                    <a:pt x="0" y="254"/>
                  </a:cubicBezTo>
                  <a:lnTo>
                    <a:pt x="0" y="1076"/>
                  </a:lnTo>
                  <a:cubicBezTo>
                    <a:pt x="0" y="1302"/>
                    <a:pt x="155" y="1576"/>
                    <a:pt x="357" y="1683"/>
                  </a:cubicBezTo>
                  <a:lnTo>
                    <a:pt x="1858" y="2552"/>
                  </a:lnTo>
                  <a:cubicBezTo>
                    <a:pt x="1913" y="2587"/>
                    <a:pt x="1967" y="2603"/>
                    <a:pt x="2015" y="2603"/>
                  </a:cubicBezTo>
                  <a:cubicBezTo>
                    <a:pt x="2131" y="2603"/>
                    <a:pt x="2215" y="2506"/>
                    <a:pt x="2215" y="2338"/>
                  </a:cubicBezTo>
                  <a:lnTo>
                    <a:pt x="2215" y="1516"/>
                  </a:lnTo>
                  <a:cubicBezTo>
                    <a:pt x="2215" y="1302"/>
                    <a:pt x="2048" y="1016"/>
                    <a:pt x="1858" y="909"/>
                  </a:cubicBezTo>
                  <a:lnTo>
                    <a:pt x="357" y="52"/>
                  </a:lnTo>
                  <a:cubicBezTo>
                    <a:pt x="298" y="17"/>
                    <a:pt x="242" y="0"/>
                    <a:pt x="1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42">
              <a:extLst>
                <a:ext uri="{FF2B5EF4-FFF2-40B4-BE49-F238E27FC236}">
                  <a16:creationId xmlns:a16="http://schemas.microsoft.com/office/drawing/2014/main" id="{6E3AB2BC-0E00-F1CA-5023-A7D8DB18FD5F}"/>
                </a:ext>
              </a:extLst>
            </p:cNvPr>
            <p:cNvSpPr/>
            <p:nvPr/>
          </p:nvSpPr>
          <p:spPr>
            <a:xfrm>
              <a:off x="4669294" y="1944273"/>
              <a:ext cx="24301" cy="35935"/>
            </a:xfrm>
            <a:custGeom>
              <a:avLst/>
              <a:gdLst/>
              <a:ahLst/>
              <a:cxnLst/>
              <a:rect l="l" t="t" r="r" b="b"/>
              <a:pathLst>
                <a:path w="823" h="1217" extrusionOk="0">
                  <a:moveTo>
                    <a:pt x="263" y="0"/>
                  </a:moveTo>
                  <a:cubicBezTo>
                    <a:pt x="104" y="0"/>
                    <a:pt x="1" y="122"/>
                    <a:pt x="1" y="334"/>
                  </a:cubicBezTo>
                  <a:cubicBezTo>
                    <a:pt x="1" y="632"/>
                    <a:pt x="227" y="1001"/>
                    <a:pt x="477" y="1144"/>
                  </a:cubicBezTo>
                  <a:cubicBezTo>
                    <a:pt x="554" y="1193"/>
                    <a:pt x="626" y="1217"/>
                    <a:pt x="692" y="1217"/>
                  </a:cubicBezTo>
                  <a:cubicBezTo>
                    <a:pt x="739" y="1217"/>
                    <a:pt x="783" y="1204"/>
                    <a:pt x="822" y="1180"/>
                  </a:cubicBezTo>
                  <a:cubicBezTo>
                    <a:pt x="739" y="1025"/>
                    <a:pt x="680" y="870"/>
                    <a:pt x="680" y="727"/>
                  </a:cubicBezTo>
                  <a:cubicBezTo>
                    <a:pt x="680" y="584"/>
                    <a:pt x="727" y="477"/>
                    <a:pt x="822" y="430"/>
                  </a:cubicBezTo>
                  <a:cubicBezTo>
                    <a:pt x="727" y="287"/>
                    <a:pt x="608" y="156"/>
                    <a:pt x="477" y="60"/>
                  </a:cubicBezTo>
                  <a:cubicBezTo>
                    <a:pt x="399" y="20"/>
                    <a:pt x="326" y="0"/>
                    <a:pt x="2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42">
              <a:extLst>
                <a:ext uri="{FF2B5EF4-FFF2-40B4-BE49-F238E27FC236}">
                  <a16:creationId xmlns:a16="http://schemas.microsoft.com/office/drawing/2014/main" id="{27DCA1B0-6FCC-7719-31E4-B0820A793045}"/>
                </a:ext>
              </a:extLst>
            </p:cNvPr>
            <p:cNvSpPr/>
            <p:nvPr/>
          </p:nvSpPr>
          <p:spPr>
            <a:xfrm>
              <a:off x="4689343" y="1955936"/>
              <a:ext cx="28140" cy="36083"/>
            </a:xfrm>
            <a:custGeom>
              <a:avLst/>
              <a:gdLst/>
              <a:ahLst/>
              <a:cxnLst/>
              <a:rect l="l" t="t" r="r" b="b"/>
              <a:pathLst>
                <a:path w="953" h="1222" extrusionOk="0">
                  <a:moveTo>
                    <a:pt x="256" y="1"/>
                  </a:moveTo>
                  <a:cubicBezTo>
                    <a:pt x="214" y="1"/>
                    <a:pt x="176" y="11"/>
                    <a:pt x="143" y="35"/>
                  </a:cubicBezTo>
                  <a:cubicBezTo>
                    <a:pt x="60" y="82"/>
                    <a:pt x="24" y="189"/>
                    <a:pt x="1" y="332"/>
                  </a:cubicBezTo>
                  <a:cubicBezTo>
                    <a:pt x="1" y="487"/>
                    <a:pt x="48" y="654"/>
                    <a:pt x="143" y="785"/>
                  </a:cubicBezTo>
                  <a:cubicBezTo>
                    <a:pt x="227" y="928"/>
                    <a:pt x="346" y="1070"/>
                    <a:pt x="477" y="1154"/>
                  </a:cubicBezTo>
                  <a:cubicBezTo>
                    <a:pt x="558" y="1200"/>
                    <a:pt x="634" y="1222"/>
                    <a:pt x="699" y="1222"/>
                  </a:cubicBezTo>
                  <a:cubicBezTo>
                    <a:pt x="853" y="1222"/>
                    <a:pt x="953" y="1101"/>
                    <a:pt x="953" y="892"/>
                  </a:cubicBezTo>
                  <a:cubicBezTo>
                    <a:pt x="953" y="594"/>
                    <a:pt x="751" y="213"/>
                    <a:pt x="477" y="70"/>
                  </a:cubicBezTo>
                  <a:cubicBezTo>
                    <a:pt x="397" y="27"/>
                    <a:pt x="321" y="1"/>
                    <a:pt x="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42">
              <a:extLst>
                <a:ext uri="{FF2B5EF4-FFF2-40B4-BE49-F238E27FC236}">
                  <a16:creationId xmlns:a16="http://schemas.microsoft.com/office/drawing/2014/main" id="{AB91B014-871B-4FBA-93F0-83C5D723BFED}"/>
                </a:ext>
              </a:extLst>
            </p:cNvPr>
            <p:cNvSpPr/>
            <p:nvPr/>
          </p:nvSpPr>
          <p:spPr>
            <a:xfrm>
              <a:off x="6014744" y="2201340"/>
              <a:ext cx="209202" cy="335491"/>
            </a:xfrm>
            <a:custGeom>
              <a:avLst/>
              <a:gdLst/>
              <a:ahLst/>
              <a:cxnLst/>
              <a:rect l="l" t="t" r="r" b="b"/>
              <a:pathLst>
                <a:path w="7085" h="11362" extrusionOk="0">
                  <a:moveTo>
                    <a:pt x="2989" y="1"/>
                  </a:moveTo>
                  <a:cubicBezTo>
                    <a:pt x="2960" y="1"/>
                    <a:pt x="2941" y="23"/>
                    <a:pt x="2941" y="58"/>
                  </a:cubicBezTo>
                  <a:cubicBezTo>
                    <a:pt x="2941" y="106"/>
                    <a:pt x="2846" y="403"/>
                    <a:pt x="2774" y="653"/>
                  </a:cubicBezTo>
                  <a:lnTo>
                    <a:pt x="2774" y="725"/>
                  </a:lnTo>
                  <a:lnTo>
                    <a:pt x="3072" y="1653"/>
                  </a:lnTo>
                  <a:cubicBezTo>
                    <a:pt x="2786" y="1665"/>
                    <a:pt x="2596" y="1915"/>
                    <a:pt x="2596" y="2320"/>
                  </a:cubicBezTo>
                  <a:cubicBezTo>
                    <a:pt x="2596" y="2606"/>
                    <a:pt x="2679" y="2915"/>
                    <a:pt x="2846" y="3201"/>
                  </a:cubicBezTo>
                  <a:cubicBezTo>
                    <a:pt x="2619" y="3249"/>
                    <a:pt x="2429" y="3392"/>
                    <a:pt x="2262" y="3606"/>
                  </a:cubicBezTo>
                  <a:lnTo>
                    <a:pt x="1155" y="1915"/>
                  </a:lnTo>
                  <a:lnTo>
                    <a:pt x="1750" y="1534"/>
                  </a:lnTo>
                  <a:cubicBezTo>
                    <a:pt x="1810" y="1487"/>
                    <a:pt x="1810" y="1368"/>
                    <a:pt x="1750" y="1249"/>
                  </a:cubicBezTo>
                  <a:cubicBezTo>
                    <a:pt x="1715" y="1189"/>
                    <a:pt x="1667" y="1165"/>
                    <a:pt x="1631" y="1129"/>
                  </a:cubicBezTo>
                  <a:cubicBezTo>
                    <a:pt x="1603" y="1116"/>
                    <a:pt x="1575" y="1110"/>
                    <a:pt x="1552" y="1110"/>
                  </a:cubicBezTo>
                  <a:cubicBezTo>
                    <a:pt x="1536" y="1110"/>
                    <a:pt x="1522" y="1113"/>
                    <a:pt x="1512" y="1118"/>
                  </a:cubicBezTo>
                  <a:lnTo>
                    <a:pt x="774" y="1582"/>
                  </a:lnTo>
                  <a:cubicBezTo>
                    <a:pt x="750" y="1594"/>
                    <a:pt x="738" y="1641"/>
                    <a:pt x="738" y="1701"/>
                  </a:cubicBezTo>
                  <a:cubicBezTo>
                    <a:pt x="738" y="1761"/>
                    <a:pt x="762" y="1820"/>
                    <a:pt x="798" y="1880"/>
                  </a:cubicBezTo>
                  <a:lnTo>
                    <a:pt x="2107" y="3820"/>
                  </a:lnTo>
                  <a:cubicBezTo>
                    <a:pt x="1988" y="4035"/>
                    <a:pt x="1881" y="4285"/>
                    <a:pt x="1810" y="4558"/>
                  </a:cubicBezTo>
                  <a:lnTo>
                    <a:pt x="798" y="3761"/>
                  </a:lnTo>
                  <a:lnTo>
                    <a:pt x="583" y="2475"/>
                  </a:lnTo>
                  <a:cubicBezTo>
                    <a:pt x="572" y="2368"/>
                    <a:pt x="500" y="2261"/>
                    <a:pt x="417" y="2213"/>
                  </a:cubicBezTo>
                  <a:cubicBezTo>
                    <a:pt x="405" y="2213"/>
                    <a:pt x="393" y="2201"/>
                    <a:pt x="393" y="2201"/>
                  </a:cubicBezTo>
                  <a:cubicBezTo>
                    <a:pt x="381" y="2198"/>
                    <a:pt x="369" y="2196"/>
                    <a:pt x="358" y="2196"/>
                  </a:cubicBezTo>
                  <a:cubicBezTo>
                    <a:pt x="284" y="2196"/>
                    <a:pt x="241" y="2263"/>
                    <a:pt x="262" y="2356"/>
                  </a:cubicBezTo>
                  <a:lnTo>
                    <a:pt x="500" y="3785"/>
                  </a:lnTo>
                  <a:cubicBezTo>
                    <a:pt x="512" y="3868"/>
                    <a:pt x="572" y="3963"/>
                    <a:pt x="631" y="3999"/>
                  </a:cubicBezTo>
                  <a:lnTo>
                    <a:pt x="1750" y="4868"/>
                  </a:lnTo>
                  <a:cubicBezTo>
                    <a:pt x="1703" y="5094"/>
                    <a:pt x="1691" y="5344"/>
                    <a:pt x="1691" y="5594"/>
                  </a:cubicBezTo>
                  <a:lnTo>
                    <a:pt x="1691" y="5642"/>
                  </a:lnTo>
                  <a:lnTo>
                    <a:pt x="417" y="5332"/>
                  </a:lnTo>
                  <a:cubicBezTo>
                    <a:pt x="404" y="5327"/>
                    <a:pt x="392" y="5325"/>
                    <a:pt x="382" y="5325"/>
                  </a:cubicBezTo>
                  <a:cubicBezTo>
                    <a:pt x="346" y="5325"/>
                    <a:pt x="326" y="5355"/>
                    <a:pt x="298" y="5392"/>
                  </a:cubicBezTo>
                  <a:lnTo>
                    <a:pt x="0" y="6249"/>
                  </a:lnTo>
                  <a:lnTo>
                    <a:pt x="0" y="6356"/>
                  </a:lnTo>
                  <a:cubicBezTo>
                    <a:pt x="24" y="6428"/>
                    <a:pt x="48" y="6499"/>
                    <a:pt x="107" y="6547"/>
                  </a:cubicBezTo>
                  <a:cubicBezTo>
                    <a:pt x="119" y="6559"/>
                    <a:pt x="143" y="6583"/>
                    <a:pt x="167" y="6594"/>
                  </a:cubicBezTo>
                  <a:cubicBezTo>
                    <a:pt x="192" y="6611"/>
                    <a:pt x="216" y="6619"/>
                    <a:pt x="238" y="6619"/>
                  </a:cubicBezTo>
                  <a:cubicBezTo>
                    <a:pt x="277" y="6619"/>
                    <a:pt x="310" y="6593"/>
                    <a:pt x="333" y="6547"/>
                  </a:cubicBezTo>
                  <a:lnTo>
                    <a:pt x="595" y="5773"/>
                  </a:lnTo>
                  <a:lnTo>
                    <a:pt x="1703" y="6047"/>
                  </a:lnTo>
                  <a:cubicBezTo>
                    <a:pt x="1750" y="6463"/>
                    <a:pt x="1834" y="6833"/>
                    <a:pt x="1965" y="7190"/>
                  </a:cubicBezTo>
                  <a:lnTo>
                    <a:pt x="893" y="7773"/>
                  </a:lnTo>
                  <a:cubicBezTo>
                    <a:pt x="869" y="7785"/>
                    <a:pt x="834" y="7833"/>
                    <a:pt x="857" y="7892"/>
                  </a:cubicBezTo>
                  <a:cubicBezTo>
                    <a:pt x="857" y="7952"/>
                    <a:pt x="881" y="8011"/>
                    <a:pt x="917" y="8071"/>
                  </a:cubicBezTo>
                  <a:lnTo>
                    <a:pt x="1596" y="9059"/>
                  </a:lnTo>
                  <a:cubicBezTo>
                    <a:pt x="1631" y="9107"/>
                    <a:pt x="1655" y="9142"/>
                    <a:pt x="1703" y="9166"/>
                  </a:cubicBezTo>
                  <a:cubicBezTo>
                    <a:pt x="1739" y="9217"/>
                    <a:pt x="1775" y="9236"/>
                    <a:pt x="1803" y="9236"/>
                  </a:cubicBezTo>
                  <a:cubicBezTo>
                    <a:pt x="1821" y="9236"/>
                    <a:pt x="1836" y="9228"/>
                    <a:pt x="1846" y="9214"/>
                  </a:cubicBezTo>
                  <a:cubicBezTo>
                    <a:pt x="1905" y="9166"/>
                    <a:pt x="1893" y="9035"/>
                    <a:pt x="1822" y="8928"/>
                  </a:cubicBezTo>
                  <a:lnTo>
                    <a:pt x="1286" y="8154"/>
                  </a:lnTo>
                  <a:lnTo>
                    <a:pt x="2179" y="7678"/>
                  </a:lnTo>
                  <a:cubicBezTo>
                    <a:pt x="2524" y="8333"/>
                    <a:pt x="3012" y="8869"/>
                    <a:pt x="3548" y="9190"/>
                  </a:cubicBezTo>
                  <a:cubicBezTo>
                    <a:pt x="3853" y="9362"/>
                    <a:pt x="4139" y="9453"/>
                    <a:pt x="4392" y="9453"/>
                  </a:cubicBezTo>
                  <a:cubicBezTo>
                    <a:pt x="4594" y="9453"/>
                    <a:pt x="4776" y="9395"/>
                    <a:pt x="4929" y="9273"/>
                  </a:cubicBezTo>
                  <a:lnTo>
                    <a:pt x="5810" y="10774"/>
                  </a:lnTo>
                  <a:lnTo>
                    <a:pt x="5275" y="10940"/>
                  </a:lnTo>
                  <a:cubicBezTo>
                    <a:pt x="5203" y="10976"/>
                    <a:pt x="5179" y="11071"/>
                    <a:pt x="5239" y="11190"/>
                  </a:cubicBezTo>
                  <a:cubicBezTo>
                    <a:pt x="5275" y="11274"/>
                    <a:pt x="5334" y="11309"/>
                    <a:pt x="5382" y="11345"/>
                  </a:cubicBezTo>
                  <a:cubicBezTo>
                    <a:pt x="5399" y="11353"/>
                    <a:pt x="5427" y="11362"/>
                    <a:pt x="5451" y="11362"/>
                  </a:cubicBezTo>
                  <a:cubicBezTo>
                    <a:pt x="5461" y="11362"/>
                    <a:pt x="5470" y="11360"/>
                    <a:pt x="5477" y="11357"/>
                  </a:cubicBezTo>
                  <a:lnTo>
                    <a:pt x="6168" y="11155"/>
                  </a:lnTo>
                  <a:cubicBezTo>
                    <a:pt x="6215" y="11131"/>
                    <a:pt x="6227" y="11107"/>
                    <a:pt x="6227" y="11047"/>
                  </a:cubicBezTo>
                  <a:cubicBezTo>
                    <a:pt x="6227" y="10988"/>
                    <a:pt x="6215" y="10928"/>
                    <a:pt x="6179" y="10869"/>
                  </a:cubicBezTo>
                  <a:lnTo>
                    <a:pt x="5120" y="9047"/>
                  </a:lnTo>
                  <a:cubicBezTo>
                    <a:pt x="5263" y="8857"/>
                    <a:pt x="5346" y="8571"/>
                    <a:pt x="5394" y="8214"/>
                  </a:cubicBezTo>
                  <a:lnTo>
                    <a:pt x="6489" y="9226"/>
                  </a:lnTo>
                  <a:lnTo>
                    <a:pt x="6763" y="10309"/>
                  </a:lnTo>
                  <a:cubicBezTo>
                    <a:pt x="6787" y="10404"/>
                    <a:pt x="6846" y="10488"/>
                    <a:pt x="6930" y="10535"/>
                  </a:cubicBezTo>
                  <a:cubicBezTo>
                    <a:pt x="6941" y="10547"/>
                    <a:pt x="6953" y="10547"/>
                    <a:pt x="6989" y="10547"/>
                  </a:cubicBezTo>
                  <a:cubicBezTo>
                    <a:pt x="7002" y="10552"/>
                    <a:pt x="7013" y="10555"/>
                    <a:pt x="7023" y="10555"/>
                  </a:cubicBezTo>
                  <a:cubicBezTo>
                    <a:pt x="7058" y="10555"/>
                    <a:pt x="7075" y="10523"/>
                    <a:pt x="7084" y="10476"/>
                  </a:cubicBezTo>
                  <a:lnTo>
                    <a:pt x="7084" y="10369"/>
                  </a:lnTo>
                  <a:lnTo>
                    <a:pt x="6810" y="9178"/>
                  </a:lnTo>
                  <a:cubicBezTo>
                    <a:pt x="6787" y="9107"/>
                    <a:pt x="6751" y="9035"/>
                    <a:pt x="6703" y="8988"/>
                  </a:cubicBezTo>
                  <a:lnTo>
                    <a:pt x="5441" y="7845"/>
                  </a:lnTo>
                  <a:lnTo>
                    <a:pt x="5441" y="7797"/>
                  </a:lnTo>
                  <a:cubicBezTo>
                    <a:pt x="5441" y="7547"/>
                    <a:pt x="5417" y="7273"/>
                    <a:pt x="5382" y="7011"/>
                  </a:cubicBezTo>
                  <a:lnTo>
                    <a:pt x="5382" y="7011"/>
                  </a:lnTo>
                  <a:lnTo>
                    <a:pt x="6489" y="7428"/>
                  </a:lnTo>
                  <a:cubicBezTo>
                    <a:pt x="6505" y="7437"/>
                    <a:pt x="6521" y="7442"/>
                    <a:pt x="6536" y="7442"/>
                  </a:cubicBezTo>
                  <a:cubicBezTo>
                    <a:pt x="6578" y="7442"/>
                    <a:pt x="6614" y="7409"/>
                    <a:pt x="6632" y="7356"/>
                  </a:cubicBezTo>
                  <a:lnTo>
                    <a:pt x="6870" y="6190"/>
                  </a:lnTo>
                  <a:cubicBezTo>
                    <a:pt x="6882" y="6106"/>
                    <a:pt x="6822" y="5975"/>
                    <a:pt x="6727" y="5892"/>
                  </a:cubicBezTo>
                  <a:cubicBezTo>
                    <a:pt x="6715" y="5880"/>
                    <a:pt x="6703" y="5880"/>
                    <a:pt x="6703" y="5868"/>
                  </a:cubicBezTo>
                  <a:cubicBezTo>
                    <a:pt x="6677" y="5850"/>
                    <a:pt x="6648" y="5841"/>
                    <a:pt x="6623" y="5841"/>
                  </a:cubicBezTo>
                  <a:cubicBezTo>
                    <a:pt x="6580" y="5841"/>
                    <a:pt x="6544" y="5868"/>
                    <a:pt x="6537" y="5928"/>
                  </a:cubicBezTo>
                  <a:lnTo>
                    <a:pt x="6310" y="6964"/>
                  </a:lnTo>
                  <a:lnTo>
                    <a:pt x="5298" y="6583"/>
                  </a:lnTo>
                  <a:cubicBezTo>
                    <a:pt x="5227" y="6225"/>
                    <a:pt x="5144" y="5844"/>
                    <a:pt x="5025" y="5511"/>
                  </a:cubicBezTo>
                  <a:lnTo>
                    <a:pt x="6334" y="5059"/>
                  </a:lnTo>
                  <a:cubicBezTo>
                    <a:pt x="6358" y="5047"/>
                    <a:pt x="6394" y="5011"/>
                    <a:pt x="6394" y="4951"/>
                  </a:cubicBezTo>
                  <a:cubicBezTo>
                    <a:pt x="6394" y="4916"/>
                    <a:pt x="6370" y="4832"/>
                    <a:pt x="6346" y="4773"/>
                  </a:cubicBezTo>
                  <a:lnTo>
                    <a:pt x="5632" y="3487"/>
                  </a:lnTo>
                  <a:cubicBezTo>
                    <a:pt x="5596" y="3427"/>
                    <a:pt x="5560" y="3380"/>
                    <a:pt x="5513" y="3344"/>
                  </a:cubicBezTo>
                  <a:cubicBezTo>
                    <a:pt x="5485" y="3330"/>
                    <a:pt x="5457" y="3324"/>
                    <a:pt x="5434" y="3324"/>
                  </a:cubicBezTo>
                  <a:cubicBezTo>
                    <a:pt x="5417" y="3324"/>
                    <a:pt x="5403" y="3327"/>
                    <a:pt x="5394" y="3332"/>
                  </a:cubicBezTo>
                  <a:cubicBezTo>
                    <a:pt x="5322" y="3368"/>
                    <a:pt x="5322" y="3487"/>
                    <a:pt x="5382" y="3606"/>
                  </a:cubicBezTo>
                  <a:lnTo>
                    <a:pt x="5977" y="4678"/>
                  </a:lnTo>
                  <a:lnTo>
                    <a:pt x="4846" y="5059"/>
                  </a:lnTo>
                  <a:cubicBezTo>
                    <a:pt x="4679" y="4654"/>
                    <a:pt x="4489" y="4285"/>
                    <a:pt x="4263" y="3987"/>
                  </a:cubicBezTo>
                  <a:cubicBezTo>
                    <a:pt x="4429" y="3880"/>
                    <a:pt x="4513" y="3677"/>
                    <a:pt x="4513" y="3392"/>
                  </a:cubicBezTo>
                  <a:cubicBezTo>
                    <a:pt x="4513" y="2987"/>
                    <a:pt x="4322" y="2534"/>
                    <a:pt x="4036" y="2177"/>
                  </a:cubicBezTo>
                  <a:lnTo>
                    <a:pt x="4334" y="1594"/>
                  </a:lnTo>
                  <a:cubicBezTo>
                    <a:pt x="4346" y="1582"/>
                    <a:pt x="4346" y="1546"/>
                    <a:pt x="4334" y="1534"/>
                  </a:cubicBezTo>
                  <a:cubicBezTo>
                    <a:pt x="4263" y="1189"/>
                    <a:pt x="4191" y="808"/>
                    <a:pt x="4191" y="760"/>
                  </a:cubicBezTo>
                  <a:cubicBezTo>
                    <a:pt x="4191" y="701"/>
                    <a:pt x="4143" y="641"/>
                    <a:pt x="4096" y="606"/>
                  </a:cubicBezTo>
                  <a:cubicBezTo>
                    <a:pt x="4083" y="599"/>
                    <a:pt x="4071" y="596"/>
                    <a:pt x="4061" y="596"/>
                  </a:cubicBezTo>
                  <a:cubicBezTo>
                    <a:pt x="4032" y="596"/>
                    <a:pt x="4012" y="618"/>
                    <a:pt x="4012" y="653"/>
                  </a:cubicBezTo>
                  <a:cubicBezTo>
                    <a:pt x="4012" y="725"/>
                    <a:pt x="4096" y="1165"/>
                    <a:pt x="4155" y="1463"/>
                  </a:cubicBezTo>
                  <a:lnTo>
                    <a:pt x="3870" y="2022"/>
                  </a:lnTo>
                  <a:cubicBezTo>
                    <a:pt x="3774" y="1939"/>
                    <a:pt x="3667" y="1844"/>
                    <a:pt x="3560" y="1784"/>
                  </a:cubicBezTo>
                  <a:cubicBezTo>
                    <a:pt x="3453" y="1725"/>
                    <a:pt x="3358" y="1677"/>
                    <a:pt x="3250" y="1665"/>
                  </a:cubicBezTo>
                  <a:lnTo>
                    <a:pt x="2965" y="784"/>
                  </a:lnTo>
                  <a:cubicBezTo>
                    <a:pt x="3024" y="582"/>
                    <a:pt x="3120" y="237"/>
                    <a:pt x="3120" y="165"/>
                  </a:cubicBezTo>
                  <a:cubicBezTo>
                    <a:pt x="3120" y="106"/>
                    <a:pt x="3084" y="46"/>
                    <a:pt x="3024" y="10"/>
                  </a:cubicBezTo>
                  <a:cubicBezTo>
                    <a:pt x="3011" y="4"/>
                    <a:pt x="3000" y="1"/>
                    <a:pt x="29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42">
              <a:extLst>
                <a:ext uri="{FF2B5EF4-FFF2-40B4-BE49-F238E27FC236}">
                  <a16:creationId xmlns:a16="http://schemas.microsoft.com/office/drawing/2014/main" id="{26B91518-1549-94A4-9F1F-213CA39063CB}"/>
                </a:ext>
              </a:extLst>
            </p:cNvPr>
            <p:cNvSpPr/>
            <p:nvPr/>
          </p:nvSpPr>
          <p:spPr>
            <a:xfrm>
              <a:off x="5469105" y="1622453"/>
              <a:ext cx="346682" cy="442942"/>
            </a:xfrm>
            <a:custGeom>
              <a:avLst/>
              <a:gdLst/>
              <a:ahLst/>
              <a:cxnLst/>
              <a:rect l="l" t="t" r="r" b="b"/>
              <a:pathLst>
                <a:path w="11741" h="15001" extrusionOk="0">
                  <a:moveTo>
                    <a:pt x="5287" y="3482"/>
                  </a:moveTo>
                  <a:lnTo>
                    <a:pt x="6549" y="4221"/>
                  </a:lnTo>
                  <a:lnTo>
                    <a:pt x="6323" y="8709"/>
                  </a:lnTo>
                  <a:lnTo>
                    <a:pt x="5477" y="8221"/>
                  </a:lnTo>
                  <a:lnTo>
                    <a:pt x="5287" y="3482"/>
                  </a:lnTo>
                  <a:close/>
                  <a:moveTo>
                    <a:pt x="5558" y="9198"/>
                  </a:moveTo>
                  <a:cubicBezTo>
                    <a:pt x="5657" y="9198"/>
                    <a:pt x="5770" y="9232"/>
                    <a:pt x="5894" y="9305"/>
                  </a:cubicBezTo>
                  <a:cubicBezTo>
                    <a:pt x="6299" y="9531"/>
                    <a:pt x="6573" y="10043"/>
                    <a:pt x="6561" y="10459"/>
                  </a:cubicBezTo>
                  <a:cubicBezTo>
                    <a:pt x="6561" y="10761"/>
                    <a:pt x="6419" y="10939"/>
                    <a:pt x="6203" y="10939"/>
                  </a:cubicBezTo>
                  <a:cubicBezTo>
                    <a:pt x="6111" y="10939"/>
                    <a:pt x="6007" y="10907"/>
                    <a:pt x="5894" y="10840"/>
                  </a:cubicBezTo>
                  <a:cubicBezTo>
                    <a:pt x="5489" y="10602"/>
                    <a:pt x="5192" y="10102"/>
                    <a:pt x="5192" y="9662"/>
                  </a:cubicBezTo>
                  <a:cubicBezTo>
                    <a:pt x="5192" y="9372"/>
                    <a:pt x="5335" y="9198"/>
                    <a:pt x="5558" y="9198"/>
                  </a:cubicBezTo>
                  <a:close/>
                  <a:moveTo>
                    <a:pt x="5645" y="1"/>
                  </a:moveTo>
                  <a:cubicBezTo>
                    <a:pt x="5540" y="1"/>
                    <a:pt x="5450" y="44"/>
                    <a:pt x="5382" y="125"/>
                  </a:cubicBezTo>
                  <a:lnTo>
                    <a:pt x="96" y="7542"/>
                  </a:lnTo>
                  <a:cubicBezTo>
                    <a:pt x="1" y="7685"/>
                    <a:pt x="1" y="7935"/>
                    <a:pt x="96" y="8221"/>
                  </a:cubicBezTo>
                  <a:cubicBezTo>
                    <a:pt x="203" y="8495"/>
                    <a:pt x="393" y="8733"/>
                    <a:pt x="608" y="8864"/>
                  </a:cubicBezTo>
                  <a:lnTo>
                    <a:pt x="11097" y="14924"/>
                  </a:lnTo>
                  <a:cubicBezTo>
                    <a:pt x="11190" y="14976"/>
                    <a:pt x="11278" y="15000"/>
                    <a:pt x="11358" y="15000"/>
                  </a:cubicBezTo>
                  <a:cubicBezTo>
                    <a:pt x="11463" y="15000"/>
                    <a:pt x="11553" y="14958"/>
                    <a:pt x="11621" y="14877"/>
                  </a:cubicBezTo>
                  <a:cubicBezTo>
                    <a:pt x="11740" y="14722"/>
                    <a:pt x="11740" y="14472"/>
                    <a:pt x="11633" y="14186"/>
                  </a:cubicBezTo>
                  <a:lnTo>
                    <a:pt x="6418" y="720"/>
                  </a:lnTo>
                  <a:cubicBezTo>
                    <a:pt x="6311" y="434"/>
                    <a:pt x="6120" y="220"/>
                    <a:pt x="5906" y="77"/>
                  </a:cubicBezTo>
                  <a:cubicBezTo>
                    <a:pt x="5813" y="26"/>
                    <a:pt x="5725" y="1"/>
                    <a:pt x="5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42">
              <a:extLst>
                <a:ext uri="{FF2B5EF4-FFF2-40B4-BE49-F238E27FC236}">
                  <a16:creationId xmlns:a16="http://schemas.microsoft.com/office/drawing/2014/main" id="{5992BF3D-DE9C-54B8-EEE2-3AC03C11C3FF}"/>
                </a:ext>
              </a:extLst>
            </p:cNvPr>
            <p:cNvSpPr/>
            <p:nvPr/>
          </p:nvSpPr>
          <p:spPr>
            <a:xfrm>
              <a:off x="5446605" y="1592866"/>
              <a:ext cx="391682" cy="502469"/>
            </a:xfrm>
            <a:custGeom>
              <a:avLst/>
              <a:gdLst/>
              <a:ahLst/>
              <a:cxnLst/>
              <a:rect l="l" t="t" r="r" b="b"/>
              <a:pathLst>
                <a:path w="13265" h="17017" extrusionOk="0">
                  <a:moveTo>
                    <a:pt x="6411" y="1003"/>
                  </a:moveTo>
                  <a:cubicBezTo>
                    <a:pt x="6491" y="1003"/>
                    <a:pt x="6582" y="1028"/>
                    <a:pt x="6680" y="1079"/>
                  </a:cubicBezTo>
                  <a:cubicBezTo>
                    <a:pt x="6894" y="1198"/>
                    <a:pt x="7085" y="1436"/>
                    <a:pt x="7192" y="1722"/>
                  </a:cubicBezTo>
                  <a:lnTo>
                    <a:pt x="12407" y="15188"/>
                  </a:lnTo>
                  <a:cubicBezTo>
                    <a:pt x="12502" y="15474"/>
                    <a:pt x="12502" y="15724"/>
                    <a:pt x="12395" y="15879"/>
                  </a:cubicBezTo>
                  <a:cubicBezTo>
                    <a:pt x="12334" y="15960"/>
                    <a:pt x="12246" y="16002"/>
                    <a:pt x="12141" y="16002"/>
                  </a:cubicBezTo>
                  <a:cubicBezTo>
                    <a:pt x="12060" y="16002"/>
                    <a:pt x="11969" y="15978"/>
                    <a:pt x="11871" y="15926"/>
                  </a:cubicBezTo>
                  <a:lnTo>
                    <a:pt x="1382" y="9866"/>
                  </a:lnTo>
                  <a:cubicBezTo>
                    <a:pt x="1179" y="9747"/>
                    <a:pt x="977" y="9509"/>
                    <a:pt x="882" y="9223"/>
                  </a:cubicBezTo>
                  <a:cubicBezTo>
                    <a:pt x="774" y="8937"/>
                    <a:pt x="774" y="8687"/>
                    <a:pt x="882" y="8544"/>
                  </a:cubicBezTo>
                  <a:lnTo>
                    <a:pt x="6156" y="1127"/>
                  </a:lnTo>
                  <a:cubicBezTo>
                    <a:pt x="6217" y="1046"/>
                    <a:pt x="6305" y="1003"/>
                    <a:pt x="6411" y="1003"/>
                  </a:cubicBezTo>
                  <a:close/>
                  <a:moveTo>
                    <a:pt x="6049" y="1"/>
                  </a:moveTo>
                  <a:cubicBezTo>
                    <a:pt x="5815" y="1"/>
                    <a:pt x="5615" y="96"/>
                    <a:pt x="5477" y="293"/>
                  </a:cubicBezTo>
                  <a:lnTo>
                    <a:pt x="191" y="7711"/>
                  </a:lnTo>
                  <a:cubicBezTo>
                    <a:pt x="72" y="7890"/>
                    <a:pt x="1" y="8104"/>
                    <a:pt x="1" y="8390"/>
                  </a:cubicBezTo>
                  <a:lnTo>
                    <a:pt x="1" y="8402"/>
                  </a:lnTo>
                  <a:cubicBezTo>
                    <a:pt x="1" y="8675"/>
                    <a:pt x="60" y="8973"/>
                    <a:pt x="179" y="9283"/>
                  </a:cubicBezTo>
                  <a:cubicBezTo>
                    <a:pt x="417" y="9926"/>
                    <a:pt x="858" y="10473"/>
                    <a:pt x="1358" y="10759"/>
                  </a:cubicBezTo>
                  <a:lnTo>
                    <a:pt x="6609" y="13795"/>
                  </a:lnTo>
                  <a:lnTo>
                    <a:pt x="11859" y="16831"/>
                  </a:lnTo>
                  <a:cubicBezTo>
                    <a:pt x="12083" y="16954"/>
                    <a:pt x="12295" y="17017"/>
                    <a:pt x="12484" y="17017"/>
                  </a:cubicBezTo>
                  <a:cubicBezTo>
                    <a:pt x="12716" y="17017"/>
                    <a:pt x="12912" y="16921"/>
                    <a:pt x="13050" y="16724"/>
                  </a:cubicBezTo>
                  <a:cubicBezTo>
                    <a:pt x="13169" y="16545"/>
                    <a:pt x="13252" y="16307"/>
                    <a:pt x="13252" y="16045"/>
                  </a:cubicBezTo>
                  <a:cubicBezTo>
                    <a:pt x="13264" y="15760"/>
                    <a:pt x="13205" y="15450"/>
                    <a:pt x="13062" y="15129"/>
                  </a:cubicBezTo>
                  <a:lnTo>
                    <a:pt x="7847" y="1663"/>
                  </a:lnTo>
                  <a:cubicBezTo>
                    <a:pt x="7609" y="1020"/>
                    <a:pt x="7156" y="472"/>
                    <a:pt x="6668" y="186"/>
                  </a:cubicBezTo>
                  <a:cubicBezTo>
                    <a:pt x="6449" y="64"/>
                    <a:pt x="6238" y="1"/>
                    <a:pt x="60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42">
              <a:extLst>
                <a:ext uri="{FF2B5EF4-FFF2-40B4-BE49-F238E27FC236}">
                  <a16:creationId xmlns:a16="http://schemas.microsoft.com/office/drawing/2014/main" id="{D0C6397C-0EDE-5808-FDCD-4BFBBD764668}"/>
                </a:ext>
              </a:extLst>
            </p:cNvPr>
            <p:cNvSpPr/>
            <p:nvPr/>
          </p:nvSpPr>
          <p:spPr>
            <a:xfrm>
              <a:off x="5624509" y="1725622"/>
              <a:ext cx="37972" cy="154015"/>
            </a:xfrm>
            <a:custGeom>
              <a:avLst/>
              <a:gdLst/>
              <a:ahLst/>
              <a:cxnLst/>
              <a:rect l="l" t="t" r="r" b="b"/>
              <a:pathLst>
                <a:path w="1286" h="5216" extrusionOk="0">
                  <a:moveTo>
                    <a:pt x="0" y="0"/>
                  </a:moveTo>
                  <a:lnTo>
                    <a:pt x="191" y="4727"/>
                  </a:lnTo>
                  <a:lnTo>
                    <a:pt x="1048" y="5215"/>
                  </a:lnTo>
                  <a:lnTo>
                    <a:pt x="1286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42">
              <a:extLst>
                <a:ext uri="{FF2B5EF4-FFF2-40B4-BE49-F238E27FC236}">
                  <a16:creationId xmlns:a16="http://schemas.microsoft.com/office/drawing/2014/main" id="{52854E61-91F6-CE4E-1933-93B4F967D995}"/>
                </a:ext>
              </a:extLst>
            </p:cNvPr>
            <p:cNvSpPr/>
            <p:nvPr/>
          </p:nvSpPr>
          <p:spPr>
            <a:xfrm>
              <a:off x="5622383" y="1894017"/>
              <a:ext cx="40807" cy="51466"/>
            </a:xfrm>
            <a:custGeom>
              <a:avLst/>
              <a:gdLst/>
              <a:ahLst/>
              <a:cxnLst/>
              <a:rect l="l" t="t" r="r" b="b"/>
              <a:pathLst>
                <a:path w="1382" h="1743" extrusionOk="0">
                  <a:moveTo>
                    <a:pt x="367" y="1"/>
                  </a:moveTo>
                  <a:cubicBezTo>
                    <a:pt x="144" y="1"/>
                    <a:pt x="1" y="175"/>
                    <a:pt x="1" y="465"/>
                  </a:cubicBezTo>
                  <a:cubicBezTo>
                    <a:pt x="1" y="905"/>
                    <a:pt x="286" y="1405"/>
                    <a:pt x="703" y="1643"/>
                  </a:cubicBezTo>
                  <a:cubicBezTo>
                    <a:pt x="824" y="1711"/>
                    <a:pt x="933" y="1742"/>
                    <a:pt x="1026" y="1742"/>
                  </a:cubicBezTo>
                  <a:cubicBezTo>
                    <a:pt x="1247" y="1742"/>
                    <a:pt x="1382" y="1567"/>
                    <a:pt x="1382" y="1274"/>
                  </a:cubicBezTo>
                  <a:cubicBezTo>
                    <a:pt x="1382" y="846"/>
                    <a:pt x="1108" y="334"/>
                    <a:pt x="703" y="108"/>
                  </a:cubicBezTo>
                  <a:cubicBezTo>
                    <a:pt x="579" y="35"/>
                    <a:pt x="466" y="1"/>
                    <a:pt x="3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42">
              <a:extLst>
                <a:ext uri="{FF2B5EF4-FFF2-40B4-BE49-F238E27FC236}">
                  <a16:creationId xmlns:a16="http://schemas.microsoft.com/office/drawing/2014/main" id="{F1CD641E-676F-A79B-E8E7-46CDA95F9B07}"/>
                </a:ext>
              </a:extLst>
            </p:cNvPr>
            <p:cNvSpPr/>
            <p:nvPr/>
          </p:nvSpPr>
          <p:spPr>
            <a:xfrm>
              <a:off x="5295779" y="2136792"/>
              <a:ext cx="303425" cy="202618"/>
            </a:xfrm>
            <a:custGeom>
              <a:avLst/>
              <a:gdLst/>
              <a:ahLst/>
              <a:cxnLst/>
              <a:rect l="l" t="t" r="r" b="b"/>
              <a:pathLst>
                <a:path w="10276" h="6862" extrusionOk="0">
                  <a:moveTo>
                    <a:pt x="1239" y="815"/>
                  </a:moveTo>
                  <a:lnTo>
                    <a:pt x="1358" y="899"/>
                  </a:lnTo>
                  <a:lnTo>
                    <a:pt x="1358" y="1137"/>
                  </a:lnTo>
                  <a:lnTo>
                    <a:pt x="1537" y="1113"/>
                  </a:lnTo>
                  <a:lnTo>
                    <a:pt x="1596" y="1280"/>
                  </a:lnTo>
                  <a:lnTo>
                    <a:pt x="1418" y="1291"/>
                  </a:lnTo>
                  <a:lnTo>
                    <a:pt x="1596" y="1518"/>
                  </a:lnTo>
                  <a:lnTo>
                    <a:pt x="1537" y="1613"/>
                  </a:lnTo>
                  <a:lnTo>
                    <a:pt x="1358" y="1375"/>
                  </a:lnTo>
                  <a:lnTo>
                    <a:pt x="1358" y="1613"/>
                  </a:lnTo>
                  <a:lnTo>
                    <a:pt x="1239" y="1530"/>
                  </a:lnTo>
                  <a:lnTo>
                    <a:pt x="1239" y="1291"/>
                  </a:lnTo>
                  <a:lnTo>
                    <a:pt x="1060" y="1315"/>
                  </a:lnTo>
                  <a:lnTo>
                    <a:pt x="1001" y="1149"/>
                  </a:lnTo>
                  <a:lnTo>
                    <a:pt x="1180" y="1137"/>
                  </a:lnTo>
                  <a:lnTo>
                    <a:pt x="1001" y="922"/>
                  </a:lnTo>
                  <a:lnTo>
                    <a:pt x="1060" y="839"/>
                  </a:lnTo>
                  <a:lnTo>
                    <a:pt x="1239" y="1053"/>
                  </a:lnTo>
                  <a:lnTo>
                    <a:pt x="1239" y="815"/>
                  </a:lnTo>
                  <a:close/>
                  <a:moveTo>
                    <a:pt x="2084" y="1315"/>
                  </a:moveTo>
                  <a:lnTo>
                    <a:pt x="2203" y="1387"/>
                  </a:lnTo>
                  <a:lnTo>
                    <a:pt x="2203" y="1625"/>
                  </a:lnTo>
                  <a:lnTo>
                    <a:pt x="2382" y="1613"/>
                  </a:lnTo>
                  <a:lnTo>
                    <a:pt x="2442" y="1768"/>
                  </a:lnTo>
                  <a:lnTo>
                    <a:pt x="2263" y="1792"/>
                  </a:lnTo>
                  <a:lnTo>
                    <a:pt x="2442" y="2006"/>
                  </a:lnTo>
                  <a:lnTo>
                    <a:pt x="2382" y="2101"/>
                  </a:lnTo>
                  <a:lnTo>
                    <a:pt x="2203" y="1863"/>
                  </a:lnTo>
                  <a:lnTo>
                    <a:pt x="2203" y="2101"/>
                  </a:lnTo>
                  <a:lnTo>
                    <a:pt x="2084" y="2030"/>
                  </a:lnTo>
                  <a:lnTo>
                    <a:pt x="2084" y="1792"/>
                  </a:lnTo>
                  <a:lnTo>
                    <a:pt x="1906" y="1803"/>
                  </a:lnTo>
                  <a:lnTo>
                    <a:pt x="1846" y="1637"/>
                  </a:lnTo>
                  <a:lnTo>
                    <a:pt x="2025" y="1625"/>
                  </a:lnTo>
                  <a:lnTo>
                    <a:pt x="1846" y="1411"/>
                  </a:lnTo>
                  <a:lnTo>
                    <a:pt x="1906" y="1327"/>
                  </a:lnTo>
                  <a:lnTo>
                    <a:pt x="2084" y="1553"/>
                  </a:lnTo>
                  <a:lnTo>
                    <a:pt x="2084" y="1315"/>
                  </a:lnTo>
                  <a:close/>
                  <a:moveTo>
                    <a:pt x="2942" y="1803"/>
                  </a:moveTo>
                  <a:lnTo>
                    <a:pt x="3061" y="1875"/>
                  </a:lnTo>
                  <a:lnTo>
                    <a:pt x="3061" y="2113"/>
                  </a:lnTo>
                  <a:lnTo>
                    <a:pt x="3239" y="2101"/>
                  </a:lnTo>
                  <a:lnTo>
                    <a:pt x="3299" y="2256"/>
                  </a:lnTo>
                  <a:lnTo>
                    <a:pt x="3120" y="2280"/>
                  </a:lnTo>
                  <a:lnTo>
                    <a:pt x="3299" y="2506"/>
                  </a:lnTo>
                  <a:lnTo>
                    <a:pt x="3239" y="2589"/>
                  </a:lnTo>
                  <a:lnTo>
                    <a:pt x="3061" y="2351"/>
                  </a:lnTo>
                  <a:lnTo>
                    <a:pt x="3061" y="2589"/>
                  </a:lnTo>
                  <a:lnTo>
                    <a:pt x="2942" y="2518"/>
                  </a:lnTo>
                  <a:lnTo>
                    <a:pt x="2942" y="2280"/>
                  </a:lnTo>
                  <a:lnTo>
                    <a:pt x="2763" y="2292"/>
                  </a:lnTo>
                  <a:lnTo>
                    <a:pt x="2692" y="2125"/>
                  </a:lnTo>
                  <a:lnTo>
                    <a:pt x="2882" y="2113"/>
                  </a:lnTo>
                  <a:lnTo>
                    <a:pt x="2692" y="1911"/>
                  </a:lnTo>
                  <a:lnTo>
                    <a:pt x="2763" y="1815"/>
                  </a:lnTo>
                  <a:lnTo>
                    <a:pt x="2942" y="2042"/>
                  </a:lnTo>
                  <a:lnTo>
                    <a:pt x="2942" y="1803"/>
                  </a:lnTo>
                  <a:close/>
                  <a:moveTo>
                    <a:pt x="3799" y="2292"/>
                  </a:moveTo>
                  <a:lnTo>
                    <a:pt x="3918" y="2363"/>
                  </a:lnTo>
                  <a:lnTo>
                    <a:pt x="3918" y="2601"/>
                  </a:lnTo>
                  <a:lnTo>
                    <a:pt x="4097" y="2589"/>
                  </a:lnTo>
                  <a:lnTo>
                    <a:pt x="4156" y="2756"/>
                  </a:lnTo>
                  <a:lnTo>
                    <a:pt x="3977" y="2768"/>
                  </a:lnTo>
                  <a:lnTo>
                    <a:pt x="4156" y="2994"/>
                  </a:lnTo>
                  <a:lnTo>
                    <a:pt x="4097" y="3077"/>
                  </a:lnTo>
                  <a:lnTo>
                    <a:pt x="3918" y="2839"/>
                  </a:lnTo>
                  <a:lnTo>
                    <a:pt x="3918" y="3077"/>
                  </a:lnTo>
                  <a:lnTo>
                    <a:pt x="3799" y="3006"/>
                  </a:lnTo>
                  <a:lnTo>
                    <a:pt x="3799" y="2768"/>
                  </a:lnTo>
                  <a:lnTo>
                    <a:pt x="3620" y="2780"/>
                  </a:lnTo>
                  <a:lnTo>
                    <a:pt x="3561" y="2625"/>
                  </a:lnTo>
                  <a:lnTo>
                    <a:pt x="3739" y="2601"/>
                  </a:lnTo>
                  <a:lnTo>
                    <a:pt x="3561" y="2399"/>
                  </a:lnTo>
                  <a:lnTo>
                    <a:pt x="3620" y="2303"/>
                  </a:lnTo>
                  <a:lnTo>
                    <a:pt x="3799" y="2530"/>
                  </a:lnTo>
                  <a:lnTo>
                    <a:pt x="3799" y="2292"/>
                  </a:lnTo>
                  <a:close/>
                  <a:moveTo>
                    <a:pt x="4644" y="2780"/>
                  </a:moveTo>
                  <a:lnTo>
                    <a:pt x="4763" y="2851"/>
                  </a:lnTo>
                  <a:lnTo>
                    <a:pt x="4763" y="3101"/>
                  </a:lnTo>
                  <a:lnTo>
                    <a:pt x="4942" y="3077"/>
                  </a:lnTo>
                  <a:lnTo>
                    <a:pt x="5001" y="3244"/>
                  </a:lnTo>
                  <a:lnTo>
                    <a:pt x="4823" y="3256"/>
                  </a:lnTo>
                  <a:lnTo>
                    <a:pt x="5001" y="3482"/>
                  </a:lnTo>
                  <a:lnTo>
                    <a:pt x="4942" y="3577"/>
                  </a:lnTo>
                  <a:lnTo>
                    <a:pt x="4763" y="3339"/>
                  </a:lnTo>
                  <a:lnTo>
                    <a:pt x="4763" y="3577"/>
                  </a:lnTo>
                  <a:lnTo>
                    <a:pt x="4644" y="3494"/>
                  </a:lnTo>
                  <a:lnTo>
                    <a:pt x="4644" y="3256"/>
                  </a:lnTo>
                  <a:lnTo>
                    <a:pt x="4466" y="3280"/>
                  </a:lnTo>
                  <a:lnTo>
                    <a:pt x="4406" y="3113"/>
                  </a:lnTo>
                  <a:lnTo>
                    <a:pt x="4585" y="3101"/>
                  </a:lnTo>
                  <a:lnTo>
                    <a:pt x="4406" y="2887"/>
                  </a:lnTo>
                  <a:lnTo>
                    <a:pt x="4466" y="2804"/>
                  </a:lnTo>
                  <a:lnTo>
                    <a:pt x="4644" y="3018"/>
                  </a:lnTo>
                  <a:lnTo>
                    <a:pt x="4644" y="2780"/>
                  </a:lnTo>
                  <a:close/>
                  <a:moveTo>
                    <a:pt x="5501" y="3280"/>
                  </a:moveTo>
                  <a:lnTo>
                    <a:pt x="5621" y="3351"/>
                  </a:lnTo>
                  <a:lnTo>
                    <a:pt x="5621" y="3589"/>
                  </a:lnTo>
                  <a:lnTo>
                    <a:pt x="5799" y="3577"/>
                  </a:lnTo>
                  <a:lnTo>
                    <a:pt x="5859" y="3732"/>
                  </a:lnTo>
                  <a:lnTo>
                    <a:pt x="5680" y="3756"/>
                  </a:lnTo>
                  <a:lnTo>
                    <a:pt x="5859" y="3970"/>
                  </a:lnTo>
                  <a:lnTo>
                    <a:pt x="5799" y="4066"/>
                  </a:lnTo>
                  <a:lnTo>
                    <a:pt x="5621" y="3827"/>
                  </a:lnTo>
                  <a:lnTo>
                    <a:pt x="5621" y="4066"/>
                  </a:lnTo>
                  <a:lnTo>
                    <a:pt x="5501" y="3994"/>
                  </a:lnTo>
                  <a:lnTo>
                    <a:pt x="5501" y="3744"/>
                  </a:lnTo>
                  <a:lnTo>
                    <a:pt x="5323" y="3768"/>
                  </a:lnTo>
                  <a:lnTo>
                    <a:pt x="5263" y="3601"/>
                  </a:lnTo>
                  <a:lnTo>
                    <a:pt x="5442" y="3589"/>
                  </a:lnTo>
                  <a:lnTo>
                    <a:pt x="5263" y="3375"/>
                  </a:lnTo>
                  <a:lnTo>
                    <a:pt x="5323" y="3292"/>
                  </a:lnTo>
                  <a:lnTo>
                    <a:pt x="5501" y="3518"/>
                  </a:lnTo>
                  <a:lnTo>
                    <a:pt x="5501" y="3280"/>
                  </a:lnTo>
                  <a:close/>
                  <a:moveTo>
                    <a:pt x="6347" y="3768"/>
                  </a:moveTo>
                  <a:lnTo>
                    <a:pt x="6466" y="3839"/>
                  </a:lnTo>
                  <a:lnTo>
                    <a:pt x="6466" y="4077"/>
                  </a:lnTo>
                  <a:lnTo>
                    <a:pt x="6644" y="4066"/>
                  </a:lnTo>
                  <a:lnTo>
                    <a:pt x="6704" y="4232"/>
                  </a:lnTo>
                  <a:lnTo>
                    <a:pt x="6525" y="4244"/>
                  </a:lnTo>
                  <a:lnTo>
                    <a:pt x="6704" y="4470"/>
                  </a:lnTo>
                  <a:lnTo>
                    <a:pt x="6644" y="4554"/>
                  </a:lnTo>
                  <a:lnTo>
                    <a:pt x="6466" y="4316"/>
                  </a:lnTo>
                  <a:lnTo>
                    <a:pt x="6466" y="4554"/>
                  </a:lnTo>
                  <a:lnTo>
                    <a:pt x="6347" y="4482"/>
                  </a:lnTo>
                  <a:lnTo>
                    <a:pt x="6347" y="4244"/>
                  </a:lnTo>
                  <a:lnTo>
                    <a:pt x="6168" y="4256"/>
                  </a:lnTo>
                  <a:lnTo>
                    <a:pt x="6109" y="4089"/>
                  </a:lnTo>
                  <a:lnTo>
                    <a:pt x="6287" y="4077"/>
                  </a:lnTo>
                  <a:lnTo>
                    <a:pt x="6109" y="3875"/>
                  </a:lnTo>
                  <a:lnTo>
                    <a:pt x="6168" y="3780"/>
                  </a:lnTo>
                  <a:lnTo>
                    <a:pt x="6347" y="4006"/>
                  </a:lnTo>
                  <a:lnTo>
                    <a:pt x="6347" y="3768"/>
                  </a:lnTo>
                  <a:close/>
                  <a:moveTo>
                    <a:pt x="7204" y="4268"/>
                  </a:moveTo>
                  <a:lnTo>
                    <a:pt x="7323" y="4339"/>
                  </a:lnTo>
                  <a:lnTo>
                    <a:pt x="7323" y="4589"/>
                  </a:lnTo>
                  <a:lnTo>
                    <a:pt x="7502" y="4566"/>
                  </a:lnTo>
                  <a:lnTo>
                    <a:pt x="7561" y="4732"/>
                  </a:lnTo>
                  <a:lnTo>
                    <a:pt x="7383" y="4744"/>
                  </a:lnTo>
                  <a:lnTo>
                    <a:pt x="7561" y="4970"/>
                  </a:lnTo>
                  <a:lnTo>
                    <a:pt x="7502" y="5066"/>
                  </a:lnTo>
                  <a:lnTo>
                    <a:pt x="7323" y="4828"/>
                  </a:lnTo>
                  <a:lnTo>
                    <a:pt x="7323" y="5066"/>
                  </a:lnTo>
                  <a:lnTo>
                    <a:pt x="7204" y="4982"/>
                  </a:lnTo>
                  <a:lnTo>
                    <a:pt x="7204" y="4744"/>
                  </a:lnTo>
                  <a:lnTo>
                    <a:pt x="7025" y="4768"/>
                  </a:lnTo>
                  <a:lnTo>
                    <a:pt x="6966" y="4601"/>
                  </a:lnTo>
                  <a:lnTo>
                    <a:pt x="7145" y="4589"/>
                  </a:lnTo>
                  <a:lnTo>
                    <a:pt x="6966" y="4375"/>
                  </a:lnTo>
                  <a:lnTo>
                    <a:pt x="7025" y="4292"/>
                  </a:lnTo>
                  <a:lnTo>
                    <a:pt x="7204" y="4506"/>
                  </a:lnTo>
                  <a:lnTo>
                    <a:pt x="7204" y="4268"/>
                  </a:lnTo>
                  <a:close/>
                  <a:moveTo>
                    <a:pt x="8061" y="4756"/>
                  </a:moveTo>
                  <a:lnTo>
                    <a:pt x="8180" y="4839"/>
                  </a:lnTo>
                  <a:lnTo>
                    <a:pt x="8180" y="5078"/>
                  </a:lnTo>
                  <a:lnTo>
                    <a:pt x="8359" y="5054"/>
                  </a:lnTo>
                  <a:lnTo>
                    <a:pt x="8419" y="5220"/>
                  </a:lnTo>
                  <a:lnTo>
                    <a:pt x="8240" y="5232"/>
                  </a:lnTo>
                  <a:lnTo>
                    <a:pt x="8419" y="5459"/>
                  </a:lnTo>
                  <a:lnTo>
                    <a:pt x="8359" y="5554"/>
                  </a:lnTo>
                  <a:lnTo>
                    <a:pt x="8180" y="5316"/>
                  </a:lnTo>
                  <a:lnTo>
                    <a:pt x="8180" y="5554"/>
                  </a:lnTo>
                  <a:lnTo>
                    <a:pt x="8061" y="5482"/>
                  </a:lnTo>
                  <a:lnTo>
                    <a:pt x="8061" y="5232"/>
                  </a:lnTo>
                  <a:lnTo>
                    <a:pt x="7883" y="5256"/>
                  </a:lnTo>
                  <a:lnTo>
                    <a:pt x="7823" y="5090"/>
                  </a:lnTo>
                  <a:lnTo>
                    <a:pt x="8002" y="5078"/>
                  </a:lnTo>
                  <a:lnTo>
                    <a:pt x="7823" y="4863"/>
                  </a:lnTo>
                  <a:lnTo>
                    <a:pt x="7883" y="4780"/>
                  </a:lnTo>
                  <a:lnTo>
                    <a:pt x="8061" y="4994"/>
                  </a:lnTo>
                  <a:lnTo>
                    <a:pt x="8061" y="4756"/>
                  </a:lnTo>
                  <a:close/>
                  <a:moveTo>
                    <a:pt x="8907" y="5256"/>
                  </a:moveTo>
                  <a:lnTo>
                    <a:pt x="9026" y="5328"/>
                  </a:lnTo>
                  <a:lnTo>
                    <a:pt x="9026" y="5566"/>
                  </a:lnTo>
                  <a:lnTo>
                    <a:pt x="9204" y="5554"/>
                  </a:lnTo>
                  <a:lnTo>
                    <a:pt x="9264" y="5721"/>
                  </a:lnTo>
                  <a:lnTo>
                    <a:pt x="9085" y="5732"/>
                  </a:lnTo>
                  <a:lnTo>
                    <a:pt x="9264" y="5959"/>
                  </a:lnTo>
                  <a:lnTo>
                    <a:pt x="9204" y="6042"/>
                  </a:lnTo>
                  <a:lnTo>
                    <a:pt x="9026" y="5804"/>
                  </a:lnTo>
                  <a:lnTo>
                    <a:pt x="9026" y="6042"/>
                  </a:lnTo>
                  <a:lnTo>
                    <a:pt x="8907" y="5971"/>
                  </a:lnTo>
                  <a:lnTo>
                    <a:pt x="8907" y="5732"/>
                  </a:lnTo>
                  <a:lnTo>
                    <a:pt x="8728" y="5744"/>
                  </a:lnTo>
                  <a:lnTo>
                    <a:pt x="8669" y="5578"/>
                  </a:lnTo>
                  <a:lnTo>
                    <a:pt x="8847" y="5566"/>
                  </a:lnTo>
                  <a:lnTo>
                    <a:pt x="8669" y="5363"/>
                  </a:lnTo>
                  <a:lnTo>
                    <a:pt x="8728" y="5268"/>
                  </a:lnTo>
                  <a:lnTo>
                    <a:pt x="8907" y="5494"/>
                  </a:lnTo>
                  <a:lnTo>
                    <a:pt x="8907" y="5256"/>
                  </a:lnTo>
                  <a:close/>
                  <a:moveTo>
                    <a:pt x="370" y="1"/>
                  </a:moveTo>
                  <a:cubicBezTo>
                    <a:pt x="149" y="1"/>
                    <a:pt x="1" y="164"/>
                    <a:pt x="1" y="458"/>
                  </a:cubicBezTo>
                  <a:cubicBezTo>
                    <a:pt x="1" y="875"/>
                    <a:pt x="298" y="1399"/>
                    <a:pt x="656" y="1613"/>
                  </a:cubicBezTo>
                  <a:lnTo>
                    <a:pt x="9609" y="6768"/>
                  </a:lnTo>
                  <a:cubicBezTo>
                    <a:pt x="9719" y="6832"/>
                    <a:pt x="9821" y="6862"/>
                    <a:pt x="9910" y="6862"/>
                  </a:cubicBezTo>
                  <a:cubicBezTo>
                    <a:pt x="10124" y="6862"/>
                    <a:pt x="10268" y="6692"/>
                    <a:pt x="10276" y="6399"/>
                  </a:cubicBezTo>
                  <a:cubicBezTo>
                    <a:pt x="10276" y="5982"/>
                    <a:pt x="9978" y="5482"/>
                    <a:pt x="9621" y="5256"/>
                  </a:cubicBezTo>
                  <a:lnTo>
                    <a:pt x="1882" y="791"/>
                  </a:lnTo>
                  <a:lnTo>
                    <a:pt x="679" y="89"/>
                  </a:lnTo>
                  <a:cubicBezTo>
                    <a:pt x="567" y="29"/>
                    <a:pt x="462" y="1"/>
                    <a:pt x="37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42">
              <a:extLst>
                <a:ext uri="{FF2B5EF4-FFF2-40B4-BE49-F238E27FC236}">
                  <a16:creationId xmlns:a16="http://schemas.microsoft.com/office/drawing/2014/main" id="{AEADF2AE-E55D-7F87-FFDD-1A292AD10D66}"/>
                </a:ext>
              </a:extLst>
            </p:cNvPr>
            <p:cNvSpPr/>
            <p:nvPr/>
          </p:nvSpPr>
          <p:spPr>
            <a:xfrm>
              <a:off x="5325306" y="2161566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80" y="310"/>
                  </a:lnTo>
                  <a:lnTo>
                    <a:pt x="1" y="310"/>
                  </a:lnTo>
                  <a:lnTo>
                    <a:pt x="60" y="476"/>
                  </a:lnTo>
                  <a:lnTo>
                    <a:pt x="239" y="452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7" y="750"/>
                  </a:lnTo>
                  <a:lnTo>
                    <a:pt x="608" y="667"/>
                  </a:lnTo>
                  <a:lnTo>
                    <a:pt x="418" y="441"/>
                  </a:lnTo>
                  <a:lnTo>
                    <a:pt x="608" y="441"/>
                  </a:lnTo>
                  <a:lnTo>
                    <a:pt x="549" y="274"/>
                  </a:lnTo>
                  <a:lnTo>
                    <a:pt x="358" y="298"/>
                  </a:lnTo>
                  <a:lnTo>
                    <a:pt x="358" y="60"/>
                  </a:lnTo>
                  <a:lnTo>
                    <a:pt x="239" y="0"/>
                  </a:lnTo>
                  <a:lnTo>
                    <a:pt x="239" y="214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42">
              <a:extLst>
                <a:ext uri="{FF2B5EF4-FFF2-40B4-BE49-F238E27FC236}">
                  <a16:creationId xmlns:a16="http://schemas.microsoft.com/office/drawing/2014/main" id="{0813658D-BD13-DAAE-F2FF-B614641382B8}"/>
                </a:ext>
              </a:extLst>
            </p:cNvPr>
            <p:cNvSpPr/>
            <p:nvPr/>
          </p:nvSpPr>
          <p:spPr>
            <a:xfrm>
              <a:off x="5350287" y="217597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0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76"/>
                  </a:lnTo>
                  <a:lnTo>
                    <a:pt x="238" y="465"/>
                  </a:lnTo>
                  <a:lnTo>
                    <a:pt x="238" y="703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19" y="667"/>
                  </a:lnTo>
                  <a:lnTo>
                    <a:pt x="441" y="441"/>
                  </a:lnTo>
                  <a:lnTo>
                    <a:pt x="619" y="441"/>
                  </a:lnTo>
                  <a:lnTo>
                    <a:pt x="548" y="286"/>
                  </a:lnTo>
                  <a:lnTo>
                    <a:pt x="357" y="298"/>
                  </a:lnTo>
                  <a:lnTo>
                    <a:pt x="357" y="298"/>
                  </a:lnTo>
                  <a:lnTo>
                    <a:pt x="381" y="60"/>
                  </a:lnTo>
                  <a:lnTo>
                    <a:pt x="238" y="0"/>
                  </a:lnTo>
                  <a:lnTo>
                    <a:pt x="250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42">
              <a:extLst>
                <a:ext uri="{FF2B5EF4-FFF2-40B4-BE49-F238E27FC236}">
                  <a16:creationId xmlns:a16="http://schemas.microsoft.com/office/drawing/2014/main" id="{D1FF61B0-6119-CD6C-A47E-322F5AB40207}"/>
                </a:ext>
              </a:extLst>
            </p:cNvPr>
            <p:cNvSpPr/>
            <p:nvPr/>
          </p:nvSpPr>
          <p:spPr>
            <a:xfrm>
              <a:off x="5375237" y="2190385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84" y="0"/>
                  </a:moveTo>
                  <a:lnTo>
                    <a:pt x="1" y="96"/>
                  </a:lnTo>
                  <a:lnTo>
                    <a:pt x="203" y="310"/>
                  </a:lnTo>
                  <a:lnTo>
                    <a:pt x="1" y="334"/>
                  </a:lnTo>
                  <a:lnTo>
                    <a:pt x="72" y="477"/>
                  </a:lnTo>
                  <a:lnTo>
                    <a:pt x="263" y="465"/>
                  </a:lnTo>
                  <a:lnTo>
                    <a:pt x="263" y="703"/>
                  </a:lnTo>
                  <a:lnTo>
                    <a:pt x="382" y="774"/>
                  </a:lnTo>
                  <a:lnTo>
                    <a:pt x="382" y="536"/>
                  </a:lnTo>
                  <a:lnTo>
                    <a:pt x="560" y="762"/>
                  </a:lnTo>
                  <a:lnTo>
                    <a:pt x="620" y="667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0" y="286"/>
                  </a:lnTo>
                  <a:lnTo>
                    <a:pt x="382" y="298"/>
                  </a:lnTo>
                  <a:lnTo>
                    <a:pt x="382" y="72"/>
                  </a:lnTo>
                  <a:lnTo>
                    <a:pt x="263" y="0"/>
                  </a:lnTo>
                  <a:lnTo>
                    <a:pt x="263" y="238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42">
              <a:extLst>
                <a:ext uri="{FF2B5EF4-FFF2-40B4-BE49-F238E27FC236}">
                  <a16:creationId xmlns:a16="http://schemas.microsoft.com/office/drawing/2014/main" id="{0FE33D84-828F-99EA-5E63-D0692CF64853}"/>
                </a:ext>
              </a:extLst>
            </p:cNvPr>
            <p:cNvSpPr/>
            <p:nvPr/>
          </p:nvSpPr>
          <p:spPr>
            <a:xfrm>
              <a:off x="5400542" y="2204794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0"/>
                  </a:moveTo>
                  <a:lnTo>
                    <a:pt x="13" y="96"/>
                  </a:lnTo>
                  <a:lnTo>
                    <a:pt x="191" y="322"/>
                  </a:lnTo>
                  <a:lnTo>
                    <a:pt x="1" y="334"/>
                  </a:lnTo>
                  <a:lnTo>
                    <a:pt x="72" y="501"/>
                  </a:lnTo>
                  <a:lnTo>
                    <a:pt x="251" y="465"/>
                  </a:lnTo>
                  <a:lnTo>
                    <a:pt x="251" y="703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9" y="762"/>
                  </a:lnTo>
                  <a:lnTo>
                    <a:pt x="620" y="679"/>
                  </a:lnTo>
                  <a:lnTo>
                    <a:pt x="429" y="465"/>
                  </a:lnTo>
                  <a:lnTo>
                    <a:pt x="620" y="453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84"/>
                  </a:lnTo>
                  <a:lnTo>
                    <a:pt x="251" y="0"/>
                  </a:lnTo>
                  <a:lnTo>
                    <a:pt x="251" y="23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42">
              <a:extLst>
                <a:ext uri="{FF2B5EF4-FFF2-40B4-BE49-F238E27FC236}">
                  <a16:creationId xmlns:a16="http://schemas.microsoft.com/office/drawing/2014/main" id="{96BC0CE1-B329-5551-5C7F-B78721960B4D}"/>
                </a:ext>
              </a:extLst>
            </p:cNvPr>
            <p:cNvSpPr/>
            <p:nvPr/>
          </p:nvSpPr>
          <p:spPr>
            <a:xfrm>
              <a:off x="5425877" y="2219558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38" y="453"/>
                  </a:lnTo>
                  <a:lnTo>
                    <a:pt x="238" y="691"/>
                  </a:lnTo>
                  <a:lnTo>
                    <a:pt x="357" y="774"/>
                  </a:lnTo>
                  <a:lnTo>
                    <a:pt x="357" y="536"/>
                  </a:lnTo>
                  <a:lnTo>
                    <a:pt x="560" y="751"/>
                  </a:lnTo>
                  <a:lnTo>
                    <a:pt x="619" y="679"/>
                  </a:lnTo>
                  <a:lnTo>
                    <a:pt x="441" y="453"/>
                  </a:lnTo>
                  <a:lnTo>
                    <a:pt x="619" y="441"/>
                  </a:lnTo>
                  <a:lnTo>
                    <a:pt x="560" y="274"/>
                  </a:lnTo>
                  <a:lnTo>
                    <a:pt x="357" y="298"/>
                  </a:lnTo>
                  <a:lnTo>
                    <a:pt x="357" y="72"/>
                  </a:lnTo>
                  <a:lnTo>
                    <a:pt x="238" y="1"/>
                  </a:lnTo>
                  <a:lnTo>
                    <a:pt x="238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42">
              <a:extLst>
                <a:ext uri="{FF2B5EF4-FFF2-40B4-BE49-F238E27FC236}">
                  <a16:creationId xmlns:a16="http://schemas.microsoft.com/office/drawing/2014/main" id="{CB229B34-8489-5F00-2B61-ED6CDB90F768}"/>
                </a:ext>
              </a:extLst>
            </p:cNvPr>
            <p:cNvSpPr/>
            <p:nvPr/>
          </p:nvSpPr>
          <p:spPr>
            <a:xfrm>
              <a:off x="5451182" y="223396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84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75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42">
              <a:extLst>
                <a:ext uri="{FF2B5EF4-FFF2-40B4-BE49-F238E27FC236}">
                  <a16:creationId xmlns:a16="http://schemas.microsoft.com/office/drawing/2014/main" id="{3D8FC5FF-CB39-E21C-51B7-0D0917A2335F}"/>
                </a:ext>
              </a:extLst>
            </p:cNvPr>
            <p:cNvSpPr/>
            <p:nvPr/>
          </p:nvSpPr>
          <p:spPr>
            <a:xfrm>
              <a:off x="5476133" y="224837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1"/>
                  </a:moveTo>
                  <a:lnTo>
                    <a:pt x="1" y="96"/>
                  </a:lnTo>
                  <a:lnTo>
                    <a:pt x="191" y="310"/>
                  </a:lnTo>
                  <a:lnTo>
                    <a:pt x="1" y="334"/>
                  </a:lnTo>
                  <a:lnTo>
                    <a:pt x="72" y="489"/>
                  </a:lnTo>
                  <a:lnTo>
                    <a:pt x="251" y="477"/>
                  </a:lnTo>
                  <a:lnTo>
                    <a:pt x="251" y="703"/>
                  </a:lnTo>
                  <a:lnTo>
                    <a:pt x="370" y="775"/>
                  </a:lnTo>
                  <a:lnTo>
                    <a:pt x="370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87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42">
              <a:extLst>
                <a:ext uri="{FF2B5EF4-FFF2-40B4-BE49-F238E27FC236}">
                  <a16:creationId xmlns:a16="http://schemas.microsoft.com/office/drawing/2014/main" id="{23C98528-73C1-FF03-2A3A-B94EFD701C56}"/>
                </a:ext>
              </a:extLst>
            </p:cNvPr>
            <p:cNvSpPr/>
            <p:nvPr/>
          </p:nvSpPr>
          <p:spPr>
            <a:xfrm>
              <a:off x="5501438" y="2262786"/>
              <a:ext cx="18337" cy="22884"/>
            </a:xfrm>
            <a:custGeom>
              <a:avLst/>
              <a:gdLst/>
              <a:ahLst/>
              <a:cxnLst/>
              <a:rect l="l" t="t" r="r" b="b"/>
              <a:pathLst>
                <a:path w="621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80" y="322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03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61" y="775"/>
                  </a:lnTo>
                  <a:lnTo>
                    <a:pt x="620" y="692"/>
                  </a:lnTo>
                  <a:lnTo>
                    <a:pt x="441" y="465"/>
                  </a:lnTo>
                  <a:lnTo>
                    <a:pt x="620" y="453"/>
                  </a:lnTo>
                  <a:lnTo>
                    <a:pt x="561" y="287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42">
              <a:extLst>
                <a:ext uri="{FF2B5EF4-FFF2-40B4-BE49-F238E27FC236}">
                  <a16:creationId xmlns:a16="http://schemas.microsoft.com/office/drawing/2014/main" id="{860AD375-3844-4F4D-25DC-3511901EAC72}"/>
                </a:ext>
              </a:extLst>
            </p:cNvPr>
            <p:cNvSpPr/>
            <p:nvPr/>
          </p:nvSpPr>
          <p:spPr>
            <a:xfrm>
              <a:off x="5526773" y="2277580"/>
              <a:ext cx="17953" cy="22529"/>
            </a:xfrm>
            <a:custGeom>
              <a:avLst/>
              <a:gdLst/>
              <a:ahLst/>
              <a:cxnLst/>
              <a:rect l="l" t="t" r="r" b="b"/>
              <a:pathLst>
                <a:path w="608" h="763" extrusionOk="0">
                  <a:moveTo>
                    <a:pt x="250" y="0"/>
                  </a:moveTo>
                  <a:lnTo>
                    <a:pt x="250" y="238"/>
                  </a:lnTo>
                  <a:lnTo>
                    <a:pt x="60" y="12"/>
                  </a:lnTo>
                  <a:lnTo>
                    <a:pt x="0" y="95"/>
                  </a:lnTo>
                  <a:lnTo>
                    <a:pt x="179" y="310"/>
                  </a:lnTo>
                  <a:lnTo>
                    <a:pt x="0" y="322"/>
                  </a:lnTo>
                  <a:lnTo>
                    <a:pt x="60" y="488"/>
                  </a:lnTo>
                  <a:lnTo>
                    <a:pt x="250" y="464"/>
                  </a:lnTo>
                  <a:lnTo>
                    <a:pt x="250" y="464"/>
                  </a:lnTo>
                  <a:lnTo>
                    <a:pt x="226" y="691"/>
                  </a:lnTo>
                  <a:lnTo>
                    <a:pt x="369" y="762"/>
                  </a:lnTo>
                  <a:lnTo>
                    <a:pt x="357" y="536"/>
                  </a:lnTo>
                  <a:lnTo>
                    <a:pt x="548" y="762"/>
                  </a:lnTo>
                  <a:lnTo>
                    <a:pt x="607" y="679"/>
                  </a:lnTo>
                  <a:lnTo>
                    <a:pt x="429" y="452"/>
                  </a:lnTo>
                  <a:lnTo>
                    <a:pt x="607" y="441"/>
                  </a:lnTo>
                  <a:lnTo>
                    <a:pt x="548" y="274"/>
                  </a:lnTo>
                  <a:lnTo>
                    <a:pt x="369" y="310"/>
                  </a:lnTo>
                  <a:lnTo>
                    <a:pt x="369" y="71"/>
                  </a:lnTo>
                  <a:lnTo>
                    <a:pt x="2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42">
              <a:extLst>
                <a:ext uri="{FF2B5EF4-FFF2-40B4-BE49-F238E27FC236}">
                  <a16:creationId xmlns:a16="http://schemas.microsoft.com/office/drawing/2014/main" id="{27A3CA1D-BB79-DF9B-6561-D6ECF13E9551}"/>
                </a:ext>
              </a:extLst>
            </p:cNvPr>
            <p:cNvSpPr/>
            <p:nvPr/>
          </p:nvSpPr>
          <p:spPr>
            <a:xfrm>
              <a:off x="5551723" y="2291989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1" y="0"/>
                  </a:moveTo>
                  <a:lnTo>
                    <a:pt x="251" y="238"/>
                  </a:lnTo>
                  <a:lnTo>
                    <a:pt x="72" y="12"/>
                  </a:lnTo>
                  <a:lnTo>
                    <a:pt x="1" y="107"/>
                  </a:lnTo>
                  <a:lnTo>
                    <a:pt x="191" y="322"/>
                  </a:lnTo>
                  <a:lnTo>
                    <a:pt x="1" y="322"/>
                  </a:lnTo>
                  <a:lnTo>
                    <a:pt x="72" y="488"/>
                  </a:lnTo>
                  <a:lnTo>
                    <a:pt x="251" y="476"/>
                  </a:lnTo>
                  <a:lnTo>
                    <a:pt x="251" y="715"/>
                  </a:lnTo>
                  <a:lnTo>
                    <a:pt x="370" y="774"/>
                  </a:lnTo>
                  <a:lnTo>
                    <a:pt x="370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08" y="441"/>
                  </a:lnTo>
                  <a:lnTo>
                    <a:pt x="548" y="298"/>
                  </a:lnTo>
                  <a:lnTo>
                    <a:pt x="370" y="310"/>
                  </a:lnTo>
                  <a:lnTo>
                    <a:pt x="370" y="72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42">
              <a:extLst>
                <a:ext uri="{FF2B5EF4-FFF2-40B4-BE49-F238E27FC236}">
                  <a16:creationId xmlns:a16="http://schemas.microsoft.com/office/drawing/2014/main" id="{423D8406-2C2F-20AF-A12C-338CDF2437EB}"/>
                </a:ext>
              </a:extLst>
            </p:cNvPr>
            <p:cNvSpPr/>
            <p:nvPr/>
          </p:nvSpPr>
          <p:spPr>
            <a:xfrm>
              <a:off x="5295425" y="2213269"/>
              <a:ext cx="303425" cy="202588"/>
            </a:xfrm>
            <a:custGeom>
              <a:avLst/>
              <a:gdLst/>
              <a:ahLst/>
              <a:cxnLst/>
              <a:rect l="l" t="t" r="r" b="b"/>
              <a:pathLst>
                <a:path w="10276" h="6861" extrusionOk="0">
                  <a:moveTo>
                    <a:pt x="1251" y="785"/>
                  </a:moveTo>
                  <a:lnTo>
                    <a:pt x="1370" y="856"/>
                  </a:lnTo>
                  <a:lnTo>
                    <a:pt x="1370" y="1106"/>
                  </a:lnTo>
                  <a:lnTo>
                    <a:pt x="1549" y="1083"/>
                  </a:lnTo>
                  <a:lnTo>
                    <a:pt x="1608" y="1249"/>
                  </a:lnTo>
                  <a:lnTo>
                    <a:pt x="1430" y="1261"/>
                  </a:lnTo>
                  <a:lnTo>
                    <a:pt x="1608" y="1499"/>
                  </a:lnTo>
                  <a:lnTo>
                    <a:pt x="1549" y="1595"/>
                  </a:lnTo>
                  <a:lnTo>
                    <a:pt x="1370" y="1357"/>
                  </a:lnTo>
                  <a:lnTo>
                    <a:pt x="1370" y="1595"/>
                  </a:lnTo>
                  <a:lnTo>
                    <a:pt x="1251" y="1523"/>
                  </a:lnTo>
                  <a:lnTo>
                    <a:pt x="1251" y="1285"/>
                  </a:lnTo>
                  <a:lnTo>
                    <a:pt x="1072" y="1297"/>
                  </a:lnTo>
                  <a:lnTo>
                    <a:pt x="1013" y="1130"/>
                  </a:lnTo>
                  <a:lnTo>
                    <a:pt x="1192" y="1118"/>
                  </a:lnTo>
                  <a:lnTo>
                    <a:pt x="1013" y="892"/>
                  </a:lnTo>
                  <a:lnTo>
                    <a:pt x="1072" y="809"/>
                  </a:lnTo>
                  <a:lnTo>
                    <a:pt x="1251" y="1023"/>
                  </a:lnTo>
                  <a:lnTo>
                    <a:pt x="1251" y="785"/>
                  </a:lnTo>
                  <a:close/>
                  <a:moveTo>
                    <a:pt x="2096" y="1273"/>
                  </a:moveTo>
                  <a:lnTo>
                    <a:pt x="2215" y="1357"/>
                  </a:lnTo>
                  <a:lnTo>
                    <a:pt x="2215" y="1595"/>
                  </a:lnTo>
                  <a:lnTo>
                    <a:pt x="2394" y="1571"/>
                  </a:lnTo>
                  <a:lnTo>
                    <a:pt x="2454" y="1738"/>
                  </a:lnTo>
                  <a:lnTo>
                    <a:pt x="2275" y="1749"/>
                  </a:lnTo>
                  <a:lnTo>
                    <a:pt x="2454" y="1999"/>
                  </a:lnTo>
                  <a:lnTo>
                    <a:pt x="2394" y="2083"/>
                  </a:lnTo>
                  <a:lnTo>
                    <a:pt x="2215" y="1845"/>
                  </a:lnTo>
                  <a:lnTo>
                    <a:pt x="2215" y="2083"/>
                  </a:lnTo>
                  <a:lnTo>
                    <a:pt x="2096" y="2011"/>
                  </a:lnTo>
                  <a:lnTo>
                    <a:pt x="2096" y="1773"/>
                  </a:lnTo>
                  <a:lnTo>
                    <a:pt x="1918" y="1785"/>
                  </a:lnTo>
                  <a:lnTo>
                    <a:pt x="1858" y="1618"/>
                  </a:lnTo>
                  <a:lnTo>
                    <a:pt x="2037" y="1607"/>
                  </a:lnTo>
                  <a:lnTo>
                    <a:pt x="1858" y="1380"/>
                  </a:lnTo>
                  <a:lnTo>
                    <a:pt x="1918" y="1297"/>
                  </a:lnTo>
                  <a:lnTo>
                    <a:pt x="2096" y="1511"/>
                  </a:lnTo>
                  <a:lnTo>
                    <a:pt x="2096" y="1273"/>
                  </a:lnTo>
                  <a:close/>
                  <a:moveTo>
                    <a:pt x="2966" y="1773"/>
                  </a:moveTo>
                  <a:lnTo>
                    <a:pt x="3085" y="1845"/>
                  </a:lnTo>
                  <a:lnTo>
                    <a:pt x="3085" y="2083"/>
                  </a:lnTo>
                  <a:lnTo>
                    <a:pt x="3263" y="2071"/>
                  </a:lnTo>
                  <a:lnTo>
                    <a:pt x="3323" y="2238"/>
                  </a:lnTo>
                  <a:lnTo>
                    <a:pt x="3144" y="2249"/>
                  </a:lnTo>
                  <a:lnTo>
                    <a:pt x="3323" y="2488"/>
                  </a:lnTo>
                  <a:lnTo>
                    <a:pt x="3263" y="2571"/>
                  </a:lnTo>
                  <a:lnTo>
                    <a:pt x="3085" y="2333"/>
                  </a:lnTo>
                  <a:lnTo>
                    <a:pt x="3085" y="2571"/>
                  </a:lnTo>
                  <a:lnTo>
                    <a:pt x="2966" y="2500"/>
                  </a:lnTo>
                  <a:lnTo>
                    <a:pt x="2966" y="2261"/>
                  </a:lnTo>
                  <a:lnTo>
                    <a:pt x="2787" y="2273"/>
                  </a:lnTo>
                  <a:lnTo>
                    <a:pt x="2727" y="2119"/>
                  </a:lnTo>
                  <a:lnTo>
                    <a:pt x="2906" y="2095"/>
                  </a:lnTo>
                  <a:lnTo>
                    <a:pt x="2727" y="1880"/>
                  </a:lnTo>
                  <a:lnTo>
                    <a:pt x="2787" y="1785"/>
                  </a:lnTo>
                  <a:lnTo>
                    <a:pt x="2966" y="2011"/>
                  </a:lnTo>
                  <a:lnTo>
                    <a:pt x="2966" y="1773"/>
                  </a:lnTo>
                  <a:close/>
                  <a:moveTo>
                    <a:pt x="3811" y="2261"/>
                  </a:moveTo>
                  <a:lnTo>
                    <a:pt x="3930" y="2333"/>
                  </a:lnTo>
                  <a:lnTo>
                    <a:pt x="3930" y="2571"/>
                  </a:lnTo>
                  <a:lnTo>
                    <a:pt x="4109" y="2559"/>
                  </a:lnTo>
                  <a:lnTo>
                    <a:pt x="4168" y="2726"/>
                  </a:lnTo>
                  <a:lnTo>
                    <a:pt x="3989" y="2738"/>
                  </a:lnTo>
                  <a:lnTo>
                    <a:pt x="4168" y="2976"/>
                  </a:lnTo>
                  <a:lnTo>
                    <a:pt x="4109" y="3071"/>
                  </a:lnTo>
                  <a:lnTo>
                    <a:pt x="3930" y="2833"/>
                  </a:lnTo>
                  <a:lnTo>
                    <a:pt x="3930" y="3071"/>
                  </a:lnTo>
                  <a:lnTo>
                    <a:pt x="3811" y="2988"/>
                  </a:lnTo>
                  <a:lnTo>
                    <a:pt x="3811" y="2750"/>
                  </a:lnTo>
                  <a:lnTo>
                    <a:pt x="3632" y="2773"/>
                  </a:lnTo>
                  <a:lnTo>
                    <a:pt x="3573" y="2607"/>
                  </a:lnTo>
                  <a:lnTo>
                    <a:pt x="3751" y="2595"/>
                  </a:lnTo>
                  <a:lnTo>
                    <a:pt x="3573" y="2369"/>
                  </a:lnTo>
                  <a:lnTo>
                    <a:pt x="3632" y="2273"/>
                  </a:lnTo>
                  <a:lnTo>
                    <a:pt x="3811" y="2500"/>
                  </a:lnTo>
                  <a:lnTo>
                    <a:pt x="3811" y="2261"/>
                  </a:lnTo>
                  <a:close/>
                  <a:moveTo>
                    <a:pt x="4656" y="2761"/>
                  </a:moveTo>
                  <a:lnTo>
                    <a:pt x="4775" y="2845"/>
                  </a:lnTo>
                  <a:lnTo>
                    <a:pt x="4775" y="3083"/>
                  </a:lnTo>
                  <a:lnTo>
                    <a:pt x="4954" y="3059"/>
                  </a:lnTo>
                  <a:lnTo>
                    <a:pt x="5013" y="3226"/>
                  </a:lnTo>
                  <a:lnTo>
                    <a:pt x="4835" y="3238"/>
                  </a:lnTo>
                  <a:lnTo>
                    <a:pt x="5013" y="3488"/>
                  </a:lnTo>
                  <a:lnTo>
                    <a:pt x="4954" y="3571"/>
                  </a:lnTo>
                  <a:lnTo>
                    <a:pt x="4775" y="3333"/>
                  </a:lnTo>
                  <a:lnTo>
                    <a:pt x="4775" y="3571"/>
                  </a:lnTo>
                  <a:lnTo>
                    <a:pt x="4656" y="3500"/>
                  </a:lnTo>
                  <a:lnTo>
                    <a:pt x="4656" y="3262"/>
                  </a:lnTo>
                  <a:lnTo>
                    <a:pt x="4478" y="3273"/>
                  </a:lnTo>
                  <a:lnTo>
                    <a:pt x="4418" y="3107"/>
                  </a:lnTo>
                  <a:lnTo>
                    <a:pt x="4597" y="3095"/>
                  </a:lnTo>
                  <a:lnTo>
                    <a:pt x="4418" y="2869"/>
                  </a:lnTo>
                  <a:lnTo>
                    <a:pt x="4478" y="2785"/>
                  </a:lnTo>
                  <a:lnTo>
                    <a:pt x="4656" y="3000"/>
                  </a:lnTo>
                  <a:lnTo>
                    <a:pt x="4656" y="2761"/>
                  </a:lnTo>
                  <a:close/>
                  <a:moveTo>
                    <a:pt x="5525" y="3262"/>
                  </a:moveTo>
                  <a:lnTo>
                    <a:pt x="5644" y="3333"/>
                  </a:lnTo>
                  <a:lnTo>
                    <a:pt x="5644" y="3571"/>
                  </a:lnTo>
                  <a:lnTo>
                    <a:pt x="5823" y="3559"/>
                  </a:lnTo>
                  <a:lnTo>
                    <a:pt x="5883" y="3726"/>
                  </a:lnTo>
                  <a:lnTo>
                    <a:pt x="5704" y="3738"/>
                  </a:lnTo>
                  <a:lnTo>
                    <a:pt x="5883" y="3976"/>
                  </a:lnTo>
                  <a:lnTo>
                    <a:pt x="5823" y="4059"/>
                  </a:lnTo>
                  <a:lnTo>
                    <a:pt x="5644" y="3821"/>
                  </a:lnTo>
                  <a:lnTo>
                    <a:pt x="5644" y="4059"/>
                  </a:lnTo>
                  <a:lnTo>
                    <a:pt x="5525" y="3988"/>
                  </a:lnTo>
                  <a:lnTo>
                    <a:pt x="5525" y="3750"/>
                  </a:lnTo>
                  <a:lnTo>
                    <a:pt x="5347" y="3762"/>
                  </a:lnTo>
                  <a:lnTo>
                    <a:pt x="5287" y="3607"/>
                  </a:lnTo>
                  <a:lnTo>
                    <a:pt x="5466" y="3583"/>
                  </a:lnTo>
                  <a:lnTo>
                    <a:pt x="5287" y="3369"/>
                  </a:lnTo>
                  <a:lnTo>
                    <a:pt x="5347" y="3273"/>
                  </a:lnTo>
                  <a:lnTo>
                    <a:pt x="5525" y="3500"/>
                  </a:lnTo>
                  <a:lnTo>
                    <a:pt x="5525" y="3262"/>
                  </a:lnTo>
                  <a:close/>
                  <a:moveTo>
                    <a:pt x="6371" y="3750"/>
                  </a:moveTo>
                  <a:lnTo>
                    <a:pt x="6490" y="3821"/>
                  </a:lnTo>
                  <a:lnTo>
                    <a:pt x="6490" y="4059"/>
                  </a:lnTo>
                  <a:lnTo>
                    <a:pt x="6668" y="4047"/>
                  </a:lnTo>
                  <a:lnTo>
                    <a:pt x="6728" y="4214"/>
                  </a:lnTo>
                  <a:lnTo>
                    <a:pt x="6549" y="4226"/>
                  </a:lnTo>
                  <a:lnTo>
                    <a:pt x="6728" y="4464"/>
                  </a:lnTo>
                  <a:lnTo>
                    <a:pt x="6668" y="4559"/>
                  </a:lnTo>
                  <a:lnTo>
                    <a:pt x="6490" y="4321"/>
                  </a:lnTo>
                  <a:lnTo>
                    <a:pt x="6490" y="4559"/>
                  </a:lnTo>
                  <a:lnTo>
                    <a:pt x="6371" y="4476"/>
                  </a:lnTo>
                  <a:lnTo>
                    <a:pt x="6371" y="4238"/>
                  </a:lnTo>
                  <a:lnTo>
                    <a:pt x="6192" y="4262"/>
                  </a:lnTo>
                  <a:lnTo>
                    <a:pt x="6133" y="4095"/>
                  </a:lnTo>
                  <a:lnTo>
                    <a:pt x="6311" y="4083"/>
                  </a:lnTo>
                  <a:lnTo>
                    <a:pt x="6133" y="3857"/>
                  </a:lnTo>
                  <a:lnTo>
                    <a:pt x="6192" y="3762"/>
                  </a:lnTo>
                  <a:lnTo>
                    <a:pt x="6371" y="3988"/>
                  </a:lnTo>
                  <a:lnTo>
                    <a:pt x="6371" y="3750"/>
                  </a:lnTo>
                  <a:close/>
                  <a:moveTo>
                    <a:pt x="7216" y="4238"/>
                  </a:moveTo>
                  <a:lnTo>
                    <a:pt x="7335" y="4309"/>
                  </a:lnTo>
                  <a:lnTo>
                    <a:pt x="7335" y="4547"/>
                  </a:lnTo>
                  <a:lnTo>
                    <a:pt x="7514" y="4535"/>
                  </a:lnTo>
                  <a:lnTo>
                    <a:pt x="7573" y="4702"/>
                  </a:lnTo>
                  <a:lnTo>
                    <a:pt x="7395" y="4714"/>
                  </a:lnTo>
                  <a:lnTo>
                    <a:pt x="7573" y="4952"/>
                  </a:lnTo>
                  <a:lnTo>
                    <a:pt x="7514" y="5047"/>
                  </a:lnTo>
                  <a:lnTo>
                    <a:pt x="7335" y="4809"/>
                  </a:lnTo>
                  <a:lnTo>
                    <a:pt x="7335" y="5047"/>
                  </a:lnTo>
                  <a:lnTo>
                    <a:pt x="7216" y="4976"/>
                  </a:lnTo>
                  <a:lnTo>
                    <a:pt x="7216" y="4726"/>
                  </a:lnTo>
                  <a:lnTo>
                    <a:pt x="7037" y="4750"/>
                  </a:lnTo>
                  <a:lnTo>
                    <a:pt x="6978" y="4583"/>
                  </a:lnTo>
                  <a:lnTo>
                    <a:pt x="7157" y="4571"/>
                  </a:lnTo>
                  <a:lnTo>
                    <a:pt x="6978" y="4345"/>
                  </a:lnTo>
                  <a:lnTo>
                    <a:pt x="7037" y="4250"/>
                  </a:lnTo>
                  <a:lnTo>
                    <a:pt x="7216" y="4476"/>
                  </a:lnTo>
                  <a:lnTo>
                    <a:pt x="7216" y="4238"/>
                  </a:lnTo>
                  <a:close/>
                  <a:moveTo>
                    <a:pt x="8085" y="4726"/>
                  </a:moveTo>
                  <a:lnTo>
                    <a:pt x="8204" y="4809"/>
                  </a:lnTo>
                  <a:lnTo>
                    <a:pt x="8204" y="5047"/>
                  </a:lnTo>
                  <a:lnTo>
                    <a:pt x="8383" y="5024"/>
                  </a:lnTo>
                  <a:lnTo>
                    <a:pt x="8442" y="5190"/>
                  </a:lnTo>
                  <a:lnTo>
                    <a:pt x="8264" y="5214"/>
                  </a:lnTo>
                  <a:lnTo>
                    <a:pt x="8442" y="5452"/>
                  </a:lnTo>
                  <a:lnTo>
                    <a:pt x="8383" y="5536"/>
                  </a:lnTo>
                  <a:lnTo>
                    <a:pt x="8204" y="5297"/>
                  </a:lnTo>
                  <a:lnTo>
                    <a:pt x="8204" y="5536"/>
                  </a:lnTo>
                  <a:lnTo>
                    <a:pt x="8085" y="5464"/>
                  </a:lnTo>
                  <a:lnTo>
                    <a:pt x="8085" y="5226"/>
                  </a:lnTo>
                  <a:lnTo>
                    <a:pt x="7907" y="5238"/>
                  </a:lnTo>
                  <a:lnTo>
                    <a:pt x="7847" y="5071"/>
                  </a:lnTo>
                  <a:lnTo>
                    <a:pt x="8026" y="5059"/>
                  </a:lnTo>
                  <a:lnTo>
                    <a:pt x="7847" y="4833"/>
                  </a:lnTo>
                  <a:lnTo>
                    <a:pt x="7907" y="4750"/>
                  </a:lnTo>
                  <a:lnTo>
                    <a:pt x="8085" y="4976"/>
                  </a:lnTo>
                  <a:lnTo>
                    <a:pt x="8085" y="4726"/>
                  </a:lnTo>
                  <a:close/>
                  <a:moveTo>
                    <a:pt x="8931" y="5226"/>
                  </a:moveTo>
                  <a:lnTo>
                    <a:pt x="9050" y="5297"/>
                  </a:lnTo>
                  <a:lnTo>
                    <a:pt x="9050" y="5536"/>
                  </a:lnTo>
                  <a:lnTo>
                    <a:pt x="9228" y="5524"/>
                  </a:lnTo>
                  <a:lnTo>
                    <a:pt x="9288" y="5678"/>
                  </a:lnTo>
                  <a:lnTo>
                    <a:pt x="9109" y="5702"/>
                  </a:lnTo>
                  <a:lnTo>
                    <a:pt x="9288" y="5940"/>
                  </a:lnTo>
                  <a:lnTo>
                    <a:pt x="9228" y="6024"/>
                  </a:lnTo>
                  <a:lnTo>
                    <a:pt x="9050" y="5786"/>
                  </a:lnTo>
                  <a:lnTo>
                    <a:pt x="9050" y="6024"/>
                  </a:lnTo>
                  <a:lnTo>
                    <a:pt x="8931" y="5952"/>
                  </a:lnTo>
                  <a:lnTo>
                    <a:pt x="8931" y="5714"/>
                  </a:lnTo>
                  <a:lnTo>
                    <a:pt x="8752" y="5726"/>
                  </a:lnTo>
                  <a:lnTo>
                    <a:pt x="8692" y="5571"/>
                  </a:lnTo>
                  <a:lnTo>
                    <a:pt x="8871" y="5548"/>
                  </a:lnTo>
                  <a:lnTo>
                    <a:pt x="8692" y="5321"/>
                  </a:lnTo>
                  <a:lnTo>
                    <a:pt x="8752" y="5238"/>
                  </a:lnTo>
                  <a:lnTo>
                    <a:pt x="8931" y="5464"/>
                  </a:lnTo>
                  <a:lnTo>
                    <a:pt x="8931" y="5226"/>
                  </a:lnTo>
                  <a:close/>
                  <a:moveTo>
                    <a:pt x="366" y="1"/>
                  </a:moveTo>
                  <a:cubicBezTo>
                    <a:pt x="153" y="1"/>
                    <a:pt x="9" y="170"/>
                    <a:pt x="1" y="464"/>
                  </a:cubicBezTo>
                  <a:cubicBezTo>
                    <a:pt x="1" y="880"/>
                    <a:pt x="299" y="1404"/>
                    <a:pt x="656" y="1607"/>
                  </a:cubicBezTo>
                  <a:lnTo>
                    <a:pt x="4406" y="3762"/>
                  </a:lnTo>
                  <a:lnTo>
                    <a:pt x="9597" y="6774"/>
                  </a:lnTo>
                  <a:cubicBezTo>
                    <a:pt x="9707" y="6832"/>
                    <a:pt x="9811" y="6860"/>
                    <a:pt x="9902" y="6860"/>
                  </a:cubicBezTo>
                  <a:cubicBezTo>
                    <a:pt x="10126" y="6860"/>
                    <a:pt x="10276" y="6693"/>
                    <a:pt x="10276" y="6405"/>
                  </a:cubicBezTo>
                  <a:cubicBezTo>
                    <a:pt x="10276" y="5988"/>
                    <a:pt x="9978" y="5476"/>
                    <a:pt x="9621" y="5250"/>
                  </a:cubicBezTo>
                  <a:lnTo>
                    <a:pt x="668" y="94"/>
                  </a:lnTo>
                  <a:cubicBezTo>
                    <a:pt x="558" y="31"/>
                    <a:pt x="456" y="1"/>
                    <a:pt x="366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42">
              <a:extLst>
                <a:ext uri="{FF2B5EF4-FFF2-40B4-BE49-F238E27FC236}">
                  <a16:creationId xmlns:a16="http://schemas.microsoft.com/office/drawing/2014/main" id="{5B0C225D-91D5-2311-AECE-52F135946061}"/>
                </a:ext>
              </a:extLst>
            </p:cNvPr>
            <p:cNvSpPr/>
            <p:nvPr/>
          </p:nvSpPr>
          <p:spPr>
            <a:xfrm>
              <a:off x="5324982" y="2237835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1"/>
                  </a:moveTo>
                  <a:lnTo>
                    <a:pt x="0" y="96"/>
                  </a:lnTo>
                  <a:lnTo>
                    <a:pt x="179" y="310"/>
                  </a:lnTo>
                  <a:lnTo>
                    <a:pt x="0" y="334"/>
                  </a:lnTo>
                  <a:lnTo>
                    <a:pt x="60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6"/>
                  </a:lnTo>
                  <a:lnTo>
                    <a:pt x="548" y="763"/>
                  </a:lnTo>
                  <a:lnTo>
                    <a:pt x="607" y="667"/>
                  </a:lnTo>
                  <a:lnTo>
                    <a:pt x="429" y="453"/>
                  </a:lnTo>
                  <a:lnTo>
                    <a:pt x="607" y="453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27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42">
              <a:extLst>
                <a:ext uri="{FF2B5EF4-FFF2-40B4-BE49-F238E27FC236}">
                  <a16:creationId xmlns:a16="http://schemas.microsoft.com/office/drawing/2014/main" id="{800718F8-3045-BE06-911B-82E8C3FB12D7}"/>
                </a:ext>
              </a:extLst>
            </p:cNvPr>
            <p:cNvSpPr/>
            <p:nvPr/>
          </p:nvSpPr>
          <p:spPr>
            <a:xfrm>
              <a:off x="5349932" y="2252245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72" y="1"/>
                  </a:moveTo>
                  <a:lnTo>
                    <a:pt x="0" y="96"/>
                  </a:lnTo>
                  <a:lnTo>
                    <a:pt x="191" y="322"/>
                  </a:lnTo>
                  <a:lnTo>
                    <a:pt x="0" y="334"/>
                  </a:lnTo>
                  <a:lnTo>
                    <a:pt x="72" y="477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5"/>
                  </a:lnTo>
                  <a:lnTo>
                    <a:pt x="369" y="537"/>
                  </a:lnTo>
                  <a:lnTo>
                    <a:pt x="548" y="763"/>
                  </a:lnTo>
                  <a:lnTo>
                    <a:pt x="608" y="679"/>
                  </a:lnTo>
                  <a:lnTo>
                    <a:pt x="429" y="465"/>
                  </a:lnTo>
                  <a:lnTo>
                    <a:pt x="631" y="453"/>
                  </a:lnTo>
                  <a:lnTo>
                    <a:pt x="548" y="287"/>
                  </a:lnTo>
                  <a:lnTo>
                    <a:pt x="369" y="298"/>
                  </a:lnTo>
                  <a:lnTo>
                    <a:pt x="369" y="60"/>
                  </a:lnTo>
                  <a:lnTo>
                    <a:pt x="250" y="1"/>
                  </a:lnTo>
                  <a:lnTo>
                    <a:pt x="250" y="239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42">
              <a:extLst>
                <a:ext uri="{FF2B5EF4-FFF2-40B4-BE49-F238E27FC236}">
                  <a16:creationId xmlns:a16="http://schemas.microsoft.com/office/drawing/2014/main" id="{F9DA370D-8B9F-56B0-4540-0FA9D29BF8B6}"/>
                </a:ext>
              </a:extLst>
            </p:cNvPr>
            <p:cNvSpPr/>
            <p:nvPr/>
          </p:nvSpPr>
          <p:spPr>
            <a:xfrm>
              <a:off x="5375237" y="2267009"/>
              <a:ext cx="18307" cy="22884"/>
            </a:xfrm>
            <a:custGeom>
              <a:avLst/>
              <a:gdLst/>
              <a:ahLst/>
              <a:cxnLst/>
              <a:rect l="l" t="t" r="r" b="b"/>
              <a:pathLst>
                <a:path w="620" h="775" extrusionOk="0">
                  <a:moveTo>
                    <a:pt x="72" y="1"/>
                  </a:moveTo>
                  <a:lnTo>
                    <a:pt x="1" y="84"/>
                  </a:lnTo>
                  <a:lnTo>
                    <a:pt x="191" y="310"/>
                  </a:lnTo>
                  <a:lnTo>
                    <a:pt x="1" y="322"/>
                  </a:lnTo>
                  <a:lnTo>
                    <a:pt x="72" y="489"/>
                  </a:lnTo>
                  <a:lnTo>
                    <a:pt x="251" y="453"/>
                  </a:lnTo>
                  <a:lnTo>
                    <a:pt x="251" y="691"/>
                  </a:lnTo>
                  <a:lnTo>
                    <a:pt x="370" y="775"/>
                  </a:lnTo>
                  <a:lnTo>
                    <a:pt x="370" y="525"/>
                  </a:lnTo>
                  <a:lnTo>
                    <a:pt x="560" y="751"/>
                  </a:lnTo>
                  <a:lnTo>
                    <a:pt x="620" y="668"/>
                  </a:lnTo>
                  <a:lnTo>
                    <a:pt x="441" y="453"/>
                  </a:lnTo>
                  <a:lnTo>
                    <a:pt x="620" y="441"/>
                  </a:lnTo>
                  <a:lnTo>
                    <a:pt x="560" y="275"/>
                  </a:lnTo>
                  <a:lnTo>
                    <a:pt x="370" y="299"/>
                  </a:lnTo>
                  <a:lnTo>
                    <a:pt x="370" y="72"/>
                  </a:lnTo>
                  <a:lnTo>
                    <a:pt x="251" y="1"/>
                  </a:lnTo>
                  <a:lnTo>
                    <a:pt x="251" y="227"/>
                  </a:lnTo>
                  <a:lnTo>
                    <a:pt x="7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42">
              <a:extLst>
                <a:ext uri="{FF2B5EF4-FFF2-40B4-BE49-F238E27FC236}">
                  <a16:creationId xmlns:a16="http://schemas.microsoft.com/office/drawing/2014/main" id="{C2813AD1-58AE-D753-B1DE-180B49D4B87A}"/>
                </a:ext>
              </a:extLst>
            </p:cNvPr>
            <p:cNvSpPr/>
            <p:nvPr/>
          </p:nvSpPr>
          <p:spPr>
            <a:xfrm>
              <a:off x="5400542" y="2281448"/>
              <a:ext cx="17982" cy="22854"/>
            </a:xfrm>
            <a:custGeom>
              <a:avLst/>
              <a:gdLst/>
              <a:ahLst/>
              <a:cxnLst/>
              <a:rect l="l" t="t" r="r" b="b"/>
              <a:pathLst>
                <a:path w="609" h="774" extrusionOk="0">
                  <a:moveTo>
                    <a:pt x="60" y="0"/>
                  </a:moveTo>
                  <a:lnTo>
                    <a:pt x="1" y="83"/>
                  </a:lnTo>
                  <a:lnTo>
                    <a:pt x="179" y="310"/>
                  </a:lnTo>
                  <a:lnTo>
                    <a:pt x="1" y="321"/>
                  </a:lnTo>
                  <a:lnTo>
                    <a:pt x="60" y="488"/>
                  </a:lnTo>
                  <a:lnTo>
                    <a:pt x="251" y="464"/>
                  </a:lnTo>
                  <a:lnTo>
                    <a:pt x="251" y="464"/>
                  </a:lnTo>
                  <a:lnTo>
                    <a:pt x="239" y="702"/>
                  </a:lnTo>
                  <a:lnTo>
                    <a:pt x="370" y="774"/>
                  </a:lnTo>
                  <a:lnTo>
                    <a:pt x="358" y="536"/>
                  </a:lnTo>
                  <a:lnTo>
                    <a:pt x="549" y="762"/>
                  </a:lnTo>
                  <a:lnTo>
                    <a:pt x="608" y="667"/>
                  </a:lnTo>
                  <a:lnTo>
                    <a:pt x="429" y="464"/>
                  </a:lnTo>
                  <a:lnTo>
                    <a:pt x="608" y="441"/>
                  </a:lnTo>
                  <a:lnTo>
                    <a:pt x="549" y="286"/>
                  </a:lnTo>
                  <a:lnTo>
                    <a:pt x="370" y="298"/>
                  </a:lnTo>
                  <a:lnTo>
                    <a:pt x="370" y="71"/>
                  </a:lnTo>
                  <a:lnTo>
                    <a:pt x="251" y="0"/>
                  </a:lnTo>
                  <a:lnTo>
                    <a:pt x="251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42">
              <a:extLst>
                <a:ext uri="{FF2B5EF4-FFF2-40B4-BE49-F238E27FC236}">
                  <a16:creationId xmlns:a16="http://schemas.microsoft.com/office/drawing/2014/main" id="{DD0BE4F8-73AB-82C2-2AEC-4940915CF671}"/>
                </a:ext>
              </a:extLst>
            </p:cNvPr>
            <p:cNvSpPr/>
            <p:nvPr/>
          </p:nvSpPr>
          <p:spPr>
            <a:xfrm>
              <a:off x="5425523" y="2295857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72" y="0"/>
                  </a:moveTo>
                  <a:lnTo>
                    <a:pt x="0" y="95"/>
                  </a:lnTo>
                  <a:lnTo>
                    <a:pt x="191" y="310"/>
                  </a:lnTo>
                  <a:lnTo>
                    <a:pt x="0" y="334"/>
                  </a:lnTo>
                  <a:lnTo>
                    <a:pt x="72" y="488"/>
                  </a:lnTo>
                  <a:lnTo>
                    <a:pt x="250" y="465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62"/>
                  </a:lnTo>
                  <a:lnTo>
                    <a:pt x="607" y="691"/>
                  </a:lnTo>
                  <a:lnTo>
                    <a:pt x="429" y="465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298"/>
                  </a:lnTo>
                  <a:lnTo>
                    <a:pt x="369" y="72"/>
                  </a:lnTo>
                  <a:lnTo>
                    <a:pt x="250" y="0"/>
                  </a:lnTo>
                  <a:lnTo>
                    <a:pt x="250" y="238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42">
              <a:extLst>
                <a:ext uri="{FF2B5EF4-FFF2-40B4-BE49-F238E27FC236}">
                  <a16:creationId xmlns:a16="http://schemas.microsoft.com/office/drawing/2014/main" id="{46E2B4A8-9809-06BB-3738-503C43350715}"/>
                </a:ext>
              </a:extLst>
            </p:cNvPr>
            <p:cNvSpPr/>
            <p:nvPr/>
          </p:nvSpPr>
          <p:spPr>
            <a:xfrm>
              <a:off x="5451182" y="2310266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60" y="0"/>
                  </a:moveTo>
                  <a:lnTo>
                    <a:pt x="0" y="96"/>
                  </a:lnTo>
                  <a:lnTo>
                    <a:pt x="179" y="322"/>
                  </a:lnTo>
                  <a:lnTo>
                    <a:pt x="0" y="334"/>
                  </a:lnTo>
                  <a:lnTo>
                    <a:pt x="60" y="500"/>
                  </a:lnTo>
                  <a:lnTo>
                    <a:pt x="238" y="477"/>
                  </a:lnTo>
                  <a:lnTo>
                    <a:pt x="238" y="703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36" y="774"/>
                  </a:lnTo>
                  <a:lnTo>
                    <a:pt x="608" y="691"/>
                  </a:lnTo>
                  <a:lnTo>
                    <a:pt x="405" y="465"/>
                  </a:lnTo>
                  <a:lnTo>
                    <a:pt x="608" y="453"/>
                  </a:lnTo>
                  <a:lnTo>
                    <a:pt x="548" y="286"/>
                  </a:lnTo>
                  <a:lnTo>
                    <a:pt x="358" y="322"/>
                  </a:lnTo>
                  <a:lnTo>
                    <a:pt x="358" y="84"/>
                  </a:lnTo>
                  <a:lnTo>
                    <a:pt x="238" y="0"/>
                  </a:lnTo>
                  <a:lnTo>
                    <a:pt x="238" y="23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42">
              <a:extLst>
                <a:ext uri="{FF2B5EF4-FFF2-40B4-BE49-F238E27FC236}">
                  <a16:creationId xmlns:a16="http://schemas.microsoft.com/office/drawing/2014/main" id="{352FF572-7FAF-6A91-4AC7-D76731005D5A}"/>
                </a:ext>
              </a:extLst>
            </p:cNvPr>
            <p:cNvSpPr/>
            <p:nvPr/>
          </p:nvSpPr>
          <p:spPr>
            <a:xfrm>
              <a:off x="5476133" y="232503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0"/>
                  </a:moveTo>
                  <a:lnTo>
                    <a:pt x="251" y="239"/>
                  </a:lnTo>
                  <a:lnTo>
                    <a:pt x="60" y="12"/>
                  </a:lnTo>
                  <a:lnTo>
                    <a:pt x="1" y="84"/>
                  </a:lnTo>
                  <a:lnTo>
                    <a:pt x="179" y="310"/>
                  </a:lnTo>
                  <a:lnTo>
                    <a:pt x="1" y="322"/>
                  </a:lnTo>
                  <a:lnTo>
                    <a:pt x="60" y="489"/>
                  </a:lnTo>
                  <a:lnTo>
                    <a:pt x="239" y="477"/>
                  </a:lnTo>
                  <a:lnTo>
                    <a:pt x="239" y="691"/>
                  </a:lnTo>
                  <a:lnTo>
                    <a:pt x="358" y="774"/>
                  </a:lnTo>
                  <a:lnTo>
                    <a:pt x="358" y="536"/>
                  </a:lnTo>
                  <a:lnTo>
                    <a:pt x="548" y="774"/>
                  </a:lnTo>
                  <a:lnTo>
                    <a:pt x="608" y="679"/>
                  </a:lnTo>
                  <a:lnTo>
                    <a:pt x="429" y="453"/>
                  </a:lnTo>
                  <a:lnTo>
                    <a:pt x="608" y="441"/>
                  </a:lnTo>
                  <a:lnTo>
                    <a:pt x="548" y="274"/>
                  </a:lnTo>
                  <a:lnTo>
                    <a:pt x="358" y="310"/>
                  </a:lnTo>
                  <a:lnTo>
                    <a:pt x="358" y="310"/>
                  </a:lnTo>
                  <a:lnTo>
                    <a:pt x="370" y="72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42">
              <a:extLst>
                <a:ext uri="{FF2B5EF4-FFF2-40B4-BE49-F238E27FC236}">
                  <a16:creationId xmlns:a16="http://schemas.microsoft.com/office/drawing/2014/main" id="{95CAF0E3-09F0-7BA1-FBE9-A3E90E491121}"/>
                </a:ext>
              </a:extLst>
            </p:cNvPr>
            <p:cNvSpPr/>
            <p:nvPr/>
          </p:nvSpPr>
          <p:spPr>
            <a:xfrm>
              <a:off x="5501113" y="2339440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71" y="12"/>
                  </a:lnTo>
                  <a:lnTo>
                    <a:pt x="0" y="108"/>
                  </a:lnTo>
                  <a:lnTo>
                    <a:pt x="191" y="310"/>
                  </a:lnTo>
                  <a:lnTo>
                    <a:pt x="0" y="322"/>
                  </a:lnTo>
                  <a:lnTo>
                    <a:pt x="60" y="489"/>
                  </a:lnTo>
                  <a:lnTo>
                    <a:pt x="250" y="477"/>
                  </a:lnTo>
                  <a:lnTo>
                    <a:pt x="250" y="703"/>
                  </a:lnTo>
                  <a:lnTo>
                    <a:pt x="369" y="774"/>
                  </a:lnTo>
                  <a:lnTo>
                    <a:pt x="369" y="536"/>
                  </a:lnTo>
                  <a:lnTo>
                    <a:pt x="548" y="774"/>
                  </a:lnTo>
                  <a:lnTo>
                    <a:pt x="607" y="679"/>
                  </a:lnTo>
                  <a:lnTo>
                    <a:pt x="429" y="453"/>
                  </a:lnTo>
                  <a:lnTo>
                    <a:pt x="607" y="441"/>
                  </a:lnTo>
                  <a:lnTo>
                    <a:pt x="548" y="286"/>
                  </a:lnTo>
                  <a:lnTo>
                    <a:pt x="369" y="310"/>
                  </a:lnTo>
                  <a:lnTo>
                    <a:pt x="369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42">
              <a:extLst>
                <a:ext uri="{FF2B5EF4-FFF2-40B4-BE49-F238E27FC236}">
                  <a16:creationId xmlns:a16="http://schemas.microsoft.com/office/drawing/2014/main" id="{6DB01E8F-5D34-91CB-A2B0-1C4CEA613CF7}"/>
                </a:ext>
              </a:extLst>
            </p:cNvPr>
            <p:cNvSpPr/>
            <p:nvPr/>
          </p:nvSpPr>
          <p:spPr>
            <a:xfrm>
              <a:off x="5526064" y="2353849"/>
              <a:ext cx="18661" cy="22884"/>
            </a:xfrm>
            <a:custGeom>
              <a:avLst/>
              <a:gdLst/>
              <a:ahLst/>
              <a:cxnLst/>
              <a:rect l="l" t="t" r="r" b="b"/>
              <a:pathLst>
                <a:path w="632" h="775" extrusionOk="0">
                  <a:moveTo>
                    <a:pt x="250" y="1"/>
                  </a:moveTo>
                  <a:lnTo>
                    <a:pt x="250" y="239"/>
                  </a:lnTo>
                  <a:lnTo>
                    <a:pt x="84" y="13"/>
                  </a:lnTo>
                  <a:lnTo>
                    <a:pt x="24" y="108"/>
                  </a:lnTo>
                  <a:lnTo>
                    <a:pt x="203" y="334"/>
                  </a:lnTo>
                  <a:lnTo>
                    <a:pt x="0" y="334"/>
                  </a:lnTo>
                  <a:lnTo>
                    <a:pt x="84" y="489"/>
                  </a:lnTo>
                  <a:lnTo>
                    <a:pt x="250" y="477"/>
                  </a:lnTo>
                  <a:lnTo>
                    <a:pt x="250" y="715"/>
                  </a:lnTo>
                  <a:lnTo>
                    <a:pt x="381" y="775"/>
                  </a:lnTo>
                  <a:lnTo>
                    <a:pt x="381" y="536"/>
                  </a:lnTo>
                  <a:lnTo>
                    <a:pt x="548" y="775"/>
                  </a:lnTo>
                  <a:lnTo>
                    <a:pt x="631" y="691"/>
                  </a:lnTo>
                  <a:lnTo>
                    <a:pt x="441" y="465"/>
                  </a:lnTo>
                  <a:lnTo>
                    <a:pt x="631" y="453"/>
                  </a:lnTo>
                  <a:lnTo>
                    <a:pt x="548" y="286"/>
                  </a:lnTo>
                  <a:lnTo>
                    <a:pt x="381" y="310"/>
                  </a:lnTo>
                  <a:lnTo>
                    <a:pt x="381" y="72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42">
              <a:extLst>
                <a:ext uri="{FF2B5EF4-FFF2-40B4-BE49-F238E27FC236}">
                  <a16:creationId xmlns:a16="http://schemas.microsoft.com/office/drawing/2014/main" id="{A103F427-0D92-3F53-1AE5-015D1FD963D0}"/>
                </a:ext>
              </a:extLst>
            </p:cNvPr>
            <p:cNvSpPr/>
            <p:nvPr/>
          </p:nvSpPr>
          <p:spPr>
            <a:xfrm>
              <a:off x="5551723" y="2368258"/>
              <a:ext cx="17953" cy="22884"/>
            </a:xfrm>
            <a:custGeom>
              <a:avLst/>
              <a:gdLst/>
              <a:ahLst/>
              <a:cxnLst/>
              <a:rect l="l" t="t" r="r" b="b"/>
              <a:pathLst>
                <a:path w="608" h="775" extrusionOk="0">
                  <a:moveTo>
                    <a:pt x="239" y="1"/>
                  </a:moveTo>
                  <a:lnTo>
                    <a:pt x="239" y="239"/>
                  </a:lnTo>
                  <a:lnTo>
                    <a:pt x="60" y="25"/>
                  </a:lnTo>
                  <a:lnTo>
                    <a:pt x="1" y="108"/>
                  </a:lnTo>
                  <a:lnTo>
                    <a:pt x="179" y="334"/>
                  </a:lnTo>
                  <a:lnTo>
                    <a:pt x="1" y="334"/>
                  </a:lnTo>
                  <a:lnTo>
                    <a:pt x="60" y="501"/>
                  </a:lnTo>
                  <a:lnTo>
                    <a:pt x="239" y="477"/>
                  </a:lnTo>
                  <a:lnTo>
                    <a:pt x="239" y="715"/>
                  </a:lnTo>
                  <a:lnTo>
                    <a:pt x="358" y="775"/>
                  </a:lnTo>
                  <a:lnTo>
                    <a:pt x="358" y="537"/>
                  </a:lnTo>
                  <a:lnTo>
                    <a:pt x="548" y="775"/>
                  </a:lnTo>
                  <a:lnTo>
                    <a:pt x="608" y="691"/>
                  </a:lnTo>
                  <a:lnTo>
                    <a:pt x="429" y="465"/>
                  </a:lnTo>
                  <a:lnTo>
                    <a:pt x="608" y="453"/>
                  </a:lnTo>
                  <a:lnTo>
                    <a:pt x="548" y="299"/>
                  </a:lnTo>
                  <a:lnTo>
                    <a:pt x="358" y="322"/>
                  </a:lnTo>
                  <a:lnTo>
                    <a:pt x="358" y="7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42">
              <a:extLst>
                <a:ext uri="{FF2B5EF4-FFF2-40B4-BE49-F238E27FC236}">
                  <a16:creationId xmlns:a16="http://schemas.microsoft.com/office/drawing/2014/main" id="{8415C06E-7774-A3FA-7563-C4B18AE46790}"/>
                </a:ext>
              </a:extLst>
            </p:cNvPr>
            <p:cNvSpPr/>
            <p:nvPr/>
          </p:nvSpPr>
          <p:spPr>
            <a:xfrm>
              <a:off x="5290169" y="2306044"/>
              <a:ext cx="293917" cy="265629"/>
            </a:xfrm>
            <a:custGeom>
              <a:avLst/>
              <a:gdLst/>
              <a:ahLst/>
              <a:cxnLst/>
              <a:rect l="l" t="t" r="r" b="b"/>
              <a:pathLst>
                <a:path w="9954" h="8996" extrusionOk="0">
                  <a:moveTo>
                    <a:pt x="238" y="0"/>
                  </a:moveTo>
                  <a:cubicBezTo>
                    <a:pt x="107" y="72"/>
                    <a:pt x="12" y="239"/>
                    <a:pt x="12" y="477"/>
                  </a:cubicBezTo>
                  <a:lnTo>
                    <a:pt x="0" y="2703"/>
                  </a:lnTo>
                  <a:cubicBezTo>
                    <a:pt x="0" y="3179"/>
                    <a:pt x="334" y="3751"/>
                    <a:pt x="750" y="3989"/>
                  </a:cubicBezTo>
                  <a:lnTo>
                    <a:pt x="9240" y="8894"/>
                  </a:lnTo>
                  <a:cubicBezTo>
                    <a:pt x="9363" y="8963"/>
                    <a:pt x="9478" y="8996"/>
                    <a:pt x="9578" y="8996"/>
                  </a:cubicBezTo>
                  <a:cubicBezTo>
                    <a:pt x="9653" y="8996"/>
                    <a:pt x="9720" y="8978"/>
                    <a:pt x="9775" y="8942"/>
                  </a:cubicBezTo>
                  <a:cubicBezTo>
                    <a:pt x="9763" y="8930"/>
                    <a:pt x="9763" y="8930"/>
                    <a:pt x="9775" y="8918"/>
                  </a:cubicBezTo>
                  <a:cubicBezTo>
                    <a:pt x="9799" y="8894"/>
                    <a:pt x="9799" y="8894"/>
                    <a:pt x="9811" y="8894"/>
                  </a:cubicBezTo>
                  <a:lnTo>
                    <a:pt x="9823" y="8883"/>
                  </a:lnTo>
                  <a:lnTo>
                    <a:pt x="9835" y="8871"/>
                  </a:lnTo>
                  <a:lnTo>
                    <a:pt x="9847" y="8847"/>
                  </a:lnTo>
                  <a:cubicBezTo>
                    <a:pt x="9847" y="8847"/>
                    <a:pt x="9847" y="8835"/>
                    <a:pt x="9871" y="8835"/>
                  </a:cubicBezTo>
                  <a:cubicBezTo>
                    <a:pt x="9871" y="8835"/>
                    <a:pt x="9871" y="8823"/>
                    <a:pt x="9882" y="8823"/>
                  </a:cubicBezTo>
                  <a:cubicBezTo>
                    <a:pt x="9882" y="8823"/>
                    <a:pt x="9882" y="8811"/>
                    <a:pt x="9894" y="8811"/>
                  </a:cubicBezTo>
                  <a:cubicBezTo>
                    <a:pt x="9894" y="8811"/>
                    <a:pt x="9894" y="8787"/>
                    <a:pt x="9906" y="8787"/>
                  </a:cubicBezTo>
                  <a:cubicBezTo>
                    <a:pt x="9906" y="8787"/>
                    <a:pt x="9906" y="8775"/>
                    <a:pt x="9930" y="8775"/>
                  </a:cubicBezTo>
                  <a:cubicBezTo>
                    <a:pt x="9930" y="8775"/>
                    <a:pt x="9930" y="8763"/>
                    <a:pt x="9942" y="8763"/>
                  </a:cubicBezTo>
                  <a:lnTo>
                    <a:pt x="9942" y="8752"/>
                  </a:lnTo>
                  <a:lnTo>
                    <a:pt x="9942" y="8728"/>
                  </a:lnTo>
                  <a:lnTo>
                    <a:pt x="9942" y="8716"/>
                  </a:lnTo>
                  <a:lnTo>
                    <a:pt x="9942" y="8704"/>
                  </a:lnTo>
                  <a:lnTo>
                    <a:pt x="9942" y="8692"/>
                  </a:lnTo>
                  <a:lnTo>
                    <a:pt x="9942" y="8668"/>
                  </a:lnTo>
                  <a:lnTo>
                    <a:pt x="9942" y="8656"/>
                  </a:lnTo>
                  <a:lnTo>
                    <a:pt x="9942" y="8644"/>
                  </a:lnTo>
                  <a:lnTo>
                    <a:pt x="9942" y="8632"/>
                  </a:lnTo>
                  <a:lnTo>
                    <a:pt x="9942" y="8609"/>
                  </a:lnTo>
                  <a:lnTo>
                    <a:pt x="9942" y="8597"/>
                  </a:lnTo>
                  <a:lnTo>
                    <a:pt x="9942" y="8585"/>
                  </a:lnTo>
                  <a:lnTo>
                    <a:pt x="9942" y="8549"/>
                  </a:lnTo>
                  <a:lnTo>
                    <a:pt x="9942" y="8537"/>
                  </a:lnTo>
                  <a:lnTo>
                    <a:pt x="9942" y="8513"/>
                  </a:lnTo>
                  <a:lnTo>
                    <a:pt x="9942" y="8490"/>
                  </a:lnTo>
                  <a:lnTo>
                    <a:pt x="9942" y="8454"/>
                  </a:lnTo>
                  <a:lnTo>
                    <a:pt x="9954" y="6216"/>
                  </a:lnTo>
                  <a:lnTo>
                    <a:pt x="9954" y="6132"/>
                  </a:lnTo>
                  <a:cubicBezTo>
                    <a:pt x="9954" y="6096"/>
                    <a:pt x="9954" y="6073"/>
                    <a:pt x="9942" y="6037"/>
                  </a:cubicBezTo>
                  <a:cubicBezTo>
                    <a:pt x="9942" y="6013"/>
                    <a:pt x="9930" y="5977"/>
                    <a:pt x="9930" y="5954"/>
                  </a:cubicBezTo>
                  <a:lnTo>
                    <a:pt x="9930" y="5930"/>
                  </a:lnTo>
                  <a:cubicBezTo>
                    <a:pt x="9930" y="5906"/>
                    <a:pt x="9906" y="5870"/>
                    <a:pt x="9894" y="5846"/>
                  </a:cubicBezTo>
                  <a:cubicBezTo>
                    <a:pt x="9882" y="5811"/>
                    <a:pt x="9882" y="5787"/>
                    <a:pt x="9871" y="5751"/>
                  </a:cubicBezTo>
                  <a:cubicBezTo>
                    <a:pt x="9847" y="5727"/>
                    <a:pt x="9847" y="5692"/>
                    <a:pt x="9835" y="5668"/>
                  </a:cubicBezTo>
                  <a:lnTo>
                    <a:pt x="9787" y="5573"/>
                  </a:lnTo>
                  <a:lnTo>
                    <a:pt x="9787" y="5561"/>
                  </a:lnTo>
                  <a:cubicBezTo>
                    <a:pt x="9775" y="5537"/>
                    <a:pt x="9763" y="5513"/>
                    <a:pt x="9752" y="5489"/>
                  </a:cubicBezTo>
                  <a:cubicBezTo>
                    <a:pt x="9752" y="5489"/>
                    <a:pt x="9752" y="5477"/>
                    <a:pt x="9728" y="5477"/>
                  </a:cubicBezTo>
                  <a:cubicBezTo>
                    <a:pt x="9716" y="5454"/>
                    <a:pt x="9716" y="5442"/>
                    <a:pt x="9704" y="5430"/>
                  </a:cubicBezTo>
                  <a:cubicBezTo>
                    <a:pt x="9692" y="5418"/>
                    <a:pt x="9692" y="5394"/>
                    <a:pt x="9668" y="5382"/>
                  </a:cubicBezTo>
                  <a:cubicBezTo>
                    <a:pt x="9656" y="5358"/>
                    <a:pt x="9644" y="5334"/>
                    <a:pt x="9632" y="5311"/>
                  </a:cubicBezTo>
                  <a:cubicBezTo>
                    <a:pt x="9609" y="5275"/>
                    <a:pt x="9585" y="5251"/>
                    <a:pt x="9573" y="5239"/>
                  </a:cubicBezTo>
                  <a:cubicBezTo>
                    <a:pt x="9549" y="5203"/>
                    <a:pt x="9525" y="5192"/>
                    <a:pt x="9513" y="5156"/>
                  </a:cubicBezTo>
                  <a:lnTo>
                    <a:pt x="9454" y="5096"/>
                  </a:lnTo>
                  <a:lnTo>
                    <a:pt x="9394" y="5037"/>
                  </a:lnTo>
                  <a:lnTo>
                    <a:pt x="9371" y="5037"/>
                  </a:lnTo>
                  <a:cubicBezTo>
                    <a:pt x="9359" y="5025"/>
                    <a:pt x="9335" y="5013"/>
                    <a:pt x="9299" y="5001"/>
                  </a:cubicBezTo>
                  <a:cubicBezTo>
                    <a:pt x="9275" y="4977"/>
                    <a:pt x="9251" y="4965"/>
                    <a:pt x="9228" y="4953"/>
                  </a:cubicBezTo>
                  <a:lnTo>
                    <a:pt x="727" y="36"/>
                  </a:lnTo>
                  <a:cubicBezTo>
                    <a:pt x="715" y="36"/>
                    <a:pt x="715" y="24"/>
                    <a:pt x="703" y="24"/>
                  </a:cubicBezTo>
                  <a:lnTo>
                    <a:pt x="679" y="24"/>
                  </a:lnTo>
                  <a:cubicBezTo>
                    <a:pt x="679" y="24"/>
                    <a:pt x="667" y="24"/>
                    <a:pt x="667" y="12"/>
                  </a:cubicBezTo>
                  <a:lnTo>
                    <a:pt x="655" y="12"/>
                  </a:lnTo>
                  <a:cubicBezTo>
                    <a:pt x="655" y="12"/>
                    <a:pt x="643" y="12"/>
                    <a:pt x="6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42">
              <a:extLst>
                <a:ext uri="{FF2B5EF4-FFF2-40B4-BE49-F238E27FC236}">
                  <a16:creationId xmlns:a16="http://schemas.microsoft.com/office/drawing/2014/main" id="{3C3BF765-0803-C303-2C90-F0D895741E18}"/>
                </a:ext>
              </a:extLst>
            </p:cNvPr>
            <p:cNvSpPr/>
            <p:nvPr/>
          </p:nvSpPr>
          <p:spPr>
            <a:xfrm>
              <a:off x="4364157" y="1472010"/>
              <a:ext cx="371987" cy="333188"/>
            </a:xfrm>
            <a:custGeom>
              <a:avLst/>
              <a:gdLst/>
              <a:ahLst/>
              <a:cxnLst/>
              <a:rect l="l" t="t" r="r" b="b"/>
              <a:pathLst>
                <a:path w="12598" h="11284" extrusionOk="0">
                  <a:moveTo>
                    <a:pt x="3575" y="0"/>
                  </a:moveTo>
                  <a:cubicBezTo>
                    <a:pt x="2692" y="0"/>
                    <a:pt x="2084" y="702"/>
                    <a:pt x="2084" y="1898"/>
                  </a:cubicBezTo>
                  <a:cubicBezTo>
                    <a:pt x="2084" y="2005"/>
                    <a:pt x="2084" y="2100"/>
                    <a:pt x="2108" y="2196"/>
                  </a:cubicBezTo>
                  <a:lnTo>
                    <a:pt x="1643" y="1934"/>
                  </a:lnTo>
                  <a:cubicBezTo>
                    <a:pt x="1381" y="1780"/>
                    <a:pt x="1133" y="1707"/>
                    <a:pt x="913" y="1707"/>
                  </a:cubicBezTo>
                  <a:cubicBezTo>
                    <a:pt x="384" y="1707"/>
                    <a:pt x="17" y="2127"/>
                    <a:pt x="0" y="2850"/>
                  </a:cubicBezTo>
                  <a:cubicBezTo>
                    <a:pt x="0" y="3886"/>
                    <a:pt x="738" y="5148"/>
                    <a:pt x="1631" y="5648"/>
                  </a:cubicBezTo>
                  <a:lnTo>
                    <a:pt x="6299" y="8351"/>
                  </a:lnTo>
                  <a:lnTo>
                    <a:pt x="10978" y="11042"/>
                  </a:lnTo>
                  <a:cubicBezTo>
                    <a:pt x="11246" y="11206"/>
                    <a:pt x="11499" y="11284"/>
                    <a:pt x="11722" y="11284"/>
                  </a:cubicBezTo>
                  <a:cubicBezTo>
                    <a:pt x="12241" y="11284"/>
                    <a:pt x="12597" y="10862"/>
                    <a:pt x="12597" y="10137"/>
                  </a:cubicBezTo>
                  <a:cubicBezTo>
                    <a:pt x="12597" y="9101"/>
                    <a:pt x="11871" y="7839"/>
                    <a:pt x="10978" y="7315"/>
                  </a:cubicBezTo>
                  <a:lnTo>
                    <a:pt x="10442" y="7006"/>
                  </a:lnTo>
                  <a:cubicBezTo>
                    <a:pt x="10168" y="5851"/>
                    <a:pt x="9370" y="4625"/>
                    <a:pt x="8394" y="4077"/>
                  </a:cubicBezTo>
                  <a:cubicBezTo>
                    <a:pt x="8067" y="3878"/>
                    <a:pt x="7739" y="3779"/>
                    <a:pt x="7453" y="3779"/>
                  </a:cubicBezTo>
                  <a:cubicBezTo>
                    <a:pt x="7396" y="3779"/>
                    <a:pt x="7340" y="3783"/>
                    <a:pt x="7287" y="3791"/>
                  </a:cubicBezTo>
                  <a:cubicBezTo>
                    <a:pt x="6894" y="2410"/>
                    <a:pt x="5930" y="1029"/>
                    <a:pt x="4787" y="374"/>
                  </a:cubicBezTo>
                  <a:cubicBezTo>
                    <a:pt x="4351" y="120"/>
                    <a:pt x="3940" y="0"/>
                    <a:pt x="35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42">
              <a:extLst>
                <a:ext uri="{FF2B5EF4-FFF2-40B4-BE49-F238E27FC236}">
                  <a16:creationId xmlns:a16="http://schemas.microsoft.com/office/drawing/2014/main" id="{747FE4E3-092E-6847-9FA6-8038E94DB6B0}"/>
                </a:ext>
              </a:extLst>
            </p:cNvPr>
            <p:cNvSpPr/>
            <p:nvPr/>
          </p:nvSpPr>
          <p:spPr>
            <a:xfrm>
              <a:off x="4937197" y="2980334"/>
              <a:ext cx="538965" cy="455668"/>
            </a:xfrm>
            <a:custGeom>
              <a:avLst/>
              <a:gdLst/>
              <a:ahLst/>
              <a:cxnLst/>
              <a:rect l="l" t="t" r="r" b="b"/>
              <a:pathLst>
                <a:path w="18253" h="15432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0" y="2287"/>
                    <a:pt x="0" y="3061"/>
                  </a:cubicBezTo>
                  <a:lnTo>
                    <a:pt x="0" y="4251"/>
                  </a:lnTo>
                  <a:cubicBezTo>
                    <a:pt x="0" y="4382"/>
                    <a:pt x="24" y="4525"/>
                    <a:pt x="60" y="4668"/>
                  </a:cubicBezTo>
                  <a:cubicBezTo>
                    <a:pt x="36" y="4799"/>
                    <a:pt x="24" y="4930"/>
                    <a:pt x="24" y="5061"/>
                  </a:cubicBezTo>
                  <a:lnTo>
                    <a:pt x="24" y="6251"/>
                  </a:lnTo>
                  <a:cubicBezTo>
                    <a:pt x="24" y="6394"/>
                    <a:pt x="36" y="6537"/>
                    <a:pt x="84" y="6668"/>
                  </a:cubicBezTo>
                  <a:cubicBezTo>
                    <a:pt x="48" y="6811"/>
                    <a:pt x="36" y="6942"/>
                    <a:pt x="36" y="7073"/>
                  </a:cubicBezTo>
                  <a:lnTo>
                    <a:pt x="36" y="8264"/>
                  </a:lnTo>
                  <a:cubicBezTo>
                    <a:pt x="36" y="9049"/>
                    <a:pt x="560" y="9847"/>
                    <a:pt x="1596" y="10454"/>
                  </a:cubicBezTo>
                  <a:cubicBezTo>
                    <a:pt x="1655" y="10478"/>
                    <a:pt x="1715" y="10526"/>
                    <a:pt x="1786" y="10561"/>
                  </a:cubicBezTo>
                  <a:cubicBezTo>
                    <a:pt x="1810" y="10573"/>
                    <a:pt x="1834" y="10573"/>
                    <a:pt x="1846" y="10585"/>
                  </a:cubicBezTo>
                  <a:cubicBezTo>
                    <a:pt x="1894" y="10609"/>
                    <a:pt x="1941" y="10633"/>
                    <a:pt x="1989" y="10645"/>
                  </a:cubicBezTo>
                  <a:cubicBezTo>
                    <a:pt x="2013" y="10669"/>
                    <a:pt x="2048" y="10680"/>
                    <a:pt x="2060" y="10680"/>
                  </a:cubicBezTo>
                  <a:cubicBezTo>
                    <a:pt x="2108" y="10692"/>
                    <a:pt x="2132" y="10704"/>
                    <a:pt x="2179" y="10740"/>
                  </a:cubicBezTo>
                  <a:cubicBezTo>
                    <a:pt x="2203" y="10752"/>
                    <a:pt x="2239" y="10764"/>
                    <a:pt x="2263" y="10764"/>
                  </a:cubicBezTo>
                  <a:cubicBezTo>
                    <a:pt x="2298" y="10788"/>
                    <a:pt x="2322" y="10800"/>
                    <a:pt x="2358" y="10800"/>
                  </a:cubicBezTo>
                  <a:cubicBezTo>
                    <a:pt x="2370" y="10800"/>
                    <a:pt x="2370" y="10800"/>
                    <a:pt x="2382" y="10811"/>
                  </a:cubicBezTo>
                  <a:cubicBezTo>
                    <a:pt x="2477" y="10847"/>
                    <a:pt x="2560" y="10883"/>
                    <a:pt x="2667" y="10919"/>
                  </a:cubicBezTo>
                  <a:cubicBezTo>
                    <a:pt x="2679" y="10919"/>
                    <a:pt x="2703" y="10931"/>
                    <a:pt x="2715" y="10931"/>
                  </a:cubicBezTo>
                  <a:cubicBezTo>
                    <a:pt x="2798" y="10966"/>
                    <a:pt x="2882" y="10990"/>
                    <a:pt x="2965" y="11002"/>
                  </a:cubicBezTo>
                  <a:cubicBezTo>
                    <a:pt x="2977" y="11002"/>
                    <a:pt x="3001" y="11026"/>
                    <a:pt x="3013" y="11026"/>
                  </a:cubicBezTo>
                  <a:cubicBezTo>
                    <a:pt x="3025" y="11026"/>
                    <a:pt x="3037" y="11038"/>
                    <a:pt x="3060" y="11038"/>
                  </a:cubicBezTo>
                  <a:cubicBezTo>
                    <a:pt x="3120" y="11050"/>
                    <a:pt x="3156" y="11061"/>
                    <a:pt x="3215" y="11085"/>
                  </a:cubicBezTo>
                  <a:cubicBezTo>
                    <a:pt x="3251" y="11097"/>
                    <a:pt x="3275" y="11097"/>
                    <a:pt x="3322" y="11109"/>
                  </a:cubicBezTo>
                  <a:lnTo>
                    <a:pt x="3501" y="11157"/>
                  </a:lnTo>
                  <a:cubicBezTo>
                    <a:pt x="3513" y="11157"/>
                    <a:pt x="3548" y="11169"/>
                    <a:pt x="3560" y="11169"/>
                  </a:cubicBezTo>
                  <a:lnTo>
                    <a:pt x="3572" y="11169"/>
                  </a:lnTo>
                  <a:cubicBezTo>
                    <a:pt x="3632" y="11181"/>
                    <a:pt x="3679" y="11181"/>
                    <a:pt x="3739" y="11204"/>
                  </a:cubicBezTo>
                  <a:cubicBezTo>
                    <a:pt x="3775" y="11204"/>
                    <a:pt x="3799" y="11216"/>
                    <a:pt x="3834" y="11216"/>
                  </a:cubicBezTo>
                  <a:cubicBezTo>
                    <a:pt x="3906" y="11228"/>
                    <a:pt x="3977" y="11240"/>
                    <a:pt x="4049" y="11240"/>
                  </a:cubicBezTo>
                  <a:lnTo>
                    <a:pt x="4084" y="11240"/>
                  </a:lnTo>
                  <a:cubicBezTo>
                    <a:pt x="4168" y="11264"/>
                    <a:pt x="4251" y="11276"/>
                    <a:pt x="4334" y="11276"/>
                  </a:cubicBezTo>
                  <a:lnTo>
                    <a:pt x="4394" y="11276"/>
                  </a:lnTo>
                  <a:cubicBezTo>
                    <a:pt x="4453" y="11276"/>
                    <a:pt x="4525" y="11288"/>
                    <a:pt x="4584" y="11288"/>
                  </a:cubicBezTo>
                  <a:lnTo>
                    <a:pt x="4680" y="11288"/>
                  </a:lnTo>
                  <a:cubicBezTo>
                    <a:pt x="4739" y="11288"/>
                    <a:pt x="4787" y="11300"/>
                    <a:pt x="4846" y="11300"/>
                  </a:cubicBezTo>
                  <a:lnTo>
                    <a:pt x="5715" y="11300"/>
                  </a:lnTo>
                  <a:cubicBezTo>
                    <a:pt x="5775" y="11300"/>
                    <a:pt x="5834" y="11300"/>
                    <a:pt x="5894" y="11288"/>
                  </a:cubicBezTo>
                  <a:lnTo>
                    <a:pt x="6001" y="11288"/>
                  </a:lnTo>
                  <a:cubicBezTo>
                    <a:pt x="6061" y="11288"/>
                    <a:pt x="6120" y="11276"/>
                    <a:pt x="6168" y="11276"/>
                  </a:cubicBezTo>
                  <a:lnTo>
                    <a:pt x="6275" y="11276"/>
                  </a:lnTo>
                  <a:cubicBezTo>
                    <a:pt x="6358" y="11264"/>
                    <a:pt x="6454" y="11264"/>
                    <a:pt x="6537" y="11240"/>
                  </a:cubicBezTo>
                  <a:lnTo>
                    <a:pt x="6585" y="11240"/>
                  </a:lnTo>
                  <a:cubicBezTo>
                    <a:pt x="6692" y="11228"/>
                    <a:pt x="6775" y="11216"/>
                    <a:pt x="6882" y="11204"/>
                  </a:cubicBezTo>
                  <a:lnTo>
                    <a:pt x="6906" y="11204"/>
                  </a:lnTo>
                  <a:cubicBezTo>
                    <a:pt x="6942" y="11204"/>
                    <a:pt x="6966" y="11181"/>
                    <a:pt x="6989" y="11181"/>
                  </a:cubicBezTo>
                  <a:cubicBezTo>
                    <a:pt x="7025" y="11169"/>
                    <a:pt x="7073" y="11169"/>
                    <a:pt x="7120" y="11157"/>
                  </a:cubicBezTo>
                  <a:cubicBezTo>
                    <a:pt x="7168" y="11145"/>
                    <a:pt x="7192" y="11145"/>
                    <a:pt x="7239" y="11121"/>
                  </a:cubicBezTo>
                  <a:cubicBezTo>
                    <a:pt x="7287" y="11109"/>
                    <a:pt x="7323" y="11109"/>
                    <a:pt x="7370" y="11097"/>
                  </a:cubicBezTo>
                  <a:cubicBezTo>
                    <a:pt x="7418" y="11085"/>
                    <a:pt x="7442" y="11085"/>
                    <a:pt x="7478" y="11061"/>
                  </a:cubicBezTo>
                  <a:cubicBezTo>
                    <a:pt x="7525" y="11050"/>
                    <a:pt x="7561" y="11038"/>
                    <a:pt x="7609" y="11038"/>
                  </a:cubicBezTo>
                  <a:cubicBezTo>
                    <a:pt x="7620" y="11038"/>
                    <a:pt x="7644" y="11026"/>
                    <a:pt x="7656" y="11026"/>
                  </a:cubicBezTo>
                  <a:cubicBezTo>
                    <a:pt x="7656" y="11085"/>
                    <a:pt x="7644" y="11145"/>
                    <a:pt x="7644" y="11204"/>
                  </a:cubicBezTo>
                  <a:lnTo>
                    <a:pt x="7644" y="12395"/>
                  </a:lnTo>
                  <a:cubicBezTo>
                    <a:pt x="7644" y="13181"/>
                    <a:pt x="8156" y="13967"/>
                    <a:pt x="9204" y="14574"/>
                  </a:cubicBezTo>
                  <a:cubicBezTo>
                    <a:pt x="9263" y="14610"/>
                    <a:pt x="9323" y="14657"/>
                    <a:pt x="9394" y="14681"/>
                  </a:cubicBezTo>
                  <a:cubicBezTo>
                    <a:pt x="9406" y="14693"/>
                    <a:pt x="9442" y="14693"/>
                    <a:pt x="9454" y="14717"/>
                  </a:cubicBezTo>
                  <a:cubicBezTo>
                    <a:pt x="9502" y="14729"/>
                    <a:pt x="9549" y="14752"/>
                    <a:pt x="9585" y="14776"/>
                  </a:cubicBezTo>
                  <a:cubicBezTo>
                    <a:pt x="9621" y="14788"/>
                    <a:pt x="9644" y="14800"/>
                    <a:pt x="9668" y="14800"/>
                  </a:cubicBezTo>
                  <a:cubicBezTo>
                    <a:pt x="9704" y="14812"/>
                    <a:pt x="9740" y="14836"/>
                    <a:pt x="9787" y="14860"/>
                  </a:cubicBezTo>
                  <a:cubicBezTo>
                    <a:pt x="9811" y="14871"/>
                    <a:pt x="9847" y="14895"/>
                    <a:pt x="9871" y="14895"/>
                  </a:cubicBezTo>
                  <a:cubicBezTo>
                    <a:pt x="9906" y="14907"/>
                    <a:pt x="9930" y="14919"/>
                    <a:pt x="9966" y="14919"/>
                  </a:cubicBezTo>
                  <a:cubicBezTo>
                    <a:pt x="9978" y="14919"/>
                    <a:pt x="9978" y="14919"/>
                    <a:pt x="9990" y="14931"/>
                  </a:cubicBezTo>
                  <a:cubicBezTo>
                    <a:pt x="10085" y="14967"/>
                    <a:pt x="10168" y="15014"/>
                    <a:pt x="10276" y="15038"/>
                  </a:cubicBezTo>
                  <a:cubicBezTo>
                    <a:pt x="10287" y="15038"/>
                    <a:pt x="10299" y="15050"/>
                    <a:pt x="10323" y="15050"/>
                  </a:cubicBezTo>
                  <a:cubicBezTo>
                    <a:pt x="10406" y="15086"/>
                    <a:pt x="10478" y="15110"/>
                    <a:pt x="10573" y="15133"/>
                  </a:cubicBezTo>
                  <a:cubicBezTo>
                    <a:pt x="10585" y="15133"/>
                    <a:pt x="10597" y="15145"/>
                    <a:pt x="10621" y="15145"/>
                  </a:cubicBezTo>
                  <a:cubicBezTo>
                    <a:pt x="10633" y="15145"/>
                    <a:pt x="10645" y="15157"/>
                    <a:pt x="10657" y="15157"/>
                  </a:cubicBezTo>
                  <a:cubicBezTo>
                    <a:pt x="10716" y="15169"/>
                    <a:pt x="10764" y="15193"/>
                    <a:pt x="10823" y="15205"/>
                  </a:cubicBezTo>
                  <a:cubicBezTo>
                    <a:pt x="10859" y="15217"/>
                    <a:pt x="10883" y="15217"/>
                    <a:pt x="10930" y="15229"/>
                  </a:cubicBezTo>
                  <a:lnTo>
                    <a:pt x="11109" y="15276"/>
                  </a:lnTo>
                  <a:cubicBezTo>
                    <a:pt x="11121" y="15276"/>
                    <a:pt x="11157" y="15288"/>
                    <a:pt x="11168" y="15288"/>
                  </a:cubicBezTo>
                  <a:lnTo>
                    <a:pt x="11180" y="15288"/>
                  </a:lnTo>
                  <a:cubicBezTo>
                    <a:pt x="11240" y="15312"/>
                    <a:pt x="11288" y="15312"/>
                    <a:pt x="11347" y="15324"/>
                  </a:cubicBezTo>
                  <a:cubicBezTo>
                    <a:pt x="11371" y="15324"/>
                    <a:pt x="11407" y="15336"/>
                    <a:pt x="11430" y="15336"/>
                  </a:cubicBezTo>
                  <a:cubicBezTo>
                    <a:pt x="11514" y="15348"/>
                    <a:pt x="11585" y="15372"/>
                    <a:pt x="11657" y="15372"/>
                  </a:cubicBezTo>
                  <a:lnTo>
                    <a:pt x="11692" y="15372"/>
                  </a:lnTo>
                  <a:cubicBezTo>
                    <a:pt x="11776" y="15383"/>
                    <a:pt x="11847" y="15395"/>
                    <a:pt x="11942" y="15395"/>
                  </a:cubicBezTo>
                  <a:lnTo>
                    <a:pt x="12002" y="15395"/>
                  </a:lnTo>
                  <a:cubicBezTo>
                    <a:pt x="12061" y="15395"/>
                    <a:pt x="12133" y="15407"/>
                    <a:pt x="12192" y="15407"/>
                  </a:cubicBezTo>
                  <a:lnTo>
                    <a:pt x="12288" y="15407"/>
                  </a:lnTo>
                  <a:cubicBezTo>
                    <a:pt x="12347" y="15407"/>
                    <a:pt x="12383" y="15431"/>
                    <a:pt x="12442" y="15431"/>
                  </a:cubicBezTo>
                  <a:lnTo>
                    <a:pt x="13324" y="15431"/>
                  </a:lnTo>
                  <a:cubicBezTo>
                    <a:pt x="13383" y="15431"/>
                    <a:pt x="13443" y="15431"/>
                    <a:pt x="13502" y="15407"/>
                  </a:cubicBezTo>
                  <a:cubicBezTo>
                    <a:pt x="13538" y="15407"/>
                    <a:pt x="13574" y="15407"/>
                    <a:pt x="13609" y="15395"/>
                  </a:cubicBezTo>
                  <a:cubicBezTo>
                    <a:pt x="13669" y="15395"/>
                    <a:pt x="13728" y="15383"/>
                    <a:pt x="13776" y="15383"/>
                  </a:cubicBezTo>
                  <a:lnTo>
                    <a:pt x="13871" y="15383"/>
                  </a:lnTo>
                  <a:cubicBezTo>
                    <a:pt x="13966" y="15372"/>
                    <a:pt x="14050" y="15372"/>
                    <a:pt x="14145" y="15348"/>
                  </a:cubicBezTo>
                  <a:lnTo>
                    <a:pt x="14193" y="15348"/>
                  </a:lnTo>
                  <a:cubicBezTo>
                    <a:pt x="14288" y="15336"/>
                    <a:pt x="14383" y="15324"/>
                    <a:pt x="14490" y="15312"/>
                  </a:cubicBezTo>
                  <a:lnTo>
                    <a:pt x="14514" y="15312"/>
                  </a:lnTo>
                  <a:cubicBezTo>
                    <a:pt x="14550" y="15312"/>
                    <a:pt x="14574" y="15288"/>
                    <a:pt x="14586" y="15288"/>
                  </a:cubicBezTo>
                  <a:cubicBezTo>
                    <a:pt x="14633" y="15276"/>
                    <a:pt x="14681" y="15276"/>
                    <a:pt x="14728" y="15264"/>
                  </a:cubicBezTo>
                  <a:cubicBezTo>
                    <a:pt x="14764" y="15252"/>
                    <a:pt x="14800" y="15252"/>
                    <a:pt x="14848" y="15229"/>
                  </a:cubicBezTo>
                  <a:cubicBezTo>
                    <a:pt x="14883" y="15217"/>
                    <a:pt x="14931" y="15217"/>
                    <a:pt x="14978" y="15205"/>
                  </a:cubicBezTo>
                  <a:cubicBezTo>
                    <a:pt x="15026" y="15193"/>
                    <a:pt x="15050" y="15193"/>
                    <a:pt x="15086" y="15169"/>
                  </a:cubicBezTo>
                  <a:cubicBezTo>
                    <a:pt x="15121" y="15157"/>
                    <a:pt x="15169" y="15145"/>
                    <a:pt x="15217" y="15145"/>
                  </a:cubicBezTo>
                  <a:cubicBezTo>
                    <a:pt x="15240" y="15133"/>
                    <a:pt x="15288" y="15133"/>
                    <a:pt x="15324" y="15110"/>
                  </a:cubicBezTo>
                  <a:lnTo>
                    <a:pt x="15455" y="15074"/>
                  </a:lnTo>
                  <a:cubicBezTo>
                    <a:pt x="15467" y="15074"/>
                    <a:pt x="15502" y="15050"/>
                    <a:pt x="15514" y="15050"/>
                  </a:cubicBezTo>
                  <a:cubicBezTo>
                    <a:pt x="15526" y="15050"/>
                    <a:pt x="15538" y="15038"/>
                    <a:pt x="15562" y="15038"/>
                  </a:cubicBezTo>
                  <a:cubicBezTo>
                    <a:pt x="15633" y="15014"/>
                    <a:pt x="15705" y="14979"/>
                    <a:pt x="15776" y="14967"/>
                  </a:cubicBezTo>
                  <a:cubicBezTo>
                    <a:pt x="15800" y="14967"/>
                    <a:pt x="15812" y="14955"/>
                    <a:pt x="15824" y="14955"/>
                  </a:cubicBezTo>
                  <a:cubicBezTo>
                    <a:pt x="15919" y="14919"/>
                    <a:pt x="16002" y="14871"/>
                    <a:pt x="16098" y="14848"/>
                  </a:cubicBezTo>
                  <a:cubicBezTo>
                    <a:pt x="16121" y="14836"/>
                    <a:pt x="16133" y="14836"/>
                    <a:pt x="16169" y="14812"/>
                  </a:cubicBezTo>
                  <a:cubicBezTo>
                    <a:pt x="16229" y="14788"/>
                    <a:pt x="16300" y="14752"/>
                    <a:pt x="16360" y="14729"/>
                  </a:cubicBezTo>
                  <a:cubicBezTo>
                    <a:pt x="16395" y="14717"/>
                    <a:pt x="16407" y="14693"/>
                    <a:pt x="16431" y="14693"/>
                  </a:cubicBezTo>
                  <a:cubicBezTo>
                    <a:pt x="16526" y="14657"/>
                    <a:pt x="16598" y="14610"/>
                    <a:pt x="16669" y="14562"/>
                  </a:cubicBezTo>
                  <a:cubicBezTo>
                    <a:pt x="16693" y="14550"/>
                    <a:pt x="16717" y="14538"/>
                    <a:pt x="16729" y="14514"/>
                  </a:cubicBezTo>
                  <a:cubicBezTo>
                    <a:pt x="16753" y="14502"/>
                    <a:pt x="16776" y="14490"/>
                    <a:pt x="16788" y="14490"/>
                  </a:cubicBezTo>
                  <a:cubicBezTo>
                    <a:pt x="16824" y="14479"/>
                    <a:pt x="16848" y="14443"/>
                    <a:pt x="16883" y="14431"/>
                  </a:cubicBezTo>
                  <a:cubicBezTo>
                    <a:pt x="16907" y="14419"/>
                    <a:pt x="16943" y="14383"/>
                    <a:pt x="16967" y="14371"/>
                  </a:cubicBezTo>
                  <a:cubicBezTo>
                    <a:pt x="17003" y="14360"/>
                    <a:pt x="17026" y="14324"/>
                    <a:pt x="17062" y="14312"/>
                  </a:cubicBezTo>
                  <a:cubicBezTo>
                    <a:pt x="17086" y="14300"/>
                    <a:pt x="17122" y="14264"/>
                    <a:pt x="17134" y="14252"/>
                  </a:cubicBezTo>
                  <a:cubicBezTo>
                    <a:pt x="17169" y="14240"/>
                    <a:pt x="17193" y="14205"/>
                    <a:pt x="17229" y="14193"/>
                  </a:cubicBezTo>
                  <a:cubicBezTo>
                    <a:pt x="17253" y="14181"/>
                    <a:pt x="17264" y="14145"/>
                    <a:pt x="17300" y="14133"/>
                  </a:cubicBezTo>
                  <a:cubicBezTo>
                    <a:pt x="17324" y="14121"/>
                    <a:pt x="17348" y="14086"/>
                    <a:pt x="17372" y="14074"/>
                  </a:cubicBezTo>
                  <a:lnTo>
                    <a:pt x="17407" y="14038"/>
                  </a:lnTo>
                  <a:cubicBezTo>
                    <a:pt x="17419" y="14026"/>
                    <a:pt x="17443" y="14014"/>
                    <a:pt x="17467" y="13979"/>
                  </a:cubicBezTo>
                  <a:lnTo>
                    <a:pt x="17479" y="13967"/>
                  </a:lnTo>
                  <a:cubicBezTo>
                    <a:pt x="17526" y="13919"/>
                    <a:pt x="17550" y="13895"/>
                    <a:pt x="17586" y="13848"/>
                  </a:cubicBezTo>
                  <a:lnTo>
                    <a:pt x="17610" y="13824"/>
                  </a:lnTo>
                  <a:cubicBezTo>
                    <a:pt x="17645" y="13788"/>
                    <a:pt x="17669" y="13740"/>
                    <a:pt x="17705" y="13717"/>
                  </a:cubicBezTo>
                  <a:lnTo>
                    <a:pt x="17717" y="13705"/>
                  </a:lnTo>
                  <a:lnTo>
                    <a:pt x="17729" y="13681"/>
                  </a:lnTo>
                  <a:cubicBezTo>
                    <a:pt x="17741" y="13669"/>
                    <a:pt x="17741" y="13657"/>
                    <a:pt x="17765" y="13657"/>
                  </a:cubicBezTo>
                  <a:cubicBezTo>
                    <a:pt x="17788" y="13621"/>
                    <a:pt x="17800" y="13586"/>
                    <a:pt x="17836" y="13550"/>
                  </a:cubicBezTo>
                  <a:cubicBezTo>
                    <a:pt x="17848" y="13538"/>
                    <a:pt x="17860" y="13502"/>
                    <a:pt x="17860" y="13490"/>
                  </a:cubicBezTo>
                  <a:cubicBezTo>
                    <a:pt x="17884" y="13467"/>
                    <a:pt x="17907" y="13431"/>
                    <a:pt x="17919" y="13407"/>
                  </a:cubicBezTo>
                  <a:cubicBezTo>
                    <a:pt x="17919" y="13383"/>
                    <a:pt x="17943" y="13383"/>
                    <a:pt x="17943" y="13371"/>
                  </a:cubicBezTo>
                  <a:cubicBezTo>
                    <a:pt x="17943" y="13359"/>
                    <a:pt x="17955" y="13347"/>
                    <a:pt x="17955" y="13347"/>
                  </a:cubicBezTo>
                  <a:cubicBezTo>
                    <a:pt x="17967" y="13312"/>
                    <a:pt x="17979" y="13288"/>
                    <a:pt x="18003" y="13264"/>
                  </a:cubicBezTo>
                  <a:cubicBezTo>
                    <a:pt x="18015" y="13252"/>
                    <a:pt x="18015" y="13228"/>
                    <a:pt x="18026" y="13193"/>
                  </a:cubicBezTo>
                  <a:cubicBezTo>
                    <a:pt x="18038" y="13157"/>
                    <a:pt x="18062" y="13133"/>
                    <a:pt x="18062" y="13121"/>
                  </a:cubicBezTo>
                  <a:cubicBezTo>
                    <a:pt x="18062" y="13097"/>
                    <a:pt x="18074" y="13086"/>
                    <a:pt x="18074" y="13074"/>
                  </a:cubicBezTo>
                  <a:cubicBezTo>
                    <a:pt x="18074" y="13062"/>
                    <a:pt x="18074" y="13062"/>
                    <a:pt x="18086" y="13050"/>
                  </a:cubicBezTo>
                  <a:cubicBezTo>
                    <a:pt x="18098" y="13014"/>
                    <a:pt x="18098" y="13002"/>
                    <a:pt x="18122" y="12966"/>
                  </a:cubicBezTo>
                  <a:cubicBezTo>
                    <a:pt x="18122" y="12943"/>
                    <a:pt x="18134" y="12931"/>
                    <a:pt x="18134" y="12895"/>
                  </a:cubicBezTo>
                  <a:cubicBezTo>
                    <a:pt x="18134" y="12859"/>
                    <a:pt x="18146" y="12847"/>
                    <a:pt x="18146" y="12824"/>
                  </a:cubicBezTo>
                  <a:cubicBezTo>
                    <a:pt x="18146" y="12800"/>
                    <a:pt x="18146" y="12788"/>
                    <a:pt x="18157" y="12776"/>
                  </a:cubicBezTo>
                  <a:lnTo>
                    <a:pt x="18157" y="12764"/>
                  </a:lnTo>
                  <a:cubicBezTo>
                    <a:pt x="18157" y="12728"/>
                    <a:pt x="18169" y="12705"/>
                    <a:pt x="18169" y="12693"/>
                  </a:cubicBezTo>
                  <a:cubicBezTo>
                    <a:pt x="18169" y="12657"/>
                    <a:pt x="18169" y="12645"/>
                    <a:pt x="18193" y="12609"/>
                  </a:cubicBezTo>
                  <a:lnTo>
                    <a:pt x="18193" y="12538"/>
                  </a:lnTo>
                  <a:lnTo>
                    <a:pt x="18193" y="12466"/>
                  </a:lnTo>
                  <a:lnTo>
                    <a:pt x="18193" y="12455"/>
                  </a:lnTo>
                  <a:lnTo>
                    <a:pt x="18193" y="11240"/>
                  </a:lnTo>
                  <a:cubicBezTo>
                    <a:pt x="18204" y="11212"/>
                    <a:pt x="18210" y="11203"/>
                    <a:pt x="18213" y="11203"/>
                  </a:cubicBezTo>
                  <a:cubicBezTo>
                    <a:pt x="18217" y="11203"/>
                    <a:pt x="18217" y="11215"/>
                    <a:pt x="18217" y="11228"/>
                  </a:cubicBezTo>
                  <a:cubicBezTo>
                    <a:pt x="18253" y="10407"/>
                    <a:pt x="17729" y="9597"/>
                    <a:pt x="16657" y="8978"/>
                  </a:cubicBezTo>
                  <a:cubicBezTo>
                    <a:pt x="15623" y="8383"/>
                    <a:pt x="14282" y="8085"/>
                    <a:pt x="12939" y="8085"/>
                  </a:cubicBezTo>
                  <a:cubicBezTo>
                    <a:pt x="12133" y="8085"/>
                    <a:pt x="11326" y="8192"/>
                    <a:pt x="10585" y="8406"/>
                  </a:cubicBezTo>
                  <a:lnTo>
                    <a:pt x="10585" y="8323"/>
                  </a:lnTo>
                  <a:lnTo>
                    <a:pt x="10585" y="8252"/>
                  </a:lnTo>
                  <a:lnTo>
                    <a:pt x="10585" y="8240"/>
                  </a:lnTo>
                  <a:lnTo>
                    <a:pt x="10585" y="7109"/>
                  </a:lnTo>
                  <a:cubicBezTo>
                    <a:pt x="10585" y="6954"/>
                    <a:pt x="10573" y="6799"/>
                    <a:pt x="10537" y="6644"/>
                  </a:cubicBezTo>
                  <a:lnTo>
                    <a:pt x="10537" y="6632"/>
                  </a:lnTo>
                  <a:cubicBezTo>
                    <a:pt x="10537" y="6609"/>
                    <a:pt x="10537" y="6597"/>
                    <a:pt x="10561" y="6585"/>
                  </a:cubicBezTo>
                  <a:lnTo>
                    <a:pt x="10561" y="6573"/>
                  </a:lnTo>
                  <a:cubicBezTo>
                    <a:pt x="10561" y="6537"/>
                    <a:pt x="10573" y="6513"/>
                    <a:pt x="10573" y="6501"/>
                  </a:cubicBezTo>
                  <a:cubicBezTo>
                    <a:pt x="10573" y="6466"/>
                    <a:pt x="10573" y="6454"/>
                    <a:pt x="10585" y="6418"/>
                  </a:cubicBezTo>
                  <a:lnTo>
                    <a:pt x="10585" y="6347"/>
                  </a:lnTo>
                  <a:lnTo>
                    <a:pt x="10585" y="6275"/>
                  </a:lnTo>
                  <a:lnTo>
                    <a:pt x="10585" y="6251"/>
                  </a:lnTo>
                  <a:lnTo>
                    <a:pt x="10585" y="5120"/>
                  </a:lnTo>
                  <a:cubicBezTo>
                    <a:pt x="10585" y="4977"/>
                    <a:pt x="10573" y="4811"/>
                    <a:pt x="10537" y="4668"/>
                  </a:cubicBezTo>
                  <a:lnTo>
                    <a:pt x="10537" y="4644"/>
                  </a:lnTo>
                  <a:cubicBezTo>
                    <a:pt x="10537" y="4632"/>
                    <a:pt x="10537" y="4620"/>
                    <a:pt x="10561" y="4608"/>
                  </a:cubicBezTo>
                  <a:lnTo>
                    <a:pt x="10561" y="4585"/>
                  </a:lnTo>
                  <a:cubicBezTo>
                    <a:pt x="10561" y="4561"/>
                    <a:pt x="10573" y="4525"/>
                    <a:pt x="10573" y="4513"/>
                  </a:cubicBezTo>
                  <a:cubicBezTo>
                    <a:pt x="10573" y="4489"/>
                    <a:pt x="10573" y="4465"/>
                    <a:pt x="10585" y="4442"/>
                  </a:cubicBezTo>
                  <a:lnTo>
                    <a:pt x="10585" y="4370"/>
                  </a:lnTo>
                  <a:lnTo>
                    <a:pt x="10585" y="4287"/>
                  </a:lnTo>
                  <a:lnTo>
                    <a:pt x="10585" y="4275"/>
                  </a:lnTo>
                  <a:lnTo>
                    <a:pt x="10585" y="3144"/>
                  </a:lnTo>
                  <a:cubicBezTo>
                    <a:pt x="10621" y="2322"/>
                    <a:pt x="10097" y="1513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rgbClr val="6165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42">
              <a:extLst>
                <a:ext uri="{FF2B5EF4-FFF2-40B4-BE49-F238E27FC236}">
                  <a16:creationId xmlns:a16="http://schemas.microsoft.com/office/drawing/2014/main" id="{5E5B92B3-1E5E-1ED1-876E-1C8B354302D5}"/>
                </a:ext>
              </a:extLst>
            </p:cNvPr>
            <p:cNvSpPr/>
            <p:nvPr/>
          </p:nvSpPr>
          <p:spPr>
            <a:xfrm>
              <a:off x="4936843" y="3074202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1"/>
                  </a:moveTo>
                  <a:cubicBezTo>
                    <a:pt x="3927" y="1"/>
                    <a:pt x="2572" y="298"/>
                    <a:pt x="1536" y="894"/>
                  </a:cubicBezTo>
                  <a:cubicBezTo>
                    <a:pt x="512" y="1489"/>
                    <a:pt x="1" y="2275"/>
                    <a:pt x="1" y="3049"/>
                  </a:cubicBezTo>
                  <a:lnTo>
                    <a:pt x="1" y="3120"/>
                  </a:lnTo>
                  <a:cubicBezTo>
                    <a:pt x="36" y="3168"/>
                    <a:pt x="36" y="3203"/>
                    <a:pt x="36" y="3215"/>
                  </a:cubicBezTo>
                  <a:cubicBezTo>
                    <a:pt x="36" y="3239"/>
                    <a:pt x="36" y="3263"/>
                    <a:pt x="48" y="3287"/>
                  </a:cubicBezTo>
                  <a:cubicBezTo>
                    <a:pt x="48" y="3322"/>
                    <a:pt x="48" y="3334"/>
                    <a:pt x="60" y="3358"/>
                  </a:cubicBezTo>
                  <a:cubicBezTo>
                    <a:pt x="60" y="3394"/>
                    <a:pt x="72" y="3406"/>
                    <a:pt x="72" y="3441"/>
                  </a:cubicBezTo>
                  <a:cubicBezTo>
                    <a:pt x="72" y="3465"/>
                    <a:pt x="96" y="3477"/>
                    <a:pt x="96" y="3513"/>
                  </a:cubicBezTo>
                  <a:cubicBezTo>
                    <a:pt x="96" y="3537"/>
                    <a:pt x="108" y="3561"/>
                    <a:pt x="108" y="3584"/>
                  </a:cubicBezTo>
                  <a:cubicBezTo>
                    <a:pt x="108" y="3620"/>
                    <a:pt x="120" y="3632"/>
                    <a:pt x="120" y="3656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63"/>
                    <a:pt x="167" y="3775"/>
                    <a:pt x="179" y="3811"/>
                  </a:cubicBezTo>
                  <a:cubicBezTo>
                    <a:pt x="191" y="3834"/>
                    <a:pt x="215" y="3858"/>
                    <a:pt x="215" y="3882"/>
                  </a:cubicBezTo>
                  <a:cubicBezTo>
                    <a:pt x="227" y="3918"/>
                    <a:pt x="227" y="3930"/>
                    <a:pt x="239" y="3953"/>
                  </a:cubicBezTo>
                  <a:cubicBezTo>
                    <a:pt x="251" y="3989"/>
                    <a:pt x="274" y="4001"/>
                    <a:pt x="286" y="4037"/>
                  </a:cubicBezTo>
                  <a:cubicBezTo>
                    <a:pt x="298" y="4061"/>
                    <a:pt x="310" y="4072"/>
                    <a:pt x="334" y="4108"/>
                  </a:cubicBezTo>
                  <a:cubicBezTo>
                    <a:pt x="346" y="4132"/>
                    <a:pt x="358" y="4156"/>
                    <a:pt x="370" y="4180"/>
                  </a:cubicBezTo>
                  <a:cubicBezTo>
                    <a:pt x="393" y="4192"/>
                    <a:pt x="405" y="4227"/>
                    <a:pt x="417" y="4239"/>
                  </a:cubicBezTo>
                  <a:cubicBezTo>
                    <a:pt x="429" y="4275"/>
                    <a:pt x="453" y="4287"/>
                    <a:pt x="477" y="4311"/>
                  </a:cubicBezTo>
                  <a:cubicBezTo>
                    <a:pt x="489" y="4334"/>
                    <a:pt x="512" y="4358"/>
                    <a:pt x="524" y="4370"/>
                  </a:cubicBezTo>
                  <a:cubicBezTo>
                    <a:pt x="536" y="4406"/>
                    <a:pt x="572" y="4418"/>
                    <a:pt x="584" y="4453"/>
                  </a:cubicBezTo>
                  <a:cubicBezTo>
                    <a:pt x="596" y="4465"/>
                    <a:pt x="608" y="4489"/>
                    <a:pt x="643" y="4513"/>
                  </a:cubicBezTo>
                  <a:cubicBezTo>
                    <a:pt x="655" y="4537"/>
                    <a:pt x="691" y="4549"/>
                    <a:pt x="715" y="4584"/>
                  </a:cubicBezTo>
                  <a:lnTo>
                    <a:pt x="774" y="4644"/>
                  </a:lnTo>
                  <a:lnTo>
                    <a:pt x="846" y="4715"/>
                  </a:lnTo>
                  <a:lnTo>
                    <a:pt x="905" y="4775"/>
                  </a:lnTo>
                  <a:cubicBezTo>
                    <a:pt x="941" y="4811"/>
                    <a:pt x="965" y="4823"/>
                    <a:pt x="1001" y="4846"/>
                  </a:cubicBezTo>
                  <a:cubicBezTo>
                    <a:pt x="1013" y="4858"/>
                    <a:pt x="1048" y="4882"/>
                    <a:pt x="1060" y="4906"/>
                  </a:cubicBezTo>
                  <a:cubicBezTo>
                    <a:pt x="1084" y="4942"/>
                    <a:pt x="1120" y="4954"/>
                    <a:pt x="1144" y="4977"/>
                  </a:cubicBezTo>
                  <a:cubicBezTo>
                    <a:pt x="1179" y="5001"/>
                    <a:pt x="1191" y="5013"/>
                    <a:pt x="1227" y="5025"/>
                  </a:cubicBezTo>
                  <a:cubicBezTo>
                    <a:pt x="1263" y="5061"/>
                    <a:pt x="1298" y="5085"/>
                    <a:pt x="1346" y="5096"/>
                  </a:cubicBezTo>
                  <a:cubicBezTo>
                    <a:pt x="1358" y="5120"/>
                    <a:pt x="1370" y="5132"/>
                    <a:pt x="1405" y="5144"/>
                  </a:cubicBezTo>
                  <a:cubicBezTo>
                    <a:pt x="1453" y="5192"/>
                    <a:pt x="1513" y="5215"/>
                    <a:pt x="1596" y="5263"/>
                  </a:cubicBezTo>
                  <a:cubicBezTo>
                    <a:pt x="1655" y="5299"/>
                    <a:pt x="1715" y="5335"/>
                    <a:pt x="1786" y="5370"/>
                  </a:cubicBezTo>
                  <a:cubicBezTo>
                    <a:pt x="1798" y="5382"/>
                    <a:pt x="1834" y="5382"/>
                    <a:pt x="1846" y="5394"/>
                  </a:cubicBezTo>
                  <a:cubicBezTo>
                    <a:pt x="1894" y="5418"/>
                    <a:pt x="1929" y="5442"/>
                    <a:pt x="1977" y="5454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01"/>
                    <a:pt x="2132" y="5537"/>
                    <a:pt x="2167" y="5549"/>
                  </a:cubicBezTo>
                  <a:cubicBezTo>
                    <a:pt x="2203" y="5561"/>
                    <a:pt x="2227" y="5573"/>
                    <a:pt x="2263" y="5573"/>
                  </a:cubicBezTo>
                  <a:cubicBezTo>
                    <a:pt x="2287" y="5596"/>
                    <a:pt x="2334" y="5608"/>
                    <a:pt x="2370" y="5620"/>
                  </a:cubicBezTo>
                  <a:cubicBezTo>
                    <a:pt x="2453" y="5656"/>
                    <a:pt x="2548" y="5692"/>
                    <a:pt x="2644" y="5727"/>
                  </a:cubicBezTo>
                  <a:cubicBezTo>
                    <a:pt x="2668" y="5727"/>
                    <a:pt x="2679" y="5739"/>
                    <a:pt x="2691" y="5739"/>
                  </a:cubicBezTo>
                  <a:cubicBezTo>
                    <a:pt x="2787" y="5775"/>
                    <a:pt x="2858" y="5799"/>
                    <a:pt x="2941" y="5811"/>
                  </a:cubicBezTo>
                  <a:cubicBezTo>
                    <a:pt x="2977" y="5835"/>
                    <a:pt x="3001" y="5835"/>
                    <a:pt x="3037" y="5847"/>
                  </a:cubicBezTo>
                  <a:cubicBezTo>
                    <a:pt x="3096" y="5858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299" y="5918"/>
                  </a:cubicBezTo>
                  <a:lnTo>
                    <a:pt x="3489" y="5966"/>
                  </a:lnTo>
                  <a:cubicBezTo>
                    <a:pt x="3513" y="5966"/>
                    <a:pt x="3537" y="5977"/>
                    <a:pt x="3572" y="5977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25"/>
                    <a:pt x="3822" y="6025"/>
                  </a:cubicBezTo>
                  <a:cubicBezTo>
                    <a:pt x="3906" y="6037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3"/>
                    <a:pt x="4263" y="6085"/>
                    <a:pt x="4346" y="6085"/>
                  </a:cubicBezTo>
                  <a:lnTo>
                    <a:pt x="4406" y="6085"/>
                  </a:lnTo>
                  <a:cubicBezTo>
                    <a:pt x="4465" y="6085"/>
                    <a:pt x="4537" y="6097"/>
                    <a:pt x="4596" y="6097"/>
                  </a:cubicBezTo>
                  <a:lnTo>
                    <a:pt x="4692" y="6097"/>
                  </a:lnTo>
                  <a:cubicBezTo>
                    <a:pt x="4751" y="6097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097"/>
                  </a:cubicBezTo>
                  <a:cubicBezTo>
                    <a:pt x="5942" y="6097"/>
                    <a:pt x="5989" y="6097"/>
                    <a:pt x="6013" y="6085"/>
                  </a:cubicBezTo>
                  <a:cubicBezTo>
                    <a:pt x="6073" y="6085"/>
                    <a:pt x="6132" y="6073"/>
                    <a:pt x="6180" y="6073"/>
                  </a:cubicBezTo>
                  <a:cubicBezTo>
                    <a:pt x="6204" y="6073"/>
                    <a:pt x="6251" y="6073"/>
                    <a:pt x="6287" y="6061"/>
                  </a:cubicBezTo>
                  <a:cubicBezTo>
                    <a:pt x="6370" y="6037"/>
                    <a:pt x="6466" y="6037"/>
                    <a:pt x="6549" y="6025"/>
                  </a:cubicBezTo>
                  <a:lnTo>
                    <a:pt x="6597" y="6025"/>
                  </a:lnTo>
                  <a:cubicBezTo>
                    <a:pt x="6704" y="6013"/>
                    <a:pt x="6787" y="6001"/>
                    <a:pt x="6894" y="5977"/>
                  </a:cubicBezTo>
                  <a:cubicBezTo>
                    <a:pt x="6918" y="5977"/>
                    <a:pt x="6966" y="5966"/>
                    <a:pt x="7001" y="5966"/>
                  </a:cubicBezTo>
                  <a:cubicBezTo>
                    <a:pt x="7037" y="5954"/>
                    <a:pt x="7085" y="5954"/>
                    <a:pt x="7132" y="5942"/>
                  </a:cubicBezTo>
                  <a:cubicBezTo>
                    <a:pt x="7180" y="5918"/>
                    <a:pt x="7204" y="5918"/>
                    <a:pt x="7240" y="5906"/>
                  </a:cubicBezTo>
                  <a:cubicBezTo>
                    <a:pt x="7275" y="5894"/>
                    <a:pt x="7323" y="5894"/>
                    <a:pt x="7370" y="5870"/>
                  </a:cubicBezTo>
                  <a:cubicBezTo>
                    <a:pt x="7394" y="5858"/>
                    <a:pt x="7442" y="5858"/>
                    <a:pt x="7478" y="5847"/>
                  </a:cubicBezTo>
                  <a:cubicBezTo>
                    <a:pt x="7513" y="5835"/>
                    <a:pt x="7561" y="5811"/>
                    <a:pt x="7609" y="5811"/>
                  </a:cubicBezTo>
                  <a:cubicBezTo>
                    <a:pt x="7632" y="5799"/>
                    <a:pt x="7680" y="5799"/>
                    <a:pt x="7716" y="5787"/>
                  </a:cubicBezTo>
                  <a:lnTo>
                    <a:pt x="7847" y="5739"/>
                  </a:lnTo>
                  <a:cubicBezTo>
                    <a:pt x="7871" y="5727"/>
                    <a:pt x="7906" y="5727"/>
                    <a:pt x="7930" y="5716"/>
                  </a:cubicBezTo>
                  <a:cubicBezTo>
                    <a:pt x="8013" y="5680"/>
                    <a:pt x="8085" y="5656"/>
                    <a:pt x="8156" y="5632"/>
                  </a:cubicBezTo>
                  <a:cubicBezTo>
                    <a:pt x="8168" y="5632"/>
                    <a:pt x="8192" y="5620"/>
                    <a:pt x="8204" y="5620"/>
                  </a:cubicBezTo>
                  <a:cubicBezTo>
                    <a:pt x="8287" y="5596"/>
                    <a:pt x="8383" y="5549"/>
                    <a:pt x="8466" y="5513"/>
                  </a:cubicBezTo>
                  <a:cubicBezTo>
                    <a:pt x="8502" y="5501"/>
                    <a:pt x="8513" y="5501"/>
                    <a:pt x="8525" y="5489"/>
                  </a:cubicBezTo>
                  <a:cubicBezTo>
                    <a:pt x="8585" y="5454"/>
                    <a:pt x="8668" y="5430"/>
                    <a:pt x="8728" y="5394"/>
                  </a:cubicBezTo>
                  <a:cubicBezTo>
                    <a:pt x="8752" y="5382"/>
                    <a:pt x="8764" y="5370"/>
                    <a:pt x="8799" y="5370"/>
                  </a:cubicBezTo>
                  <a:cubicBezTo>
                    <a:pt x="8883" y="5323"/>
                    <a:pt x="8966" y="5275"/>
                    <a:pt x="9037" y="5239"/>
                  </a:cubicBezTo>
                  <a:cubicBezTo>
                    <a:pt x="9097" y="5192"/>
                    <a:pt x="9156" y="5156"/>
                    <a:pt x="9228" y="5120"/>
                  </a:cubicBezTo>
                  <a:cubicBezTo>
                    <a:pt x="9240" y="5120"/>
                    <a:pt x="9240" y="5096"/>
                    <a:pt x="9264" y="5096"/>
                  </a:cubicBezTo>
                  <a:cubicBezTo>
                    <a:pt x="9275" y="5096"/>
                    <a:pt x="9275" y="5085"/>
                    <a:pt x="9287" y="5085"/>
                  </a:cubicBezTo>
                  <a:cubicBezTo>
                    <a:pt x="9335" y="5061"/>
                    <a:pt x="9359" y="5025"/>
                    <a:pt x="9406" y="5013"/>
                  </a:cubicBezTo>
                  <a:lnTo>
                    <a:pt x="9442" y="4977"/>
                  </a:lnTo>
                  <a:lnTo>
                    <a:pt x="9466" y="4954"/>
                  </a:lnTo>
                  <a:cubicBezTo>
                    <a:pt x="9502" y="4918"/>
                    <a:pt x="9526" y="4906"/>
                    <a:pt x="9573" y="4882"/>
                  </a:cubicBezTo>
                  <a:lnTo>
                    <a:pt x="9597" y="4846"/>
                  </a:lnTo>
                  <a:lnTo>
                    <a:pt x="9633" y="4823"/>
                  </a:lnTo>
                  <a:cubicBezTo>
                    <a:pt x="9656" y="4787"/>
                    <a:pt x="9692" y="4775"/>
                    <a:pt x="9716" y="4739"/>
                  </a:cubicBezTo>
                  <a:lnTo>
                    <a:pt x="9752" y="4715"/>
                  </a:lnTo>
                  <a:lnTo>
                    <a:pt x="9776" y="4680"/>
                  </a:lnTo>
                  <a:cubicBezTo>
                    <a:pt x="9811" y="4656"/>
                    <a:pt x="9835" y="4644"/>
                    <a:pt x="9859" y="4608"/>
                  </a:cubicBezTo>
                  <a:cubicBezTo>
                    <a:pt x="9871" y="4596"/>
                    <a:pt x="9883" y="4561"/>
                    <a:pt x="9918" y="4549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82"/>
                    <a:pt x="10097" y="4370"/>
                    <a:pt x="10109" y="4346"/>
                  </a:cubicBezTo>
                  <a:cubicBezTo>
                    <a:pt x="10121" y="4323"/>
                    <a:pt x="10133" y="4311"/>
                    <a:pt x="10133" y="4299"/>
                  </a:cubicBezTo>
                  <a:cubicBezTo>
                    <a:pt x="10133" y="4299"/>
                    <a:pt x="10133" y="4287"/>
                    <a:pt x="10157" y="4287"/>
                  </a:cubicBezTo>
                  <a:cubicBezTo>
                    <a:pt x="10168" y="4251"/>
                    <a:pt x="10180" y="4239"/>
                    <a:pt x="10216" y="4203"/>
                  </a:cubicBezTo>
                  <a:cubicBezTo>
                    <a:pt x="10216" y="4203"/>
                    <a:pt x="10216" y="4192"/>
                    <a:pt x="10228" y="4192"/>
                  </a:cubicBezTo>
                  <a:cubicBezTo>
                    <a:pt x="10240" y="4180"/>
                    <a:pt x="10240" y="4168"/>
                    <a:pt x="10252" y="4144"/>
                  </a:cubicBezTo>
                  <a:cubicBezTo>
                    <a:pt x="10276" y="4120"/>
                    <a:pt x="10288" y="4108"/>
                    <a:pt x="10299" y="4072"/>
                  </a:cubicBezTo>
                  <a:cubicBezTo>
                    <a:pt x="10299" y="4061"/>
                    <a:pt x="10311" y="4061"/>
                    <a:pt x="10311" y="4049"/>
                  </a:cubicBezTo>
                  <a:cubicBezTo>
                    <a:pt x="10335" y="4025"/>
                    <a:pt x="10335" y="4013"/>
                    <a:pt x="10335" y="4001"/>
                  </a:cubicBezTo>
                  <a:cubicBezTo>
                    <a:pt x="10347" y="3965"/>
                    <a:pt x="10359" y="3953"/>
                    <a:pt x="10371" y="3930"/>
                  </a:cubicBezTo>
                  <a:cubicBezTo>
                    <a:pt x="10371" y="3906"/>
                    <a:pt x="10395" y="3906"/>
                    <a:pt x="10395" y="3894"/>
                  </a:cubicBezTo>
                  <a:cubicBezTo>
                    <a:pt x="10395" y="3882"/>
                    <a:pt x="10407" y="3870"/>
                    <a:pt x="10407" y="3846"/>
                  </a:cubicBezTo>
                  <a:cubicBezTo>
                    <a:pt x="10418" y="3822"/>
                    <a:pt x="10430" y="3811"/>
                    <a:pt x="10430" y="3775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27"/>
                    <a:pt x="10466" y="3715"/>
                    <a:pt x="10466" y="3715"/>
                  </a:cubicBezTo>
                  <a:cubicBezTo>
                    <a:pt x="10478" y="3691"/>
                    <a:pt x="10478" y="3668"/>
                    <a:pt x="10490" y="3644"/>
                  </a:cubicBezTo>
                  <a:cubicBezTo>
                    <a:pt x="10490" y="3632"/>
                    <a:pt x="10490" y="3608"/>
                    <a:pt x="10514" y="3608"/>
                  </a:cubicBezTo>
                  <a:cubicBezTo>
                    <a:pt x="10514" y="3596"/>
                    <a:pt x="10514" y="3596"/>
                    <a:pt x="10526" y="3584"/>
                  </a:cubicBezTo>
                  <a:cubicBezTo>
                    <a:pt x="10526" y="3549"/>
                    <a:pt x="10538" y="3537"/>
                    <a:pt x="10538" y="3513"/>
                  </a:cubicBezTo>
                  <a:cubicBezTo>
                    <a:pt x="10538" y="3489"/>
                    <a:pt x="10538" y="3477"/>
                    <a:pt x="10549" y="3465"/>
                  </a:cubicBezTo>
                  <a:lnTo>
                    <a:pt x="10549" y="3430"/>
                  </a:lnTo>
                  <a:cubicBezTo>
                    <a:pt x="10549" y="3406"/>
                    <a:pt x="10573" y="3394"/>
                    <a:pt x="10573" y="3358"/>
                  </a:cubicBezTo>
                  <a:lnTo>
                    <a:pt x="10573" y="3310"/>
                  </a:lnTo>
                  <a:lnTo>
                    <a:pt x="10573" y="3287"/>
                  </a:lnTo>
                  <a:cubicBezTo>
                    <a:pt x="10573" y="3251"/>
                    <a:pt x="10573" y="3239"/>
                    <a:pt x="10585" y="3215"/>
                  </a:cubicBezTo>
                  <a:lnTo>
                    <a:pt x="10585" y="3168"/>
                  </a:lnTo>
                  <a:lnTo>
                    <a:pt x="10585" y="3132"/>
                  </a:lnTo>
                  <a:cubicBezTo>
                    <a:pt x="10609" y="2322"/>
                    <a:pt x="10097" y="1501"/>
                    <a:pt x="9025" y="894"/>
                  </a:cubicBezTo>
                  <a:cubicBezTo>
                    <a:pt x="7990" y="298"/>
                    <a:pt x="6635" y="1"/>
                    <a:pt x="5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42">
              <a:extLst>
                <a:ext uri="{FF2B5EF4-FFF2-40B4-BE49-F238E27FC236}">
                  <a16:creationId xmlns:a16="http://schemas.microsoft.com/office/drawing/2014/main" id="{2B77A282-A46D-B977-26AE-6EA4F7C33413}"/>
                </a:ext>
              </a:extLst>
            </p:cNvPr>
            <p:cNvSpPr/>
            <p:nvPr/>
          </p:nvSpPr>
          <p:spPr>
            <a:xfrm>
              <a:off x="4964982" y="3089231"/>
              <a:ext cx="260167" cy="149527"/>
            </a:xfrm>
            <a:custGeom>
              <a:avLst/>
              <a:gdLst/>
              <a:ahLst/>
              <a:cxnLst/>
              <a:rect l="l" t="t" r="r" b="b"/>
              <a:pathLst>
                <a:path w="8811" h="5064" extrusionOk="0">
                  <a:moveTo>
                    <a:pt x="4407" y="1"/>
                  </a:moveTo>
                  <a:cubicBezTo>
                    <a:pt x="3289" y="1"/>
                    <a:pt x="2173" y="248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47"/>
                    <a:pt x="0" y="2659"/>
                    <a:pt x="0" y="2694"/>
                  </a:cubicBezTo>
                  <a:cubicBezTo>
                    <a:pt x="0" y="2706"/>
                    <a:pt x="0" y="2730"/>
                    <a:pt x="12" y="2754"/>
                  </a:cubicBezTo>
                  <a:cubicBezTo>
                    <a:pt x="12" y="2766"/>
                    <a:pt x="12" y="2790"/>
                    <a:pt x="36" y="2813"/>
                  </a:cubicBezTo>
                  <a:cubicBezTo>
                    <a:pt x="36" y="2825"/>
                    <a:pt x="48" y="2849"/>
                    <a:pt x="48" y="2861"/>
                  </a:cubicBezTo>
                  <a:cubicBezTo>
                    <a:pt x="48" y="2885"/>
                    <a:pt x="60" y="2909"/>
                    <a:pt x="60" y="2921"/>
                  </a:cubicBezTo>
                  <a:cubicBezTo>
                    <a:pt x="60" y="2944"/>
                    <a:pt x="71" y="2968"/>
                    <a:pt x="71" y="2980"/>
                  </a:cubicBezTo>
                  <a:cubicBezTo>
                    <a:pt x="71" y="3004"/>
                    <a:pt x="95" y="3028"/>
                    <a:pt x="95" y="3040"/>
                  </a:cubicBezTo>
                  <a:cubicBezTo>
                    <a:pt x="95" y="3063"/>
                    <a:pt x="107" y="3087"/>
                    <a:pt x="119" y="3099"/>
                  </a:cubicBezTo>
                  <a:cubicBezTo>
                    <a:pt x="119" y="3123"/>
                    <a:pt x="131" y="3147"/>
                    <a:pt x="131" y="3159"/>
                  </a:cubicBezTo>
                  <a:cubicBezTo>
                    <a:pt x="155" y="3182"/>
                    <a:pt x="155" y="3206"/>
                    <a:pt x="167" y="3218"/>
                  </a:cubicBezTo>
                  <a:cubicBezTo>
                    <a:pt x="179" y="3242"/>
                    <a:pt x="179" y="3266"/>
                    <a:pt x="191" y="3278"/>
                  </a:cubicBezTo>
                  <a:cubicBezTo>
                    <a:pt x="214" y="3302"/>
                    <a:pt x="226" y="3325"/>
                    <a:pt x="226" y="3337"/>
                  </a:cubicBezTo>
                  <a:cubicBezTo>
                    <a:pt x="238" y="3361"/>
                    <a:pt x="238" y="3385"/>
                    <a:pt x="250" y="3397"/>
                  </a:cubicBezTo>
                  <a:cubicBezTo>
                    <a:pt x="274" y="3421"/>
                    <a:pt x="286" y="3444"/>
                    <a:pt x="298" y="3456"/>
                  </a:cubicBezTo>
                  <a:cubicBezTo>
                    <a:pt x="310" y="3480"/>
                    <a:pt x="333" y="3492"/>
                    <a:pt x="333" y="3516"/>
                  </a:cubicBezTo>
                  <a:cubicBezTo>
                    <a:pt x="345" y="3540"/>
                    <a:pt x="357" y="3563"/>
                    <a:pt x="369" y="3575"/>
                  </a:cubicBezTo>
                  <a:cubicBezTo>
                    <a:pt x="393" y="3599"/>
                    <a:pt x="405" y="3611"/>
                    <a:pt x="417" y="3635"/>
                  </a:cubicBezTo>
                  <a:cubicBezTo>
                    <a:pt x="429" y="3659"/>
                    <a:pt x="452" y="3683"/>
                    <a:pt x="464" y="3694"/>
                  </a:cubicBezTo>
                  <a:cubicBezTo>
                    <a:pt x="476" y="3718"/>
                    <a:pt x="488" y="3730"/>
                    <a:pt x="512" y="3754"/>
                  </a:cubicBezTo>
                  <a:lnTo>
                    <a:pt x="572" y="3814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52"/>
                    <a:pt x="845" y="4075"/>
                  </a:cubicBezTo>
                  <a:cubicBezTo>
                    <a:pt x="881" y="4087"/>
                    <a:pt x="905" y="4111"/>
                    <a:pt x="929" y="4135"/>
                  </a:cubicBezTo>
                  <a:cubicBezTo>
                    <a:pt x="941" y="4147"/>
                    <a:pt x="953" y="4159"/>
                    <a:pt x="988" y="4171"/>
                  </a:cubicBezTo>
                  <a:cubicBezTo>
                    <a:pt x="1012" y="4206"/>
                    <a:pt x="1048" y="4218"/>
                    <a:pt x="1083" y="4230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290"/>
                    <a:pt x="1238" y="4325"/>
                    <a:pt x="1286" y="4349"/>
                  </a:cubicBezTo>
                  <a:cubicBezTo>
                    <a:pt x="1322" y="4385"/>
                    <a:pt x="1381" y="4409"/>
                    <a:pt x="1441" y="4445"/>
                  </a:cubicBezTo>
                  <a:cubicBezTo>
                    <a:pt x="1464" y="4456"/>
                    <a:pt x="1476" y="4456"/>
                    <a:pt x="1500" y="4468"/>
                  </a:cubicBezTo>
                  <a:cubicBezTo>
                    <a:pt x="1536" y="4492"/>
                    <a:pt x="1584" y="4504"/>
                    <a:pt x="1607" y="4528"/>
                  </a:cubicBezTo>
                  <a:cubicBezTo>
                    <a:pt x="1619" y="4552"/>
                    <a:pt x="1655" y="4552"/>
                    <a:pt x="1667" y="4564"/>
                  </a:cubicBezTo>
                  <a:cubicBezTo>
                    <a:pt x="1703" y="4576"/>
                    <a:pt x="1738" y="4587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47"/>
                    <a:pt x="1905" y="4671"/>
                    <a:pt x="1941" y="4671"/>
                  </a:cubicBezTo>
                  <a:cubicBezTo>
                    <a:pt x="2012" y="4695"/>
                    <a:pt x="2084" y="4730"/>
                    <a:pt x="2179" y="4754"/>
                  </a:cubicBezTo>
                  <a:cubicBezTo>
                    <a:pt x="2191" y="4754"/>
                    <a:pt x="2203" y="4766"/>
                    <a:pt x="2203" y="4766"/>
                  </a:cubicBezTo>
                  <a:cubicBezTo>
                    <a:pt x="2274" y="4802"/>
                    <a:pt x="2334" y="4814"/>
                    <a:pt x="2417" y="4826"/>
                  </a:cubicBezTo>
                  <a:cubicBezTo>
                    <a:pt x="2441" y="4826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85"/>
                    <a:pt x="2691" y="4885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45"/>
                    <a:pt x="3012" y="4945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04"/>
                  </a:cubicBezTo>
                  <a:lnTo>
                    <a:pt x="3334" y="5004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64"/>
                  </a:cubicBezTo>
                  <a:lnTo>
                    <a:pt x="4929" y="5064"/>
                  </a:lnTo>
                  <a:cubicBezTo>
                    <a:pt x="4977" y="5064"/>
                    <a:pt x="5013" y="5064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04"/>
                  </a:cubicBezTo>
                  <a:lnTo>
                    <a:pt x="5405" y="5004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45"/>
                    <a:pt x="5751" y="4945"/>
                  </a:cubicBezTo>
                  <a:cubicBezTo>
                    <a:pt x="5786" y="4945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85"/>
                    <a:pt x="6025" y="4885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26"/>
                    <a:pt x="6239" y="4826"/>
                    <a:pt x="6263" y="4814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66"/>
                    <a:pt x="6429" y="4766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06"/>
                    <a:pt x="6668" y="4683"/>
                    <a:pt x="6727" y="4671"/>
                  </a:cubicBezTo>
                  <a:cubicBezTo>
                    <a:pt x="6739" y="4671"/>
                    <a:pt x="6763" y="4647"/>
                    <a:pt x="6775" y="4647"/>
                  </a:cubicBezTo>
                  <a:lnTo>
                    <a:pt x="7001" y="4564"/>
                  </a:lnTo>
                  <a:cubicBezTo>
                    <a:pt x="7013" y="4552"/>
                    <a:pt x="7025" y="4552"/>
                    <a:pt x="7060" y="4528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5"/>
                    <a:pt x="7263" y="4445"/>
                    <a:pt x="7275" y="4433"/>
                  </a:cubicBezTo>
                  <a:cubicBezTo>
                    <a:pt x="7358" y="4397"/>
                    <a:pt x="7418" y="4349"/>
                    <a:pt x="7489" y="4325"/>
                  </a:cubicBezTo>
                  <a:cubicBezTo>
                    <a:pt x="7549" y="4290"/>
                    <a:pt x="7596" y="4266"/>
                    <a:pt x="7632" y="4230"/>
                  </a:cubicBezTo>
                  <a:cubicBezTo>
                    <a:pt x="7656" y="4230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5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11"/>
                    <a:pt x="7846" y="4111"/>
                  </a:cubicBezTo>
                  <a:cubicBezTo>
                    <a:pt x="7870" y="4099"/>
                    <a:pt x="7906" y="4075"/>
                    <a:pt x="7918" y="4052"/>
                  </a:cubicBezTo>
                  <a:cubicBezTo>
                    <a:pt x="7930" y="4052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3992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694"/>
                    <a:pt x="8311" y="3683"/>
                    <a:pt x="8322" y="3671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75"/>
                    <a:pt x="8394" y="3563"/>
                  </a:cubicBezTo>
                  <a:lnTo>
                    <a:pt x="8406" y="3552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56"/>
                    <a:pt x="8489" y="3444"/>
                    <a:pt x="8501" y="3433"/>
                  </a:cubicBezTo>
                  <a:cubicBezTo>
                    <a:pt x="8513" y="3421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37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2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18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099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80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61"/>
                  </a:lnTo>
                  <a:lnTo>
                    <a:pt x="8763" y="2837"/>
                  </a:lnTo>
                  <a:cubicBezTo>
                    <a:pt x="8763" y="2825"/>
                    <a:pt x="8787" y="2790"/>
                    <a:pt x="8787" y="2778"/>
                  </a:cubicBezTo>
                  <a:lnTo>
                    <a:pt x="8787" y="2742"/>
                  </a:lnTo>
                  <a:lnTo>
                    <a:pt x="8787" y="2718"/>
                  </a:lnTo>
                  <a:lnTo>
                    <a:pt x="8787" y="2659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54"/>
                    <a:pt x="7501" y="742"/>
                  </a:cubicBezTo>
                  <a:cubicBezTo>
                    <a:pt x="6644" y="248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42">
              <a:extLst>
                <a:ext uri="{FF2B5EF4-FFF2-40B4-BE49-F238E27FC236}">
                  <a16:creationId xmlns:a16="http://schemas.microsoft.com/office/drawing/2014/main" id="{CEB9CDA8-986B-3731-8758-2E5677F4150C}"/>
                </a:ext>
              </a:extLst>
            </p:cNvPr>
            <p:cNvSpPr/>
            <p:nvPr/>
          </p:nvSpPr>
          <p:spPr>
            <a:xfrm>
              <a:off x="4938614" y="3169842"/>
              <a:ext cx="311486" cy="120590"/>
            </a:xfrm>
            <a:custGeom>
              <a:avLst/>
              <a:gdLst/>
              <a:ahLst/>
              <a:cxnLst/>
              <a:rect l="l" t="t" r="r" b="b"/>
              <a:pathLst>
                <a:path w="10549" h="4084" extrusionOk="0">
                  <a:moveTo>
                    <a:pt x="0" y="0"/>
                  </a:moveTo>
                  <a:lnTo>
                    <a:pt x="0" y="1048"/>
                  </a:lnTo>
                  <a:cubicBezTo>
                    <a:pt x="0" y="1834"/>
                    <a:pt x="524" y="2619"/>
                    <a:pt x="1560" y="3239"/>
                  </a:cubicBezTo>
                  <a:cubicBezTo>
                    <a:pt x="1619" y="3262"/>
                    <a:pt x="1679" y="3310"/>
                    <a:pt x="1750" y="3334"/>
                  </a:cubicBezTo>
                  <a:cubicBezTo>
                    <a:pt x="1774" y="3358"/>
                    <a:pt x="1798" y="3358"/>
                    <a:pt x="1810" y="3370"/>
                  </a:cubicBezTo>
                  <a:cubicBezTo>
                    <a:pt x="1857" y="3381"/>
                    <a:pt x="1905" y="3417"/>
                    <a:pt x="1953" y="3429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77"/>
                    <a:pt x="2096" y="3489"/>
                    <a:pt x="2143" y="3512"/>
                  </a:cubicBezTo>
                  <a:cubicBezTo>
                    <a:pt x="2167" y="3536"/>
                    <a:pt x="2203" y="3548"/>
                    <a:pt x="2227" y="3548"/>
                  </a:cubicBezTo>
                  <a:cubicBezTo>
                    <a:pt x="2262" y="3560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96"/>
                  </a:cubicBezTo>
                  <a:cubicBezTo>
                    <a:pt x="2441" y="3620"/>
                    <a:pt x="2524" y="3667"/>
                    <a:pt x="2631" y="3691"/>
                  </a:cubicBezTo>
                  <a:cubicBezTo>
                    <a:pt x="2643" y="3691"/>
                    <a:pt x="2667" y="3715"/>
                    <a:pt x="2679" y="3715"/>
                  </a:cubicBezTo>
                  <a:cubicBezTo>
                    <a:pt x="2762" y="3739"/>
                    <a:pt x="2846" y="3774"/>
                    <a:pt x="2929" y="3786"/>
                  </a:cubicBezTo>
                  <a:cubicBezTo>
                    <a:pt x="2941" y="3786"/>
                    <a:pt x="2965" y="3798"/>
                    <a:pt x="2977" y="3798"/>
                  </a:cubicBezTo>
                  <a:cubicBezTo>
                    <a:pt x="2989" y="3798"/>
                    <a:pt x="3000" y="3810"/>
                    <a:pt x="3024" y="3810"/>
                  </a:cubicBezTo>
                  <a:cubicBezTo>
                    <a:pt x="3084" y="3834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93"/>
                  </a:cubicBezTo>
                  <a:lnTo>
                    <a:pt x="3465" y="3929"/>
                  </a:lnTo>
                  <a:cubicBezTo>
                    <a:pt x="3477" y="3929"/>
                    <a:pt x="3512" y="3953"/>
                    <a:pt x="3524" y="3953"/>
                  </a:cubicBezTo>
                  <a:lnTo>
                    <a:pt x="3536" y="3953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12"/>
                    <a:pt x="3941" y="4024"/>
                    <a:pt x="4012" y="4024"/>
                  </a:cubicBezTo>
                  <a:lnTo>
                    <a:pt x="4048" y="4024"/>
                  </a:lnTo>
                  <a:cubicBezTo>
                    <a:pt x="4132" y="4036"/>
                    <a:pt x="4215" y="4048"/>
                    <a:pt x="4298" y="4048"/>
                  </a:cubicBezTo>
                  <a:lnTo>
                    <a:pt x="4358" y="4048"/>
                  </a:lnTo>
                  <a:cubicBezTo>
                    <a:pt x="4417" y="4048"/>
                    <a:pt x="4489" y="4072"/>
                    <a:pt x="4548" y="4072"/>
                  </a:cubicBezTo>
                  <a:lnTo>
                    <a:pt x="4643" y="4072"/>
                  </a:lnTo>
                  <a:cubicBezTo>
                    <a:pt x="4703" y="4072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72"/>
                  </a:cubicBezTo>
                  <a:lnTo>
                    <a:pt x="5965" y="4072"/>
                  </a:lnTo>
                  <a:cubicBezTo>
                    <a:pt x="6025" y="4072"/>
                    <a:pt x="6084" y="4048"/>
                    <a:pt x="6132" y="4048"/>
                  </a:cubicBezTo>
                  <a:lnTo>
                    <a:pt x="6239" y="4048"/>
                  </a:lnTo>
                  <a:cubicBezTo>
                    <a:pt x="6322" y="4036"/>
                    <a:pt x="6418" y="4036"/>
                    <a:pt x="6501" y="4024"/>
                  </a:cubicBezTo>
                  <a:lnTo>
                    <a:pt x="6548" y="4024"/>
                  </a:lnTo>
                  <a:cubicBezTo>
                    <a:pt x="6656" y="4012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53"/>
                    <a:pt x="7037" y="3953"/>
                    <a:pt x="7084" y="3929"/>
                  </a:cubicBezTo>
                  <a:cubicBezTo>
                    <a:pt x="7132" y="3917"/>
                    <a:pt x="7156" y="3917"/>
                    <a:pt x="7203" y="3905"/>
                  </a:cubicBezTo>
                  <a:cubicBezTo>
                    <a:pt x="7251" y="3893"/>
                    <a:pt x="7287" y="3893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34"/>
                    <a:pt x="7525" y="3810"/>
                    <a:pt x="7572" y="3810"/>
                  </a:cubicBezTo>
                  <a:cubicBezTo>
                    <a:pt x="7608" y="3798"/>
                    <a:pt x="7644" y="3798"/>
                    <a:pt x="7680" y="3786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15"/>
                    <a:pt x="7918" y="3715"/>
                  </a:cubicBezTo>
                  <a:cubicBezTo>
                    <a:pt x="7989" y="3679"/>
                    <a:pt x="8061" y="3655"/>
                    <a:pt x="8144" y="3631"/>
                  </a:cubicBezTo>
                  <a:cubicBezTo>
                    <a:pt x="8156" y="3631"/>
                    <a:pt x="8168" y="3620"/>
                    <a:pt x="8180" y="3620"/>
                  </a:cubicBezTo>
                  <a:cubicBezTo>
                    <a:pt x="8275" y="3596"/>
                    <a:pt x="8358" y="3548"/>
                    <a:pt x="8453" y="3512"/>
                  </a:cubicBezTo>
                  <a:cubicBezTo>
                    <a:pt x="8477" y="3500"/>
                    <a:pt x="8501" y="3500"/>
                    <a:pt x="8525" y="3489"/>
                  </a:cubicBezTo>
                  <a:cubicBezTo>
                    <a:pt x="8584" y="3453"/>
                    <a:pt x="8656" y="3429"/>
                    <a:pt x="8715" y="3393"/>
                  </a:cubicBezTo>
                  <a:cubicBezTo>
                    <a:pt x="8751" y="3381"/>
                    <a:pt x="8763" y="3370"/>
                    <a:pt x="8799" y="3370"/>
                  </a:cubicBezTo>
                  <a:cubicBezTo>
                    <a:pt x="8882" y="3322"/>
                    <a:pt x="8954" y="3274"/>
                    <a:pt x="9037" y="3239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79"/>
                    <a:pt x="9132" y="3155"/>
                    <a:pt x="9156" y="3155"/>
                  </a:cubicBezTo>
                  <a:cubicBezTo>
                    <a:pt x="9180" y="3143"/>
                    <a:pt x="9215" y="3119"/>
                    <a:pt x="9239" y="3096"/>
                  </a:cubicBezTo>
                  <a:cubicBezTo>
                    <a:pt x="9275" y="3084"/>
                    <a:pt x="9299" y="3060"/>
                    <a:pt x="9335" y="3036"/>
                  </a:cubicBezTo>
                  <a:cubicBezTo>
                    <a:pt x="9358" y="3024"/>
                    <a:pt x="9394" y="3000"/>
                    <a:pt x="9418" y="2977"/>
                  </a:cubicBezTo>
                  <a:cubicBezTo>
                    <a:pt x="9454" y="2965"/>
                    <a:pt x="9477" y="2941"/>
                    <a:pt x="9489" y="2917"/>
                  </a:cubicBezTo>
                  <a:cubicBezTo>
                    <a:pt x="9525" y="2905"/>
                    <a:pt x="9549" y="2881"/>
                    <a:pt x="9585" y="2858"/>
                  </a:cubicBezTo>
                  <a:cubicBezTo>
                    <a:pt x="9608" y="2846"/>
                    <a:pt x="9632" y="2822"/>
                    <a:pt x="9656" y="2798"/>
                  </a:cubicBezTo>
                  <a:cubicBezTo>
                    <a:pt x="9692" y="2786"/>
                    <a:pt x="9704" y="2762"/>
                    <a:pt x="9727" y="2738"/>
                  </a:cubicBezTo>
                  <a:lnTo>
                    <a:pt x="9763" y="2715"/>
                  </a:lnTo>
                  <a:cubicBezTo>
                    <a:pt x="9775" y="2703"/>
                    <a:pt x="9811" y="2679"/>
                    <a:pt x="9823" y="2655"/>
                  </a:cubicBezTo>
                  <a:lnTo>
                    <a:pt x="9835" y="2643"/>
                  </a:lnTo>
                  <a:cubicBezTo>
                    <a:pt x="9882" y="2596"/>
                    <a:pt x="9906" y="2560"/>
                    <a:pt x="9942" y="2524"/>
                  </a:cubicBezTo>
                  <a:lnTo>
                    <a:pt x="9966" y="2488"/>
                  </a:lnTo>
                  <a:cubicBezTo>
                    <a:pt x="10001" y="2465"/>
                    <a:pt x="10025" y="2417"/>
                    <a:pt x="10061" y="2381"/>
                  </a:cubicBezTo>
                  <a:lnTo>
                    <a:pt x="10073" y="2369"/>
                  </a:lnTo>
                  <a:cubicBezTo>
                    <a:pt x="10073" y="2369"/>
                    <a:pt x="10073" y="2357"/>
                    <a:pt x="10085" y="2357"/>
                  </a:cubicBezTo>
                  <a:cubicBezTo>
                    <a:pt x="10108" y="2346"/>
                    <a:pt x="10108" y="2322"/>
                    <a:pt x="10120" y="2322"/>
                  </a:cubicBezTo>
                  <a:cubicBezTo>
                    <a:pt x="10144" y="2298"/>
                    <a:pt x="10168" y="2250"/>
                    <a:pt x="10192" y="2227"/>
                  </a:cubicBezTo>
                  <a:cubicBezTo>
                    <a:pt x="10204" y="2203"/>
                    <a:pt x="10228" y="2179"/>
                    <a:pt x="10228" y="2167"/>
                  </a:cubicBezTo>
                  <a:cubicBezTo>
                    <a:pt x="10239" y="2131"/>
                    <a:pt x="10263" y="2107"/>
                    <a:pt x="10287" y="2072"/>
                  </a:cubicBezTo>
                  <a:cubicBezTo>
                    <a:pt x="10287" y="2060"/>
                    <a:pt x="10299" y="2060"/>
                    <a:pt x="10299" y="2048"/>
                  </a:cubicBezTo>
                  <a:cubicBezTo>
                    <a:pt x="10299" y="2024"/>
                    <a:pt x="10311" y="2012"/>
                    <a:pt x="10311" y="2012"/>
                  </a:cubicBezTo>
                  <a:cubicBezTo>
                    <a:pt x="10323" y="1988"/>
                    <a:pt x="10347" y="1953"/>
                    <a:pt x="10358" y="1941"/>
                  </a:cubicBezTo>
                  <a:cubicBezTo>
                    <a:pt x="10370" y="1929"/>
                    <a:pt x="10370" y="1893"/>
                    <a:pt x="10382" y="1869"/>
                  </a:cubicBezTo>
                  <a:cubicBezTo>
                    <a:pt x="10406" y="1834"/>
                    <a:pt x="10418" y="1810"/>
                    <a:pt x="10418" y="1786"/>
                  </a:cubicBezTo>
                  <a:cubicBezTo>
                    <a:pt x="10418" y="1774"/>
                    <a:pt x="10430" y="1762"/>
                    <a:pt x="10430" y="1750"/>
                  </a:cubicBezTo>
                  <a:cubicBezTo>
                    <a:pt x="10430" y="1726"/>
                    <a:pt x="10430" y="1726"/>
                    <a:pt x="10442" y="1715"/>
                  </a:cubicBezTo>
                  <a:cubicBezTo>
                    <a:pt x="10466" y="1691"/>
                    <a:pt x="10466" y="1667"/>
                    <a:pt x="10478" y="1643"/>
                  </a:cubicBezTo>
                  <a:cubicBezTo>
                    <a:pt x="10478" y="1607"/>
                    <a:pt x="10489" y="1595"/>
                    <a:pt x="10489" y="1572"/>
                  </a:cubicBezTo>
                  <a:cubicBezTo>
                    <a:pt x="10489" y="1536"/>
                    <a:pt x="10501" y="1524"/>
                    <a:pt x="10501" y="1488"/>
                  </a:cubicBezTo>
                  <a:cubicBezTo>
                    <a:pt x="10501" y="1476"/>
                    <a:pt x="10501" y="1465"/>
                    <a:pt x="10525" y="1453"/>
                  </a:cubicBezTo>
                  <a:lnTo>
                    <a:pt x="10525" y="1429"/>
                  </a:lnTo>
                  <a:cubicBezTo>
                    <a:pt x="10525" y="1405"/>
                    <a:pt x="10537" y="1369"/>
                    <a:pt x="10537" y="1357"/>
                  </a:cubicBezTo>
                  <a:cubicBezTo>
                    <a:pt x="10537" y="1334"/>
                    <a:pt x="10537" y="1310"/>
                    <a:pt x="10549" y="1286"/>
                  </a:cubicBezTo>
                  <a:lnTo>
                    <a:pt x="10549" y="1214"/>
                  </a:lnTo>
                  <a:lnTo>
                    <a:pt x="10549" y="1131"/>
                  </a:lnTo>
                  <a:lnTo>
                    <a:pt x="10549" y="1119"/>
                  </a:lnTo>
                  <a:lnTo>
                    <a:pt x="10549" y="0"/>
                  </a:lnTo>
                  <a:cubicBezTo>
                    <a:pt x="10549" y="36"/>
                    <a:pt x="10549" y="48"/>
                    <a:pt x="10537" y="83"/>
                  </a:cubicBezTo>
                  <a:lnTo>
                    <a:pt x="10537" y="107"/>
                  </a:lnTo>
                  <a:lnTo>
                    <a:pt x="10537" y="155"/>
                  </a:lnTo>
                  <a:cubicBezTo>
                    <a:pt x="10537" y="179"/>
                    <a:pt x="10525" y="202"/>
                    <a:pt x="10525" y="226"/>
                  </a:cubicBezTo>
                  <a:lnTo>
                    <a:pt x="10525" y="262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3"/>
                    <a:pt x="10489" y="345"/>
                    <a:pt x="10489" y="381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41"/>
                    <a:pt x="10466" y="441"/>
                  </a:cubicBezTo>
                  <a:cubicBezTo>
                    <a:pt x="10442" y="464"/>
                    <a:pt x="10442" y="476"/>
                    <a:pt x="10430" y="512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60"/>
                    <a:pt x="10406" y="572"/>
                    <a:pt x="10406" y="572"/>
                  </a:cubicBezTo>
                  <a:cubicBezTo>
                    <a:pt x="10382" y="595"/>
                    <a:pt x="10370" y="619"/>
                    <a:pt x="10370" y="643"/>
                  </a:cubicBezTo>
                  <a:cubicBezTo>
                    <a:pt x="10370" y="655"/>
                    <a:pt x="10358" y="679"/>
                    <a:pt x="10358" y="691"/>
                  </a:cubicBezTo>
                  <a:cubicBezTo>
                    <a:pt x="10358" y="703"/>
                    <a:pt x="10347" y="703"/>
                    <a:pt x="10347" y="714"/>
                  </a:cubicBezTo>
                  <a:cubicBezTo>
                    <a:pt x="10323" y="750"/>
                    <a:pt x="10311" y="762"/>
                    <a:pt x="10299" y="798"/>
                  </a:cubicBezTo>
                  <a:cubicBezTo>
                    <a:pt x="10299" y="810"/>
                    <a:pt x="10287" y="822"/>
                    <a:pt x="10287" y="833"/>
                  </a:cubicBezTo>
                  <a:cubicBezTo>
                    <a:pt x="10287" y="857"/>
                    <a:pt x="10263" y="857"/>
                    <a:pt x="10263" y="869"/>
                  </a:cubicBezTo>
                  <a:cubicBezTo>
                    <a:pt x="10251" y="893"/>
                    <a:pt x="10239" y="917"/>
                    <a:pt x="10228" y="941"/>
                  </a:cubicBezTo>
                  <a:cubicBezTo>
                    <a:pt x="10204" y="953"/>
                    <a:pt x="10204" y="976"/>
                    <a:pt x="10192" y="988"/>
                  </a:cubicBezTo>
                  <a:cubicBezTo>
                    <a:pt x="10192" y="988"/>
                    <a:pt x="10192" y="1000"/>
                    <a:pt x="10180" y="1000"/>
                  </a:cubicBezTo>
                  <a:cubicBezTo>
                    <a:pt x="10168" y="1036"/>
                    <a:pt x="10144" y="1048"/>
                    <a:pt x="10120" y="1072"/>
                  </a:cubicBezTo>
                  <a:cubicBezTo>
                    <a:pt x="10120" y="1072"/>
                    <a:pt x="10120" y="1095"/>
                    <a:pt x="10108" y="1095"/>
                  </a:cubicBezTo>
                  <a:cubicBezTo>
                    <a:pt x="10085" y="1107"/>
                    <a:pt x="10073" y="1119"/>
                    <a:pt x="10073" y="1131"/>
                  </a:cubicBezTo>
                  <a:cubicBezTo>
                    <a:pt x="10061" y="1167"/>
                    <a:pt x="10025" y="1179"/>
                    <a:pt x="10013" y="1214"/>
                  </a:cubicBezTo>
                  <a:lnTo>
                    <a:pt x="9966" y="1250"/>
                  </a:lnTo>
                  <a:lnTo>
                    <a:pt x="9954" y="1274"/>
                  </a:lnTo>
                  <a:cubicBezTo>
                    <a:pt x="9942" y="1298"/>
                    <a:pt x="9906" y="1310"/>
                    <a:pt x="9882" y="1345"/>
                  </a:cubicBezTo>
                  <a:cubicBezTo>
                    <a:pt x="9870" y="1357"/>
                    <a:pt x="9847" y="1393"/>
                    <a:pt x="9823" y="1405"/>
                  </a:cubicBezTo>
                  <a:lnTo>
                    <a:pt x="9751" y="1476"/>
                  </a:lnTo>
                  <a:lnTo>
                    <a:pt x="9716" y="1512"/>
                  </a:lnTo>
                  <a:lnTo>
                    <a:pt x="9692" y="1536"/>
                  </a:lnTo>
                  <a:cubicBezTo>
                    <a:pt x="9656" y="1572"/>
                    <a:pt x="9632" y="1584"/>
                    <a:pt x="9596" y="1607"/>
                  </a:cubicBezTo>
                  <a:lnTo>
                    <a:pt x="9573" y="1643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50"/>
                  </a:cubicBezTo>
                  <a:lnTo>
                    <a:pt x="9406" y="1774"/>
                  </a:lnTo>
                  <a:lnTo>
                    <a:pt x="9370" y="1810"/>
                  </a:lnTo>
                  <a:cubicBezTo>
                    <a:pt x="9335" y="1834"/>
                    <a:pt x="9299" y="1869"/>
                    <a:pt x="9251" y="1881"/>
                  </a:cubicBezTo>
                  <a:cubicBezTo>
                    <a:pt x="9239" y="1881"/>
                    <a:pt x="9239" y="1893"/>
                    <a:pt x="9227" y="1893"/>
                  </a:cubicBezTo>
                  <a:cubicBezTo>
                    <a:pt x="9215" y="1893"/>
                    <a:pt x="9215" y="1905"/>
                    <a:pt x="9192" y="1905"/>
                  </a:cubicBezTo>
                  <a:cubicBezTo>
                    <a:pt x="9132" y="1953"/>
                    <a:pt x="9073" y="1988"/>
                    <a:pt x="9001" y="2024"/>
                  </a:cubicBezTo>
                  <a:cubicBezTo>
                    <a:pt x="8930" y="2072"/>
                    <a:pt x="8834" y="2119"/>
                    <a:pt x="8763" y="2167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27"/>
                    <a:pt x="8561" y="2250"/>
                    <a:pt x="8501" y="2286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7"/>
                    <a:pt x="8263" y="2381"/>
                    <a:pt x="8168" y="2417"/>
                  </a:cubicBezTo>
                  <a:cubicBezTo>
                    <a:pt x="8156" y="2417"/>
                    <a:pt x="8144" y="2429"/>
                    <a:pt x="8120" y="2429"/>
                  </a:cubicBezTo>
                  <a:cubicBezTo>
                    <a:pt x="8049" y="2465"/>
                    <a:pt x="7977" y="2488"/>
                    <a:pt x="7906" y="2500"/>
                  </a:cubicBezTo>
                  <a:cubicBezTo>
                    <a:pt x="7870" y="2524"/>
                    <a:pt x="7846" y="2524"/>
                    <a:pt x="7811" y="2536"/>
                  </a:cubicBezTo>
                  <a:lnTo>
                    <a:pt x="7680" y="2584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19"/>
                    <a:pt x="7489" y="2643"/>
                    <a:pt x="7441" y="2643"/>
                  </a:cubicBezTo>
                  <a:cubicBezTo>
                    <a:pt x="7406" y="2655"/>
                    <a:pt x="7370" y="2655"/>
                    <a:pt x="7334" y="2667"/>
                  </a:cubicBezTo>
                  <a:cubicBezTo>
                    <a:pt x="7287" y="2679"/>
                    <a:pt x="7251" y="2679"/>
                    <a:pt x="7203" y="2703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8"/>
                    <a:pt x="7013" y="2738"/>
                    <a:pt x="6965" y="2762"/>
                  </a:cubicBezTo>
                  <a:cubicBezTo>
                    <a:pt x="6929" y="2762"/>
                    <a:pt x="6894" y="2774"/>
                    <a:pt x="6858" y="2774"/>
                  </a:cubicBezTo>
                  <a:cubicBezTo>
                    <a:pt x="6751" y="2786"/>
                    <a:pt x="6668" y="2798"/>
                    <a:pt x="6560" y="2822"/>
                  </a:cubicBezTo>
                  <a:lnTo>
                    <a:pt x="6513" y="2822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81"/>
                    <a:pt x="5977" y="2881"/>
                  </a:cubicBezTo>
                  <a:cubicBezTo>
                    <a:pt x="5953" y="2881"/>
                    <a:pt x="5906" y="2881"/>
                    <a:pt x="5882" y="2893"/>
                  </a:cubicBezTo>
                  <a:cubicBezTo>
                    <a:pt x="5822" y="2893"/>
                    <a:pt x="5763" y="2893"/>
                    <a:pt x="5703" y="2905"/>
                  </a:cubicBezTo>
                  <a:lnTo>
                    <a:pt x="4822" y="2905"/>
                  </a:lnTo>
                  <a:cubicBezTo>
                    <a:pt x="4763" y="2905"/>
                    <a:pt x="4715" y="2905"/>
                    <a:pt x="4655" y="2893"/>
                  </a:cubicBezTo>
                  <a:lnTo>
                    <a:pt x="4572" y="2893"/>
                  </a:lnTo>
                  <a:cubicBezTo>
                    <a:pt x="4513" y="2893"/>
                    <a:pt x="4429" y="2881"/>
                    <a:pt x="4370" y="2881"/>
                  </a:cubicBezTo>
                  <a:lnTo>
                    <a:pt x="4310" y="2881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22"/>
                  </a:cubicBezTo>
                  <a:cubicBezTo>
                    <a:pt x="3762" y="2822"/>
                    <a:pt x="3739" y="2798"/>
                    <a:pt x="3703" y="2798"/>
                  </a:cubicBezTo>
                  <a:cubicBezTo>
                    <a:pt x="3643" y="2786"/>
                    <a:pt x="3596" y="2786"/>
                    <a:pt x="3536" y="2774"/>
                  </a:cubicBezTo>
                  <a:cubicBezTo>
                    <a:pt x="3512" y="2774"/>
                    <a:pt x="3477" y="2762"/>
                    <a:pt x="3453" y="2762"/>
                  </a:cubicBezTo>
                  <a:lnTo>
                    <a:pt x="3274" y="2715"/>
                  </a:lnTo>
                  <a:cubicBezTo>
                    <a:pt x="3239" y="2703"/>
                    <a:pt x="3215" y="2703"/>
                    <a:pt x="3167" y="2679"/>
                  </a:cubicBezTo>
                  <a:cubicBezTo>
                    <a:pt x="3108" y="2667"/>
                    <a:pt x="3060" y="2655"/>
                    <a:pt x="3000" y="2643"/>
                  </a:cubicBezTo>
                  <a:cubicBezTo>
                    <a:pt x="2977" y="2619"/>
                    <a:pt x="2941" y="2619"/>
                    <a:pt x="2917" y="2608"/>
                  </a:cubicBezTo>
                  <a:cubicBezTo>
                    <a:pt x="2822" y="2584"/>
                    <a:pt x="2750" y="2560"/>
                    <a:pt x="2667" y="2536"/>
                  </a:cubicBezTo>
                  <a:cubicBezTo>
                    <a:pt x="2643" y="2536"/>
                    <a:pt x="2631" y="2524"/>
                    <a:pt x="2619" y="2524"/>
                  </a:cubicBezTo>
                  <a:cubicBezTo>
                    <a:pt x="2524" y="2488"/>
                    <a:pt x="2429" y="2465"/>
                    <a:pt x="2334" y="2417"/>
                  </a:cubicBezTo>
                  <a:cubicBezTo>
                    <a:pt x="2286" y="2405"/>
                    <a:pt x="2262" y="2381"/>
                    <a:pt x="2227" y="2369"/>
                  </a:cubicBezTo>
                  <a:cubicBezTo>
                    <a:pt x="2203" y="2357"/>
                    <a:pt x="2167" y="2346"/>
                    <a:pt x="2143" y="2346"/>
                  </a:cubicBezTo>
                  <a:cubicBezTo>
                    <a:pt x="2096" y="2322"/>
                    <a:pt x="2048" y="2310"/>
                    <a:pt x="2024" y="2286"/>
                  </a:cubicBezTo>
                  <a:cubicBezTo>
                    <a:pt x="1988" y="2262"/>
                    <a:pt x="1965" y="2250"/>
                    <a:pt x="1953" y="2250"/>
                  </a:cubicBezTo>
                  <a:cubicBezTo>
                    <a:pt x="1905" y="2238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67"/>
                  </a:cubicBezTo>
                  <a:cubicBezTo>
                    <a:pt x="1691" y="2131"/>
                    <a:pt x="1619" y="2084"/>
                    <a:pt x="1560" y="2060"/>
                  </a:cubicBezTo>
                  <a:cubicBezTo>
                    <a:pt x="1500" y="2012"/>
                    <a:pt x="1429" y="1988"/>
                    <a:pt x="1369" y="1941"/>
                  </a:cubicBezTo>
                  <a:cubicBezTo>
                    <a:pt x="1357" y="1929"/>
                    <a:pt x="1322" y="1905"/>
                    <a:pt x="1310" y="1893"/>
                  </a:cubicBezTo>
                  <a:cubicBezTo>
                    <a:pt x="1262" y="1869"/>
                    <a:pt x="1238" y="1834"/>
                    <a:pt x="1191" y="1822"/>
                  </a:cubicBezTo>
                  <a:cubicBezTo>
                    <a:pt x="1155" y="1810"/>
                    <a:pt x="1143" y="1786"/>
                    <a:pt x="1119" y="1774"/>
                  </a:cubicBezTo>
                  <a:cubicBezTo>
                    <a:pt x="1084" y="1750"/>
                    <a:pt x="1060" y="1726"/>
                    <a:pt x="1024" y="1703"/>
                  </a:cubicBezTo>
                  <a:cubicBezTo>
                    <a:pt x="1000" y="1691"/>
                    <a:pt x="976" y="1667"/>
                    <a:pt x="964" y="1643"/>
                  </a:cubicBezTo>
                  <a:cubicBezTo>
                    <a:pt x="941" y="1607"/>
                    <a:pt x="905" y="1595"/>
                    <a:pt x="881" y="1572"/>
                  </a:cubicBezTo>
                  <a:lnTo>
                    <a:pt x="822" y="1512"/>
                  </a:lnTo>
                  <a:cubicBezTo>
                    <a:pt x="786" y="1476"/>
                    <a:pt x="762" y="1465"/>
                    <a:pt x="738" y="1429"/>
                  </a:cubicBezTo>
                  <a:lnTo>
                    <a:pt x="679" y="1369"/>
                  </a:lnTo>
                  <a:lnTo>
                    <a:pt x="607" y="1298"/>
                  </a:lnTo>
                  <a:cubicBezTo>
                    <a:pt x="595" y="1286"/>
                    <a:pt x="583" y="1250"/>
                    <a:pt x="548" y="1238"/>
                  </a:cubicBezTo>
                  <a:cubicBezTo>
                    <a:pt x="536" y="1214"/>
                    <a:pt x="500" y="1191"/>
                    <a:pt x="488" y="1167"/>
                  </a:cubicBezTo>
                  <a:cubicBezTo>
                    <a:pt x="476" y="1155"/>
                    <a:pt x="464" y="1119"/>
                    <a:pt x="441" y="1107"/>
                  </a:cubicBezTo>
                  <a:cubicBezTo>
                    <a:pt x="429" y="1072"/>
                    <a:pt x="405" y="1060"/>
                    <a:pt x="381" y="1036"/>
                  </a:cubicBezTo>
                  <a:cubicBezTo>
                    <a:pt x="369" y="1012"/>
                    <a:pt x="357" y="988"/>
                    <a:pt x="345" y="976"/>
                  </a:cubicBezTo>
                  <a:cubicBezTo>
                    <a:pt x="322" y="941"/>
                    <a:pt x="310" y="929"/>
                    <a:pt x="298" y="893"/>
                  </a:cubicBezTo>
                  <a:cubicBezTo>
                    <a:pt x="286" y="869"/>
                    <a:pt x="262" y="857"/>
                    <a:pt x="250" y="822"/>
                  </a:cubicBezTo>
                  <a:cubicBezTo>
                    <a:pt x="238" y="798"/>
                    <a:pt x="226" y="774"/>
                    <a:pt x="202" y="750"/>
                  </a:cubicBezTo>
                  <a:cubicBezTo>
                    <a:pt x="191" y="714"/>
                    <a:pt x="191" y="703"/>
                    <a:pt x="179" y="679"/>
                  </a:cubicBezTo>
                  <a:cubicBezTo>
                    <a:pt x="167" y="643"/>
                    <a:pt x="143" y="631"/>
                    <a:pt x="143" y="595"/>
                  </a:cubicBezTo>
                  <a:cubicBezTo>
                    <a:pt x="131" y="572"/>
                    <a:pt x="131" y="560"/>
                    <a:pt x="119" y="524"/>
                  </a:cubicBezTo>
                  <a:cubicBezTo>
                    <a:pt x="107" y="500"/>
                    <a:pt x="107" y="476"/>
                    <a:pt x="83" y="452"/>
                  </a:cubicBezTo>
                  <a:cubicBezTo>
                    <a:pt x="71" y="417"/>
                    <a:pt x="71" y="405"/>
                    <a:pt x="71" y="381"/>
                  </a:cubicBezTo>
                  <a:cubicBezTo>
                    <a:pt x="60" y="345"/>
                    <a:pt x="60" y="333"/>
                    <a:pt x="60" y="298"/>
                  </a:cubicBezTo>
                  <a:cubicBezTo>
                    <a:pt x="60" y="274"/>
                    <a:pt x="48" y="262"/>
                    <a:pt x="48" y="226"/>
                  </a:cubicBezTo>
                  <a:cubicBezTo>
                    <a:pt x="48" y="202"/>
                    <a:pt x="24" y="179"/>
                    <a:pt x="24" y="155"/>
                  </a:cubicBezTo>
                  <a:cubicBezTo>
                    <a:pt x="24" y="119"/>
                    <a:pt x="24" y="107"/>
                    <a:pt x="12" y="83"/>
                  </a:cubicBezTo>
                  <a:cubicBezTo>
                    <a:pt x="12" y="48"/>
                    <a:pt x="12" y="36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42">
              <a:extLst>
                <a:ext uri="{FF2B5EF4-FFF2-40B4-BE49-F238E27FC236}">
                  <a16:creationId xmlns:a16="http://schemas.microsoft.com/office/drawing/2014/main" id="{0B88E3B9-4104-F67C-F2A8-B5BD88265910}"/>
                </a:ext>
              </a:extLst>
            </p:cNvPr>
            <p:cNvSpPr/>
            <p:nvPr/>
          </p:nvSpPr>
          <p:spPr>
            <a:xfrm>
              <a:off x="5025779" y="3123779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16"/>
                  </a:moveTo>
                  <a:cubicBezTo>
                    <a:pt x="2864" y="516"/>
                    <a:pt x="2973" y="535"/>
                    <a:pt x="3096" y="584"/>
                  </a:cubicBezTo>
                  <a:lnTo>
                    <a:pt x="2513" y="929"/>
                  </a:lnTo>
                  <a:cubicBezTo>
                    <a:pt x="2382" y="774"/>
                    <a:pt x="2334" y="655"/>
                    <a:pt x="2477" y="584"/>
                  </a:cubicBezTo>
                  <a:cubicBezTo>
                    <a:pt x="2556" y="545"/>
                    <a:pt x="2652" y="516"/>
                    <a:pt x="2768" y="516"/>
                  </a:cubicBezTo>
                  <a:close/>
                  <a:moveTo>
                    <a:pt x="2215" y="1560"/>
                  </a:moveTo>
                  <a:cubicBezTo>
                    <a:pt x="2334" y="1703"/>
                    <a:pt x="2382" y="1822"/>
                    <a:pt x="2227" y="1905"/>
                  </a:cubicBezTo>
                  <a:cubicBezTo>
                    <a:pt x="2157" y="1944"/>
                    <a:pt x="2070" y="1968"/>
                    <a:pt x="1964" y="1968"/>
                  </a:cubicBezTo>
                  <a:cubicBezTo>
                    <a:pt x="1872" y="1968"/>
                    <a:pt x="1766" y="1950"/>
                    <a:pt x="1644" y="1905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62"/>
                  </a:lnTo>
                  <a:cubicBezTo>
                    <a:pt x="3277" y="100"/>
                    <a:pt x="2920" y="26"/>
                    <a:pt x="2600" y="26"/>
                  </a:cubicBezTo>
                  <a:cubicBezTo>
                    <a:pt x="2287" y="26"/>
                    <a:pt x="2011" y="97"/>
                    <a:pt x="1799" y="227"/>
                  </a:cubicBezTo>
                  <a:cubicBezTo>
                    <a:pt x="1215" y="560"/>
                    <a:pt x="1572" y="953"/>
                    <a:pt x="1918" y="1274"/>
                  </a:cubicBezTo>
                  <a:lnTo>
                    <a:pt x="1227" y="1679"/>
                  </a:lnTo>
                  <a:cubicBezTo>
                    <a:pt x="965" y="1489"/>
                    <a:pt x="787" y="1262"/>
                    <a:pt x="727" y="1060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12"/>
                  </a:cubicBezTo>
                  <a:lnTo>
                    <a:pt x="251" y="2263"/>
                  </a:lnTo>
                  <a:lnTo>
                    <a:pt x="334" y="2310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3" y="2380"/>
                    <a:pt x="1815" y="2449"/>
                    <a:pt x="2125" y="2449"/>
                  </a:cubicBezTo>
                  <a:cubicBezTo>
                    <a:pt x="2442" y="2449"/>
                    <a:pt x="2725" y="2377"/>
                    <a:pt x="2942" y="2251"/>
                  </a:cubicBezTo>
                  <a:cubicBezTo>
                    <a:pt x="3525" y="1905"/>
                    <a:pt x="3168" y="1536"/>
                    <a:pt x="2823" y="1203"/>
                  </a:cubicBezTo>
                  <a:lnTo>
                    <a:pt x="3525" y="798"/>
                  </a:lnTo>
                  <a:cubicBezTo>
                    <a:pt x="3704" y="941"/>
                    <a:pt x="3847" y="1096"/>
                    <a:pt x="3942" y="1298"/>
                  </a:cubicBezTo>
                  <a:lnTo>
                    <a:pt x="4656" y="1120"/>
                  </a:lnTo>
                  <a:cubicBezTo>
                    <a:pt x="4561" y="905"/>
                    <a:pt x="4358" y="679"/>
                    <a:pt x="4073" y="488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42">
              <a:extLst>
                <a:ext uri="{FF2B5EF4-FFF2-40B4-BE49-F238E27FC236}">
                  <a16:creationId xmlns:a16="http://schemas.microsoft.com/office/drawing/2014/main" id="{4DF0FA0B-5B0F-EEDE-591D-9C6EED1D2D16}"/>
                </a:ext>
              </a:extLst>
            </p:cNvPr>
            <p:cNvSpPr/>
            <p:nvPr/>
          </p:nvSpPr>
          <p:spPr>
            <a:xfrm>
              <a:off x="4936843" y="3015147"/>
              <a:ext cx="313257" cy="180738"/>
            </a:xfrm>
            <a:custGeom>
              <a:avLst/>
              <a:gdLst/>
              <a:ahLst/>
              <a:cxnLst/>
              <a:rect l="l" t="t" r="r" b="b"/>
              <a:pathLst>
                <a:path w="10609" h="6121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9"/>
                    <a:pt x="1" y="2274"/>
                    <a:pt x="1" y="3048"/>
                  </a:cubicBezTo>
                  <a:lnTo>
                    <a:pt x="1" y="3132"/>
                  </a:lnTo>
                  <a:cubicBezTo>
                    <a:pt x="36" y="3179"/>
                    <a:pt x="36" y="3191"/>
                    <a:pt x="36" y="3215"/>
                  </a:cubicBezTo>
                  <a:cubicBezTo>
                    <a:pt x="36" y="3251"/>
                    <a:pt x="36" y="3263"/>
                    <a:pt x="48" y="3298"/>
                  </a:cubicBezTo>
                  <a:cubicBezTo>
                    <a:pt x="48" y="3322"/>
                    <a:pt x="48" y="3334"/>
                    <a:pt x="60" y="3370"/>
                  </a:cubicBezTo>
                  <a:cubicBezTo>
                    <a:pt x="60" y="3394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13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2"/>
                    <a:pt x="120" y="3667"/>
                  </a:cubicBezTo>
                  <a:cubicBezTo>
                    <a:pt x="131" y="3691"/>
                    <a:pt x="131" y="3715"/>
                    <a:pt x="155" y="3739"/>
                  </a:cubicBezTo>
                  <a:cubicBezTo>
                    <a:pt x="167" y="3775"/>
                    <a:pt x="167" y="3787"/>
                    <a:pt x="179" y="3810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13"/>
                    <a:pt x="286" y="4037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4"/>
                    <a:pt x="358" y="4156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5"/>
                    <a:pt x="453" y="4287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06"/>
                    <a:pt x="572" y="4429"/>
                    <a:pt x="584" y="4453"/>
                  </a:cubicBezTo>
                  <a:cubicBezTo>
                    <a:pt x="596" y="4465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4"/>
                  </a:lnTo>
                  <a:lnTo>
                    <a:pt x="846" y="4727"/>
                  </a:lnTo>
                  <a:lnTo>
                    <a:pt x="905" y="4775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8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6"/>
                  </a:cubicBezTo>
                  <a:cubicBezTo>
                    <a:pt x="1453" y="5191"/>
                    <a:pt x="1513" y="5227"/>
                    <a:pt x="1596" y="5275"/>
                  </a:cubicBezTo>
                  <a:cubicBezTo>
                    <a:pt x="1655" y="5299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7"/>
                    <a:pt x="2167" y="5549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1"/>
                    <a:pt x="2941" y="5822"/>
                  </a:cubicBezTo>
                  <a:cubicBezTo>
                    <a:pt x="2977" y="5834"/>
                    <a:pt x="3001" y="5834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30"/>
                  </a:cubicBezTo>
                  <a:lnTo>
                    <a:pt x="3489" y="5965"/>
                  </a:lnTo>
                  <a:cubicBezTo>
                    <a:pt x="3513" y="5965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7"/>
                    <a:pt x="3822" y="6037"/>
                  </a:cubicBezTo>
                  <a:cubicBezTo>
                    <a:pt x="3906" y="6049"/>
                    <a:pt x="3977" y="6061"/>
                    <a:pt x="4049" y="6061"/>
                  </a:cubicBezTo>
                  <a:lnTo>
                    <a:pt x="4096" y="6061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1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2"/>
                  </a:cubicBezTo>
                  <a:cubicBezTo>
                    <a:pt x="7180" y="5930"/>
                    <a:pt x="7204" y="5930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1"/>
                    <a:pt x="7680" y="5811"/>
                    <a:pt x="7716" y="5787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9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30"/>
                    <a:pt x="8728" y="5406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191"/>
                    <a:pt x="9156" y="5168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8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9"/>
                    <a:pt x="9692" y="4775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6"/>
                    <a:pt x="9835" y="4644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8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7"/>
                    <a:pt x="10157" y="4287"/>
                  </a:cubicBezTo>
                  <a:cubicBezTo>
                    <a:pt x="10168" y="4263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6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7"/>
                    <a:pt x="10335" y="4025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6"/>
                  </a:cubicBezTo>
                  <a:cubicBezTo>
                    <a:pt x="10395" y="3882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7"/>
                  </a:cubicBezTo>
                  <a:cubicBezTo>
                    <a:pt x="10430" y="3763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4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84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6"/>
                    <a:pt x="10573" y="3394"/>
                    <a:pt x="10573" y="3370"/>
                  </a:cubicBezTo>
                  <a:lnTo>
                    <a:pt x="10573" y="3322"/>
                  </a:lnTo>
                  <a:lnTo>
                    <a:pt x="10573" y="3286"/>
                  </a:lnTo>
                  <a:cubicBezTo>
                    <a:pt x="10573" y="3263"/>
                    <a:pt x="10573" y="3251"/>
                    <a:pt x="10585" y="3215"/>
                  </a:cubicBezTo>
                  <a:lnTo>
                    <a:pt x="10585" y="3167"/>
                  </a:lnTo>
                  <a:lnTo>
                    <a:pt x="10585" y="3144"/>
                  </a:lnTo>
                  <a:cubicBezTo>
                    <a:pt x="10609" y="2322"/>
                    <a:pt x="10097" y="1501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42">
              <a:extLst>
                <a:ext uri="{FF2B5EF4-FFF2-40B4-BE49-F238E27FC236}">
                  <a16:creationId xmlns:a16="http://schemas.microsoft.com/office/drawing/2014/main" id="{BBDA4790-AAF3-BA5F-AFC2-C4AF0FADA7F2}"/>
                </a:ext>
              </a:extLst>
            </p:cNvPr>
            <p:cNvSpPr/>
            <p:nvPr/>
          </p:nvSpPr>
          <p:spPr>
            <a:xfrm>
              <a:off x="4964982" y="3029822"/>
              <a:ext cx="260167" cy="149882"/>
            </a:xfrm>
            <a:custGeom>
              <a:avLst/>
              <a:gdLst/>
              <a:ahLst/>
              <a:cxnLst/>
              <a:rect l="l" t="t" r="r" b="b"/>
              <a:pathLst>
                <a:path w="8811" h="5076" extrusionOk="0">
                  <a:moveTo>
                    <a:pt x="4407" y="0"/>
                  </a:moveTo>
                  <a:cubicBezTo>
                    <a:pt x="3289" y="0"/>
                    <a:pt x="2173" y="247"/>
                    <a:pt x="1322" y="742"/>
                  </a:cubicBezTo>
                  <a:cubicBezTo>
                    <a:pt x="476" y="1230"/>
                    <a:pt x="60" y="1873"/>
                    <a:pt x="60" y="2528"/>
                  </a:cubicBezTo>
                  <a:lnTo>
                    <a:pt x="60" y="2587"/>
                  </a:lnTo>
                  <a:cubicBezTo>
                    <a:pt x="0" y="2658"/>
                    <a:pt x="0" y="2682"/>
                    <a:pt x="0" y="2694"/>
                  </a:cubicBezTo>
                  <a:cubicBezTo>
                    <a:pt x="0" y="2706"/>
                    <a:pt x="0" y="2742"/>
                    <a:pt x="12" y="2754"/>
                  </a:cubicBezTo>
                  <a:cubicBezTo>
                    <a:pt x="12" y="2766"/>
                    <a:pt x="12" y="2789"/>
                    <a:pt x="36" y="2813"/>
                  </a:cubicBezTo>
                  <a:cubicBezTo>
                    <a:pt x="36" y="2825"/>
                    <a:pt x="48" y="2849"/>
                    <a:pt x="48" y="2873"/>
                  </a:cubicBezTo>
                  <a:cubicBezTo>
                    <a:pt x="48" y="2885"/>
                    <a:pt x="60" y="2909"/>
                    <a:pt x="60" y="2932"/>
                  </a:cubicBezTo>
                  <a:cubicBezTo>
                    <a:pt x="60" y="2944"/>
                    <a:pt x="71" y="2968"/>
                    <a:pt x="71" y="2992"/>
                  </a:cubicBezTo>
                  <a:cubicBezTo>
                    <a:pt x="71" y="3004"/>
                    <a:pt x="95" y="3028"/>
                    <a:pt x="95" y="3051"/>
                  </a:cubicBezTo>
                  <a:cubicBezTo>
                    <a:pt x="95" y="3063"/>
                    <a:pt x="107" y="3087"/>
                    <a:pt x="119" y="3111"/>
                  </a:cubicBezTo>
                  <a:cubicBezTo>
                    <a:pt x="119" y="3123"/>
                    <a:pt x="131" y="3147"/>
                    <a:pt x="131" y="3170"/>
                  </a:cubicBezTo>
                  <a:cubicBezTo>
                    <a:pt x="155" y="3182"/>
                    <a:pt x="155" y="3206"/>
                    <a:pt x="167" y="3230"/>
                  </a:cubicBezTo>
                  <a:cubicBezTo>
                    <a:pt x="179" y="3242"/>
                    <a:pt x="179" y="3266"/>
                    <a:pt x="191" y="3290"/>
                  </a:cubicBezTo>
                  <a:cubicBezTo>
                    <a:pt x="214" y="3301"/>
                    <a:pt x="226" y="3325"/>
                    <a:pt x="226" y="3349"/>
                  </a:cubicBezTo>
                  <a:cubicBezTo>
                    <a:pt x="238" y="3361"/>
                    <a:pt x="238" y="3385"/>
                    <a:pt x="250" y="3409"/>
                  </a:cubicBezTo>
                  <a:cubicBezTo>
                    <a:pt x="274" y="3420"/>
                    <a:pt x="286" y="3444"/>
                    <a:pt x="298" y="3468"/>
                  </a:cubicBezTo>
                  <a:cubicBezTo>
                    <a:pt x="310" y="3480"/>
                    <a:pt x="333" y="3492"/>
                    <a:pt x="333" y="3528"/>
                  </a:cubicBezTo>
                  <a:cubicBezTo>
                    <a:pt x="345" y="3540"/>
                    <a:pt x="357" y="3563"/>
                    <a:pt x="369" y="3587"/>
                  </a:cubicBezTo>
                  <a:cubicBezTo>
                    <a:pt x="393" y="3599"/>
                    <a:pt x="405" y="3611"/>
                    <a:pt x="417" y="3647"/>
                  </a:cubicBezTo>
                  <a:cubicBezTo>
                    <a:pt x="429" y="3659"/>
                    <a:pt x="452" y="3682"/>
                    <a:pt x="464" y="3706"/>
                  </a:cubicBezTo>
                  <a:cubicBezTo>
                    <a:pt x="476" y="3718"/>
                    <a:pt x="488" y="3730"/>
                    <a:pt x="512" y="3766"/>
                  </a:cubicBezTo>
                  <a:lnTo>
                    <a:pt x="572" y="3825"/>
                  </a:lnTo>
                  <a:lnTo>
                    <a:pt x="607" y="3861"/>
                  </a:lnTo>
                  <a:lnTo>
                    <a:pt x="667" y="3921"/>
                  </a:lnTo>
                  <a:lnTo>
                    <a:pt x="714" y="3968"/>
                  </a:lnTo>
                  <a:cubicBezTo>
                    <a:pt x="750" y="3980"/>
                    <a:pt x="762" y="4016"/>
                    <a:pt x="786" y="4028"/>
                  </a:cubicBezTo>
                  <a:cubicBezTo>
                    <a:pt x="810" y="4040"/>
                    <a:pt x="822" y="4063"/>
                    <a:pt x="845" y="4075"/>
                  </a:cubicBezTo>
                  <a:cubicBezTo>
                    <a:pt x="881" y="4087"/>
                    <a:pt x="905" y="4123"/>
                    <a:pt x="929" y="4135"/>
                  </a:cubicBezTo>
                  <a:cubicBezTo>
                    <a:pt x="941" y="4147"/>
                    <a:pt x="953" y="4159"/>
                    <a:pt x="988" y="4182"/>
                  </a:cubicBezTo>
                  <a:cubicBezTo>
                    <a:pt x="1012" y="4206"/>
                    <a:pt x="1048" y="4218"/>
                    <a:pt x="1083" y="4242"/>
                  </a:cubicBezTo>
                  <a:cubicBezTo>
                    <a:pt x="1107" y="4254"/>
                    <a:pt x="1119" y="4254"/>
                    <a:pt x="1131" y="4266"/>
                  </a:cubicBezTo>
                  <a:cubicBezTo>
                    <a:pt x="1179" y="4302"/>
                    <a:pt x="1238" y="4325"/>
                    <a:pt x="1286" y="4361"/>
                  </a:cubicBezTo>
                  <a:cubicBezTo>
                    <a:pt x="1322" y="4385"/>
                    <a:pt x="1381" y="4421"/>
                    <a:pt x="1441" y="4444"/>
                  </a:cubicBezTo>
                  <a:cubicBezTo>
                    <a:pt x="1464" y="4456"/>
                    <a:pt x="1476" y="4456"/>
                    <a:pt x="1500" y="4480"/>
                  </a:cubicBezTo>
                  <a:cubicBezTo>
                    <a:pt x="1536" y="4492"/>
                    <a:pt x="1584" y="4504"/>
                    <a:pt x="1607" y="4540"/>
                  </a:cubicBezTo>
                  <a:cubicBezTo>
                    <a:pt x="1619" y="4552"/>
                    <a:pt x="1655" y="4552"/>
                    <a:pt x="1667" y="4563"/>
                  </a:cubicBezTo>
                  <a:cubicBezTo>
                    <a:pt x="1703" y="4575"/>
                    <a:pt x="1738" y="4599"/>
                    <a:pt x="1774" y="4611"/>
                  </a:cubicBezTo>
                  <a:cubicBezTo>
                    <a:pt x="1798" y="4623"/>
                    <a:pt x="1822" y="4623"/>
                    <a:pt x="1845" y="4635"/>
                  </a:cubicBezTo>
                  <a:cubicBezTo>
                    <a:pt x="1881" y="4659"/>
                    <a:pt x="1905" y="4671"/>
                    <a:pt x="1941" y="4671"/>
                  </a:cubicBezTo>
                  <a:cubicBezTo>
                    <a:pt x="2012" y="4694"/>
                    <a:pt x="2084" y="4730"/>
                    <a:pt x="2179" y="4754"/>
                  </a:cubicBezTo>
                  <a:cubicBezTo>
                    <a:pt x="2191" y="4754"/>
                    <a:pt x="2203" y="4778"/>
                    <a:pt x="2203" y="4778"/>
                  </a:cubicBezTo>
                  <a:cubicBezTo>
                    <a:pt x="2274" y="4802"/>
                    <a:pt x="2334" y="4813"/>
                    <a:pt x="2417" y="4837"/>
                  </a:cubicBezTo>
                  <a:cubicBezTo>
                    <a:pt x="2441" y="4837"/>
                    <a:pt x="2453" y="4849"/>
                    <a:pt x="2488" y="4849"/>
                  </a:cubicBezTo>
                  <a:cubicBezTo>
                    <a:pt x="2536" y="4861"/>
                    <a:pt x="2572" y="4873"/>
                    <a:pt x="2619" y="4873"/>
                  </a:cubicBezTo>
                  <a:cubicBezTo>
                    <a:pt x="2655" y="4873"/>
                    <a:pt x="2679" y="4897"/>
                    <a:pt x="2691" y="4897"/>
                  </a:cubicBezTo>
                  <a:cubicBezTo>
                    <a:pt x="2738" y="4909"/>
                    <a:pt x="2798" y="4921"/>
                    <a:pt x="2846" y="4921"/>
                  </a:cubicBezTo>
                  <a:cubicBezTo>
                    <a:pt x="2869" y="4921"/>
                    <a:pt x="2893" y="4933"/>
                    <a:pt x="2917" y="4933"/>
                  </a:cubicBezTo>
                  <a:cubicBezTo>
                    <a:pt x="2965" y="4956"/>
                    <a:pt x="3012" y="4956"/>
                    <a:pt x="3048" y="4968"/>
                  </a:cubicBezTo>
                  <a:cubicBezTo>
                    <a:pt x="3084" y="4968"/>
                    <a:pt x="3096" y="4980"/>
                    <a:pt x="3131" y="4980"/>
                  </a:cubicBezTo>
                  <a:cubicBezTo>
                    <a:pt x="3191" y="4992"/>
                    <a:pt x="3250" y="4992"/>
                    <a:pt x="3310" y="5016"/>
                  </a:cubicBezTo>
                  <a:lnTo>
                    <a:pt x="3334" y="5016"/>
                  </a:lnTo>
                  <a:cubicBezTo>
                    <a:pt x="3405" y="5028"/>
                    <a:pt x="3465" y="5028"/>
                    <a:pt x="3548" y="5040"/>
                  </a:cubicBezTo>
                  <a:lnTo>
                    <a:pt x="3584" y="5040"/>
                  </a:lnTo>
                  <a:cubicBezTo>
                    <a:pt x="3643" y="5040"/>
                    <a:pt x="3691" y="5052"/>
                    <a:pt x="3750" y="5052"/>
                  </a:cubicBezTo>
                  <a:lnTo>
                    <a:pt x="3822" y="5052"/>
                  </a:lnTo>
                  <a:cubicBezTo>
                    <a:pt x="3870" y="5052"/>
                    <a:pt x="3917" y="5052"/>
                    <a:pt x="3965" y="5075"/>
                  </a:cubicBezTo>
                  <a:lnTo>
                    <a:pt x="4929" y="5075"/>
                  </a:lnTo>
                  <a:cubicBezTo>
                    <a:pt x="4977" y="5075"/>
                    <a:pt x="5013" y="5075"/>
                    <a:pt x="5060" y="5052"/>
                  </a:cubicBezTo>
                  <a:cubicBezTo>
                    <a:pt x="5096" y="5052"/>
                    <a:pt x="5120" y="5052"/>
                    <a:pt x="5155" y="5040"/>
                  </a:cubicBezTo>
                  <a:cubicBezTo>
                    <a:pt x="5227" y="5028"/>
                    <a:pt x="5298" y="5028"/>
                    <a:pt x="5370" y="5016"/>
                  </a:cubicBezTo>
                  <a:lnTo>
                    <a:pt x="5405" y="5016"/>
                  </a:lnTo>
                  <a:cubicBezTo>
                    <a:pt x="5489" y="4992"/>
                    <a:pt x="5572" y="4980"/>
                    <a:pt x="5655" y="4968"/>
                  </a:cubicBezTo>
                  <a:cubicBezTo>
                    <a:pt x="5691" y="4968"/>
                    <a:pt x="5715" y="4956"/>
                    <a:pt x="5751" y="4956"/>
                  </a:cubicBezTo>
                  <a:cubicBezTo>
                    <a:pt x="5786" y="4956"/>
                    <a:pt x="5822" y="4933"/>
                    <a:pt x="5870" y="4921"/>
                  </a:cubicBezTo>
                  <a:cubicBezTo>
                    <a:pt x="5894" y="4921"/>
                    <a:pt x="5929" y="4909"/>
                    <a:pt x="5953" y="4909"/>
                  </a:cubicBezTo>
                  <a:cubicBezTo>
                    <a:pt x="6001" y="4897"/>
                    <a:pt x="6025" y="4897"/>
                    <a:pt x="6072" y="4873"/>
                  </a:cubicBezTo>
                  <a:cubicBezTo>
                    <a:pt x="6108" y="4873"/>
                    <a:pt x="6132" y="4861"/>
                    <a:pt x="6167" y="4849"/>
                  </a:cubicBezTo>
                  <a:cubicBezTo>
                    <a:pt x="6191" y="4837"/>
                    <a:pt x="6239" y="4837"/>
                    <a:pt x="6263" y="4813"/>
                  </a:cubicBezTo>
                  <a:cubicBezTo>
                    <a:pt x="6298" y="4802"/>
                    <a:pt x="6322" y="4802"/>
                    <a:pt x="6358" y="4790"/>
                  </a:cubicBezTo>
                  <a:cubicBezTo>
                    <a:pt x="6382" y="4778"/>
                    <a:pt x="6429" y="4778"/>
                    <a:pt x="6465" y="4754"/>
                  </a:cubicBezTo>
                  <a:cubicBezTo>
                    <a:pt x="6489" y="4742"/>
                    <a:pt x="6525" y="4742"/>
                    <a:pt x="6537" y="4730"/>
                  </a:cubicBezTo>
                  <a:cubicBezTo>
                    <a:pt x="6596" y="4718"/>
                    <a:pt x="6668" y="4683"/>
                    <a:pt x="6727" y="4671"/>
                  </a:cubicBezTo>
                  <a:cubicBezTo>
                    <a:pt x="6739" y="4671"/>
                    <a:pt x="6763" y="4659"/>
                    <a:pt x="6775" y="4659"/>
                  </a:cubicBezTo>
                  <a:lnTo>
                    <a:pt x="7001" y="4563"/>
                  </a:lnTo>
                  <a:cubicBezTo>
                    <a:pt x="7013" y="4552"/>
                    <a:pt x="7025" y="4552"/>
                    <a:pt x="7060" y="4540"/>
                  </a:cubicBezTo>
                  <a:cubicBezTo>
                    <a:pt x="7120" y="4504"/>
                    <a:pt x="7156" y="4492"/>
                    <a:pt x="7215" y="4456"/>
                  </a:cubicBezTo>
                  <a:cubicBezTo>
                    <a:pt x="7239" y="4444"/>
                    <a:pt x="7263" y="4444"/>
                    <a:pt x="7275" y="4432"/>
                  </a:cubicBezTo>
                  <a:cubicBezTo>
                    <a:pt x="7358" y="4397"/>
                    <a:pt x="7418" y="4361"/>
                    <a:pt x="7489" y="4325"/>
                  </a:cubicBezTo>
                  <a:cubicBezTo>
                    <a:pt x="7549" y="4302"/>
                    <a:pt x="7596" y="4266"/>
                    <a:pt x="7632" y="4242"/>
                  </a:cubicBezTo>
                  <a:cubicBezTo>
                    <a:pt x="7656" y="4242"/>
                    <a:pt x="7656" y="4218"/>
                    <a:pt x="7668" y="4218"/>
                  </a:cubicBezTo>
                  <a:lnTo>
                    <a:pt x="7680" y="4206"/>
                  </a:lnTo>
                  <a:cubicBezTo>
                    <a:pt x="7715" y="4194"/>
                    <a:pt x="7739" y="4159"/>
                    <a:pt x="7787" y="4147"/>
                  </a:cubicBezTo>
                  <a:cubicBezTo>
                    <a:pt x="7799" y="4147"/>
                    <a:pt x="7799" y="4135"/>
                    <a:pt x="7811" y="4135"/>
                  </a:cubicBezTo>
                  <a:cubicBezTo>
                    <a:pt x="7834" y="4135"/>
                    <a:pt x="7834" y="4123"/>
                    <a:pt x="7846" y="4123"/>
                  </a:cubicBezTo>
                  <a:cubicBezTo>
                    <a:pt x="7870" y="4099"/>
                    <a:pt x="7906" y="4075"/>
                    <a:pt x="7918" y="4063"/>
                  </a:cubicBezTo>
                  <a:cubicBezTo>
                    <a:pt x="7930" y="4063"/>
                    <a:pt x="7930" y="4040"/>
                    <a:pt x="7953" y="4040"/>
                  </a:cubicBezTo>
                  <a:lnTo>
                    <a:pt x="7977" y="4016"/>
                  </a:lnTo>
                  <a:cubicBezTo>
                    <a:pt x="8013" y="4004"/>
                    <a:pt x="8025" y="3968"/>
                    <a:pt x="8049" y="3956"/>
                  </a:cubicBezTo>
                  <a:lnTo>
                    <a:pt x="8084" y="3921"/>
                  </a:lnTo>
                  <a:lnTo>
                    <a:pt x="8108" y="3897"/>
                  </a:lnTo>
                  <a:lnTo>
                    <a:pt x="8168" y="3837"/>
                  </a:lnTo>
                  <a:lnTo>
                    <a:pt x="8215" y="3790"/>
                  </a:lnTo>
                  <a:lnTo>
                    <a:pt x="8275" y="3730"/>
                  </a:lnTo>
                  <a:cubicBezTo>
                    <a:pt x="8275" y="3730"/>
                    <a:pt x="8275" y="3718"/>
                    <a:pt x="8287" y="3718"/>
                  </a:cubicBezTo>
                  <a:cubicBezTo>
                    <a:pt x="8311" y="3706"/>
                    <a:pt x="8311" y="3682"/>
                    <a:pt x="8322" y="3670"/>
                  </a:cubicBezTo>
                  <a:cubicBezTo>
                    <a:pt x="8334" y="3659"/>
                    <a:pt x="8346" y="3623"/>
                    <a:pt x="8370" y="3611"/>
                  </a:cubicBezTo>
                  <a:cubicBezTo>
                    <a:pt x="8382" y="3599"/>
                    <a:pt x="8382" y="3587"/>
                    <a:pt x="8394" y="3563"/>
                  </a:cubicBezTo>
                  <a:lnTo>
                    <a:pt x="8406" y="3551"/>
                  </a:lnTo>
                  <a:cubicBezTo>
                    <a:pt x="8430" y="3540"/>
                    <a:pt x="8442" y="3504"/>
                    <a:pt x="8453" y="3492"/>
                  </a:cubicBezTo>
                  <a:cubicBezTo>
                    <a:pt x="8453" y="3492"/>
                    <a:pt x="8453" y="3480"/>
                    <a:pt x="8465" y="3480"/>
                  </a:cubicBezTo>
                  <a:cubicBezTo>
                    <a:pt x="8489" y="3468"/>
                    <a:pt x="8489" y="3444"/>
                    <a:pt x="8501" y="3432"/>
                  </a:cubicBezTo>
                  <a:cubicBezTo>
                    <a:pt x="8513" y="3420"/>
                    <a:pt x="8525" y="3385"/>
                    <a:pt x="8549" y="3373"/>
                  </a:cubicBezTo>
                  <a:cubicBezTo>
                    <a:pt x="8549" y="3361"/>
                    <a:pt x="8561" y="3361"/>
                    <a:pt x="8561" y="3349"/>
                  </a:cubicBezTo>
                  <a:cubicBezTo>
                    <a:pt x="8561" y="3325"/>
                    <a:pt x="8573" y="3325"/>
                    <a:pt x="8573" y="3313"/>
                  </a:cubicBezTo>
                  <a:cubicBezTo>
                    <a:pt x="8584" y="3301"/>
                    <a:pt x="8608" y="3266"/>
                    <a:pt x="8608" y="3254"/>
                  </a:cubicBezTo>
                  <a:cubicBezTo>
                    <a:pt x="8608" y="3242"/>
                    <a:pt x="8620" y="3242"/>
                    <a:pt x="8620" y="3230"/>
                  </a:cubicBezTo>
                  <a:cubicBezTo>
                    <a:pt x="8620" y="3206"/>
                    <a:pt x="8632" y="3206"/>
                    <a:pt x="8632" y="3194"/>
                  </a:cubicBezTo>
                  <a:cubicBezTo>
                    <a:pt x="8644" y="3182"/>
                    <a:pt x="8644" y="3147"/>
                    <a:pt x="8668" y="3135"/>
                  </a:cubicBezTo>
                  <a:cubicBezTo>
                    <a:pt x="8668" y="3123"/>
                    <a:pt x="8668" y="3123"/>
                    <a:pt x="8680" y="3111"/>
                  </a:cubicBezTo>
                  <a:cubicBezTo>
                    <a:pt x="8680" y="3087"/>
                    <a:pt x="8680" y="3087"/>
                    <a:pt x="8692" y="3075"/>
                  </a:cubicBezTo>
                  <a:cubicBezTo>
                    <a:pt x="8703" y="3063"/>
                    <a:pt x="8703" y="3028"/>
                    <a:pt x="8727" y="3016"/>
                  </a:cubicBezTo>
                  <a:cubicBezTo>
                    <a:pt x="8727" y="3004"/>
                    <a:pt x="8727" y="3004"/>
                    <a:pt x="8739" y="2992"/>
                  </a:cubicBezTo>
                  <a:cubicBezTo>
                    <a:pt x="8739" y="2968"/>
                    <a:pt x="8739" y="2968"/>
                    <a:pt x="8751" y="2956"/>
                  </a:cubicBezTo>
                  <a:cubicBezTo>
                    <a:pt x="8751" y="2944"/>
                    <a:pt x="8763" y="2909"/>
                    <a:pt x="8763" y="2897"/>
                  </a:cubicBezTo>
                  <a:lnTo>
                    <a:pt x="8763" y="2873"/>
                  </a:lnTo>
                  <a:lnTo>
                    <a:pt x="8763" y="2837"/>
                  </a:lnTo>
                  <a:cubicBezTo>
                    <a:pt x="8763" y="2825"/>
                    <a:pt x="8787" y="2789"/>
                    <a:pt x="8787" y="2778"/>
                  </a:cubicBezTo>
                  <a:lnTo>
                    <a:pt x="8787" y="2754"/>
                  </a:lnTo>
                  <a:lnTo>
                    <a:pt x="8787" y="2718"/>
                  </a:lnTo>
                  <a:lnTo>
                    <a:pt x="8787" y="2658"/>
                  </a:lnTo>
                  <a:lnTo>
                    <a:pt x="8787" y="2611"/>
                  </a:lnTo>
                  <a:lnTo>
                    <a:pt x="8787" y="2599"/>
                  </a:lnTo>
                  <a:cubicBezTo>
                    <a:pt x="8811" y="1932"/>
                    <a:pt x="8382" y="1265"/>
                    <a:pt x="7501" y="742"/>
                  </a:cubicBezTo>
                  <a:cubicBezTo>
                    <a:pt x="6644" y="247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42">
              <a:extLst>
                <a:ext uri="{FF2B5EF4-FFF2-40B4-BE49-F238E27FC236}">
                  <a16:creationId xmlns:a16="http://schemas.microsoft.com/office/drawing/2014/main" id="{892FD928-0715-8039-153F-595A90C68260}"/>
                </a:ext>
              </a:extLst>
            </p:cNvPr>
            <p:cNvSpPr/>
            <p:nvPr/>
          </p:nvSpPr>
          <p:spPr>
            <a:xfrm>
              <a:off x="4938614" y="3110757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7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50" y="3335"/>
                  </a:cubicBezTo>
                  <a:cubicBezTo>
                    <a:pt x="1774" y="3346"/>
                    <a:pt x="1798" y="3346"/>
                    <a:pt x="1810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4"/>
                    <a:pt x="2024" y="3454"/>
                  </a:cubicBezTo>
                  <a:cubicBezTo>
                    <a:pt x="2072" y="3466"/>
                    <a:pt x="2096" y="3477"/>
                    <a:pt x="2143" y="3513"/>
                  </a:cubicBezTo>
                  <a:cubicBezTo>
                    <a:pt x="2167" y="3525"/>
                    <a:pt x="2203" y="3537"/>
                    <a:pt x="2227" y="3537"/>
                  </a:cubicBezTo>
                  <a:cubicBezTo>
                    <a:pt x="2262" y="3549"/>
                    <a:pt x="2286" y="3573"/>
                    <a:pt x="2322" y="3573"/>
                  </a:cubicBezTo>
                  <a:cubicBezTo>
                    <a:pt x="2334" y="3573"/>
                    <a:pt x="2334" y="3573"/>
                    <a:pt x="2346" y="3585"/>
                  </a:cubicBezTo>
                  <a:cubicBezTo>
                    <a:pt x="2441" y="3608"/>
                    <a:pt x="2524" y="3656"/>
                    <a:pt x="2631" y="3692"/>
                  </a:cubicBezTo>
                  <a:cubicBezTo>
                    <a:pt x="2643" y="3692"/>
                    <a:pt x="2667" y="3704"/>
                    <a:pt x="2679" y="3704"/>
                  </a:cubicBezTo>
                  <a:cubicBezTo>
                    <a:pt x="2762" y="3727"/>
                    <a:pt x="2846" y="3763"/>
                    <a:pt x="2929" y="3775"/>
                  </a:cubicBezTo>
                  <a:cubicBezTo>
                    <a:pt x="2941" y="3775"/>
                    <a:pt x="2965" y="3787"/>
                    <a:pt x="2977" y="3787"/>
                  </a:cubicBezTo>
                  <a:cubicBezTo>
                    <a:pt x="2989" y="3787"/>
                    <a:pt x="3000" y="3811"/>
                    <a:pt x="3024" y="3811"/>
                  </a:cubicBezTo>
                  <a:cubicBezTo>
                    <a:pt x="3084" y="3823"/>
                    <a:pt x="3119" y="3835"/>
                    <a:pt x="3179" y="3847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54"/>
                    <a:pt x="3643" y="3954"/>
                    <a:pt x="3703" y="3966"/>
                  </a:cubicBezTo>
                  <a:cubicBezTo>
                    <a:pt x="3739" y="3966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12" y="4013"/>
                  </a:cubicBezTo>
                  <a:lnTo>
                    <a:pt x="4048" y="4013"/>
                  </a:lnTo>
                  <a:cubicBezTo>
                    <a:pt x="4132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73"/>
                    <a:pt x="4810" y="4073"/>
                  </a:cubicBezTo>
                  <a:lnTo>
                    <a:pt x="5679" y="4073"/>
                  </a:lnTo>
                  <a:cubicBezTo>
                    <a:pt x="5739" y="4073"/>
                    <a:pt x="5798" y="4073"/>
                    <a:pt x="5858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6"/>
                    <a:pt x="6846" y="3954"/>
                  </a:cubicBezTo>
                  <a:lnTo>
                    <a:pt x="6870" y="3954"/>
                  </a:lnTo>
                  <a:cubicBezTo>
                    <a:pt x="6906" y="3954"/>
                    <a:pt x="6929" y="3942"/>
                    <a:pt x="6953" y="3942"/>
                  </a:cubicBezTo>
                  <a:cubicBezTo>
                    <a:pt x="6989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87" y="3870"/>
                    <a:pt x="7334" y="3847"/>
                  </a:cubicBezTo>
                  <a:cubicBezTo>
                    <a:pt x="7382" y="3835"/>
                    <a:pt x="7406" y="3835"/>
                    <a:pt x="7441" y="3823"/>
                  </a:cubicBezTo>
                  <a:cubicBezTo>
                    <a:pt x="7489" y="3811"/>
                    <a:pt x="7525" y="3787"/>
                    <a:pt x="7572" y="3787"/>
                  </a:cubicBezTo>
                  <a:cubicBezTo>
                    <a:pt x="7608" y="3775"/>
                    <a:pt x="7644" y="3775"/>
                    <a:pt x="7680" y="3763"/>
                  </a:cubicBezTo>
                  <a:lnTo>
                    <a:pt x="7811" y="3716"/>
                  </a:lnTo>
                  <a:cubicBezTo>
                    <a:pt x="7822" y="3716"/>
                    <a:pt x="7858" y="3704"/>
                    <a:pt x="7870" y="3704"/>
                  </a:cubicBezTo>
                  <a:cubicBezTo>
                    <a:pt x="7882" y="3704"/>
                    <a:pt x="7906" y="3692"/>
                    <a:pt x="7918" y="3692"/>
                  </a:cubicBezTo>
                  <a:cubicBezTo>
                    <a:pt x="7989" y="3656"/>
                    <a:pt x="8061" y="3632"/>
                    <a:pt x="8144" y="3608"/>
                  </a:cubicBezTo>
                  <a:cubicBezTo>
                    <a:pt x="8156" y="3608"/>
                    <a:pt x="8168" y="3596"/>
                    <a:pt x="8180" y="3596"/>
                  </a:cubicBezTo>
                  <a:cubicBezTo>
                    <a:pt x="8275" y="3573"/>
                    <a:pt x="8358" y="3525"/>
                    <a:pt x="8453" y="3489"/>
                  </a:cubicBezTo>
                  <a:cubicBezTo>
                    <a:pt x="8477" y="3477"/>
                    <a:pt x="8501" y="3477"/>
                    <a:pt x="8525" y="3466"/>
                  </a:cubicBezTo>
                  <a:cubicBezTo>
                    <a:pt x="8584" y="3430"/>
                    <a:pt x="8656" y="3406"/>
                    <a:pt x="8715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54" y="3251"/>
                    <a:pt x="9037" y="3215"/>
                  </a:cubicBezTo>
                  <a:cubicBezTo>
                    <a:pt x="9049" y="3192"/>
                    <a:pt x="9073" y="3180"/>
                    <a:pt x="9096" y="3168"/>
                  </a:cubicBezTo>
                  <a:cubicBezTo>
                    <a:pt x="9108" y="3156"/>
                    <a:pt x="9132" y="3132"/>
                    <a:pt x="9156" y="3132"/>
                  </a:cubicBezTo>
                  <a:cubicBezTo>
                    <a:pt x="9180" y="3120"/>
                    <a:pt x="9215" y="3096"/>
                    <a:pt x="9239" y="3073"/>
                  </a:cubicBezTo>
                  <a:cubicBezTo>
                    <a:pt x="9275" y="3061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4"/>
                  </a:cubicBezTo>
                  <a:cubicBezTo>
                    <a:pt x="9454" y="2942"/>
                    <a:pt x="9477" y="2918"/>
                    <a:pt x="9489" y="2894"/>
                  </a:cubicBezTo>
                  <a:cubicBezTo>
                    <a:pt x="9525" y="2882"/>
                    <a:pt x="9549" y="2858"/>
                    <a:pt x="9585" y="2834"/>
                  </a:cubicBezTo>
                  <a:cubicBezTo>
                    <a:pt x="9608" y="2823"/>
                    <a:pt x="9632" y="2799"/>
                    <a:pt x="9656" y="2775"/>
                  </a:cubicBezTo>
                  <a:cubicBezTo>
                    <a:pt x="9692" y="2763"/>
                    <a:pt x="9704" y="2739"/>
                    <a:pt x="9727" y="2715"/>
                  </a:cubicBezTo>
                  <a:lnTo>
                    <a:pt x="9763" y="2692"/>
                  </a:lnTo>
                  <a:cubicBezTo>
                    <a:pt x="9775" y="2680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3"/>
                    <a:pt x="9906" y="2537"/>
                    <a:pt x="9942" y="2501"/>
                  </a:cubicBezTo>
                  <a:lnTo>
                    <a:pt x="9966" y="2465"/>
                  </a:lnTo>
                  <a:cubicBezTo>
                    <a:pt x="10001" y="2442"/>
                    <a:pt x="10025" y="2394"/>
                    <a:pt x="10061" y="2358"/>
                  </a:cubicBezTo>
                  <a:lnTo>
                    <a:pt x="10073" y="2346"/>
                  </a:lnTo>
                  <a:lnTo>
                    <a:pt x="10085" y="2334"/>
                  </a:lnTo>
                  <a:cubicBezTo>
                    <a:pt x="10108" y="2323"/>
                    <a:pt x="10108" y="2299"/>
                    <a:pt x="10120" y="2299"/>
                  </a:cubicBezTo>
                  <a:cubicBezTo>
                    <a:pt x="10144" y="2275"/>
                    <a:pt x="10168" y="2227"/>
                    <a:pt x="10192" y="2203"/>
                  </a:cubicBezTo>
                  <a:cubicBezTo>
                    <a:pt x="10204" y="2180"/>
                    <a:pt x="10228" y="2156"/>
                    <a:pt x="10228" y="2144"/>
                  </a:cubicBezTo>
                  <a:cubicBezTo>
                    <a:pt x="10239" y="2108"/>
                    <a:pt x="10263" y="2084"/>
                    <a:pt x="10287" y="2049"/>
                  </a:cubicBezTo>
                  <a:cubicBezTo>
                    <a:pt x="10287" y="2037"/>
                    <a:pt x="10299" y="2037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23" y="1965"/>
                    <a:pt x="10347" y="1930"/>
                    <a:pt x="10358" y="1918"/>
                  </a:cubicBezTo>
                  <a:cubicBezTo>
                    <a:pt x="10370" y="1906"/>
                    <a:pt x="10370" y="1870"/>
                    <a:pt x="10382" y="1846"/>
                  </a:cubicBezTo>
                  <a:cubicBezTo>
                    <a:pt x="10406" y="1811"/>
                    <a:pt x="10418" y="1787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42" y="1691"/>
                  </a:cubicBezTo>
                  <a:cubicBezTo>
                    <a:pt x="10466" y="1668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9"/>
                  </a:cubicBezTo>
                  <a:cubicBezTo>
                    <a:pt x="10489" y="1513"/>
                    <a:pt x="10501" y="1501"/>
                    <a:pt x="10501" y="1465"/>
                  </a:cubicBezTo>
                  <a:cubicBezTo>
                    <a:pt x="10501" y="1453"/>
                    <a:pt x="10501" y="1441"/>
                    <a:pt x="10525" y="1430"/>
                  </a:cubicBezTo>
                  <a:lnTo>
                    <a:pt x="10525" y="1406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7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5"/>
                    <a:pt x="10549" y="37"/>
                    <a:pt x="10537" y="72"/>
                  </a:cubicBezTo>
                  <a:lnTo>
                    <a:pt x="10537" y="96"/>
                  </a:lnTo>
                  <a:lnTo>
                    <a:pt x="10537" y="144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3"/>
                    <a:pt x="10525" y="275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4"/>
                  </a:cubicBezTo>
                  <a:cubicBezTo>
                    <a:pt x="10478" y="418"/>
                    <a:pt x="10478" y="429"/>
                    <a:pt x="10466" y="429"/>
                  </a:cubicBezTo>
                  <a:cubicBezTo>
                    <a:pt x="10442" y="453"/>
                    <a:pt x="10442" y="477"/>
                    <a:pt x="10430" y="501"/>
                  </a:cubicBezTo>
                  <a:cubicBezTo>
                    <a:pt x="10430" y="513"/>
                    <a:pt x="10418" y="537"/>
                    <a:pt x="10418" y="537"/>
                  </a:cubicBezTo>
                  <a:cubicBezTo>
                    <a:pt x="10418" y="549"/>
                    <a:pt x="10406" y="560"/>
                    <a:pt x="10406" y="560"/>
                  </a:cubicBezTo>
                  <a:cubicBezTo>
                    <a:pt x="10382" y="596"/>
                    <a:pt x="10370" y="608"/>
                    <a:pt x="10370" y="632"/>
                  </a:cubicBezTo>
                  <a:cubicBezTo>
                    <a:pt x="10370" y="656"/>
                    <a:pt x="10358" y="668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23" y="739"/>
                    <a:pt x="10311" y="751"/>
                    <a:pt x="10299" y="787"/>
                  </a:cubicBezTo>
                  <a:cubicBezTo>
                    <a:pt x="10299" y="799"/>
                    <a:pt x="10287" y="810"/>
                    <a:pt x="10287" y="834"/>
                  </a:cubicBezTo>
                  <a:cubicBezTo>
                    <a:pt x="10287" y="846"/>
                    <a:pt x="10263" y="846"/>
                    <a:pt x="10263" y="858"/>
                  </a:cubicBezTo>
                  <a:cubicBezTo>
                    <a:pt x="10251" y="894"/>
                    <a:pt x="10239" y="906"/>
                    <a:pt x="10228" y="929"/>
                  </a:cubicBezTo>
                  <a:cubicBezTo>
                    <a:pt x="10204" y="953"/>
                    <a:pt x="10204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5"/>
                    <a:pt x="10144" y="1037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096"/>
                    <a:pt x="10073" y="1108"/>
                    <a:pt x="10073" y="1132"/>
                  </a:cubicBezTo>
                  <a:cubicBezTo>
                    <a:pt x="10061" y="1156"/>
                    <a:pt x="10025" y="1168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87"/>
                    <a:pt x="9906" y="1310"/>
                    <a:pt x="9882" y="1334"/>
                  </a:cubicBezTo>
                  <a:cubicBezTo>
                    <a:pt x="9870" y="1346"/>
                    <a:pt x="9847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1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8"/>
                  </a:lnTo>
                  <a:cubicBezTo>
                    <a:pt x="9513" y="1691"/>
                    <a:pt x="9477" y="1703"/>
                    <a:pt x="9430" y="1739"/>
                  </a:cubicBezTo>
                  <a:lnTo>
                    <a:pt x="9406" y="1763"/>
                  </a:lnTo>
                  <a:lnTo>
                    <a:pt x="9370" y="1799"/>
                  </a:lnTo>
                  <a:cubicBezTo>
                    <a:pt x="9335" y="1822"/>
                    <a:pt x="9299" y="1858"/>
                    <a:pt x="9251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192" y="1906"/>
                  </a:cubicBezTo>
                  <a:cubicBezTo>
                    <a:pt x="9132" y="1942"/>
                    <a:pt x="9073" y="1977"/>
                    <a:pt x="9001" y="2025"/>
                  </a:cubicBezTo>
                  <a:cubicBezTo>
                    <a:pt x="8930" y="2061"/>
                    <a:pt x="8834" y="2108"/>
                    <a:pt x="8763" y="2156"/>
                  </a:cubicBezTo>
                  <a:cubicBezTo>
                    <a:pt x="8739" y="2168"/>
                    <a:pt x="8715" y="2180"/>
                    <a:pt x="8692" y="2180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77" y="2287"/>
                    <a:pt x="8453" y="2287"/>
                    <a:pt x="8442" y="2299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8"/>
                    <a:pt x="8120" y="2418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3"/>
                  </a:lnTo>
                  <a:cubicBezTo>
                    <a:pt x="7644" y="2584"/>
                    <a:pt x="7608" y="2584"/>
                    <a:pt x="7572" y="2596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44"/>
                    <a:pt x="7370" y="2644"/>
                    <a:pt x="7334" y="2656"/>
                  </a:cubicBezTo>
                  <a:cubicBezTo>
                    <a:pt x="7287" y="2680"/>
                    <a:pt x="7251" y="2680"/>
                    <a:pt x="7203" y="2692"/>
                  </a:cubicBezTo>
                  <a:cubicBezTo>
                    <a:pt x="7168" y="2704"/>
                    <a:pt x="7132" y="2704"/>
                    <a:pt x="7096" y="2715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63"/>
                    <a:pt x="6858" y="2763"/>
                  </a:cubicBezTo>
                  <a:cubicBezTo>
                    <a:pt x="6751" y="2775"/>
                    <a:pt x="6668" y="2799"/>
                    <a:pt x="6560" y="2811"/>
                  </a:cubicBezTo>
                  <a:lnTo>
                    <a:pt x="6513" y="2811"/>
                  </a:lnTo>
                  <a:cubicBezTo>
                    <a:pt x="6429" y="2823"/>
                    <a:pt x="6334" y="2823"/>
                    <a:pt x="6251" y="2834"/>
                  </a:cubicBezTo>
                  <a:cubicBezTo>
                    <a:pt x="6215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12" y="2834"/>
                  </a:lnTo>
                  <a:cubicBezTo>
                    <a:pt x="3941" y="2823"/>
                    <a:pt x="3870" y="2823"/>
                    <a:pt x="3798" y="2811"/>
                  </a:cubicBezTo>
                  <a:cubicBezTo>
                    <a:pt x="3762" y="2811"/>
                    <a:pt x="3739" y="2799"/>
                    <a:pt x="3703" y="2799"/>
                  </a:cubicBezTo>
                  <a:cubicBezTo>
                    <a:pt x="3643" y="2775"/>
                    <a:pt x="3596" y="2775"/>
                    <a:pt x="3536" y="2763"/>
                  </a:cubicBezTo>
                  <a:cubicBezTo>
                    <a:pt x="3512" y="2763"/>
                    <a:pt x="3477" y="2751"/>
                    <a:pt x="3453" y="2751"/>
                  </a:cubicBezTo>
                  <a:lnTo>
                    <a:pt x="3274" y="2704"/>
                  </a:lnTo>
                  <a:cubicBezTo>
                    <a:pt x="3239" y="2692"/>
                    <a:pt x="3215" y="2692"/>
                    <a:pt x="3167" y="2680"/>
                  </a:cubicBezTo>
                  <a:cubicBezTo>
                    <a:pt x="3108" y="2656"/>
                    <a:pt x="3060" y="2644"/>
                    <a:pt x="3000" y="2632"/>
                  </a:cubicBezTo>
                  <a:cubicBezTo>
                    <a:pt x="2977" y="2620"/>
                    <a:pt x="2941" y="2620"/>
                    <a:pt x="2917" y="2596"/>
                  </a:cubicBezTo>
                  <a:cubicBezTo>
                    <a:pt x="2822" y="2573"/>
                    <a:pt x="2750" y="2561"/>
                    <a:pt x="2667" y="2525"/>
                  </a:cubicBezTo>
                  <a:cubicBezTo>
                    <a:pt x="2643" y="2525"/>
                    <a:pt x="2631" y="2513"/>
                    <a:pt x="2619" y="2513"/>
                  </a:cubicBezTo>
                  <a:cubicBezTo>
                    <a:pt x="2524" y="2477"/>
                    <a:pt x="2429" y="2453"/>
                    <a:pt x="2334" y="2406"/>
                  </a:cubicBezTo>
                  <a:cubicBezTo>
                    <a:pt x="2286" y="2394"/>
                    <a:pt x="2262" y="2382"/>
                    <a:pt x="2227" y="2358"/>
                  </a:cubicBezTo>
                  <a:cubicBezTo>
                    <a:pt x="2203" y="2346"/>
                    <a:pt x="2167" y="2334"/>
                    <a:pt x="2143" y="2334"/>
                  </a:cubicBezTo>
                  <a:cubicBezTo>
                    <a:pt x="2096" y="2323"/>
                    <a:pt x="2048" y="2299"/>
                    <a:pt x="2024" y="2275"/>
                  </a:cubicBezTo>
                  <a:cubicBezTo>
                    <a:pt x="1988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10" y="2180"/>
                  </a:cubicBezTo>
                  <a:cubicBezTo>
                    <a:pt x="1798" y="2168"/>
                    <a:pt x="1774" y="2168"/>
                    <a:pt x="1750" y="2156"/>
                  </a:cubicBezTo>
                  <a:cubicBezTo>
                    <a:pt x="1691" y="2120"/>
                    <a:pt x="1619" y="2084"/>
                    <a:pt x="1560" y="2049"/>
                  </a:cubicBezTo>
                  <a:cubicBezTo>
                    <a:pt x="1500" y="2001"/>
                    <a:pt x="1429" y="1977"/>
                    <a:pt x="1369" y="1930"/>
                  </a:cubicBezTo>
                  <a:cubicBezTo>
                    <a:pt x="1357" y="1918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1"/>
                  </a:cubicBezTo>
                  <a:cubicBezTo>
                    <a:pt x="1155" y="1799"/>
                    <a:pt x="1143" y="1787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80"/>
                    <a:pt x="976" y="1668"/>
                    <a:pt x="964" y="1632"/>
                  </a:cubicBezTo>
                  <a:cubicBezTo>
                    <a:pt x="941" y="1608"/>
                    <a:pt x="905" y="1584"/>
                    <a:pt x="881" y="1561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38" y="1430"/>
                  </a:cubicBezTo>
                  <a:lnTo>
                    <a:pt x="679" y="1370"/>
                  </a:lnTo>
                  <a:lnTo>
                    <a:pt x="607" y="1287"/>
                  </a:lnTo>
                  <a:cubicBezTo>
                    <a:pt x="595" y="1275"/>
                    <a:pt x="583" y="1251"/>
                    <a:pt x="548" y="1227"/>
                  </a:cubicBezTo>
                  <a:cubicBezTo>
                    <a:pt x="536" y="1203"/>
                    <a:pt x="500" y="1191"/>
                    <a:pt x="488" y="1156"/>
                  </a:cubicBezTo>
                  <a:cubicBezTo>
                    <a:pt x="476" y="1144"/>
                    <a:pt x="464" y="1108"/>
                    <a:pt x="441" y="1096"/>
                  </a:cubicBezTo>
                  <a:cubicBezTo>
                    <a:pt x="429" y="1072"/>
                    <a:pt x="405" y="1049"/>
                    <a:pt x="381" y="1025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22" y="929"/>
                    <a:pt x="310" y="918"/>
                    <a:pt x="298" y="894"/>
                  </a:cubicBezTo>
                  <a:cubicBezTo>
                    <a:pt x="286" y="858"/>
                    <a:pt x="262" y="846"/>
                    <a:pt x="250" y="810"/>
                  </a:cubicBezTo>
                  <a:cubicBezTo>
                    <a:pt x="238" y="787"/>
                    <a:pt x="226" y="775"/>
                    <a:pt x="202" y="739"/>
                  </a:cubicBezTo>
                  <a:cubicBezTo>
                    <a:pt x="191" y="715"/>
                    <a:pt x="191" y="691"/>
                    <a:pt x="179" y="668"/>
                  </a:cubicBezTo>
                  <a:cubicBezTo>
                    <a:pt x="167" y="632"/>
                    <a:pt x="143" y="620"/>
                    <a:pt x="143" y="596"/>
                  </a:cubicBezTo>
                  <a:cubicBezTo>
                    <a:pt x="131" y="560"/>
                    <a:pt x="131" y="549"/>
                    <a:pt x="119" y="513"/>
                  </a:cubicBezTo>
                  <a:cubicBezTo>
                    <a:pt x="107" y="489"/>
                    <a:pt x="107" y="477"/>
                    <a:pt x="83" y="441"/>
                  </a:cubicBezTo>
                  <a:cubicBezTo>
                    <a:pt x="71" y="418"/>
                    <a:pt x="71" y="394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3"/>
                    <a:pt x="48" y="251"/>
                    <a:pt x="48" y="215"/>
                  </a:cubicBezTo>
                  <a:cubicBezTo>
                    <a:pt x="48" y="191"/>
                    <a:pt x="24" y="179"/>
                    <a:pt x="24" y="144"/>
                  </a:cubicBezTo>
                  <a:cubicBezTo>
                    <a:pt x="24" y="120"/>
                    <a:pt x="24" y="96"/>
                    <a:pt x="12" y="72"/>
                  </a:cubicBezTo>
                  <a:cubicBezTo>
                    <a:pt x="12" y="37"/>
                    <a:pt x="12" y="25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42">
              <a:extLst>
                <a:ext uri="{FF2B5EF4-FFF2-40B4-BE49-F238E27FC236}">
                  <a16:creationId xmlns:a16="http://schemas.microsoft.com/office/drawing/2014/main" id="{2D630F22-B3B3-8588-3ECA-7C17CC9C652B}"/>
                </a:ext>
              </a:extLst>
            </p:cNvPr>
            <p:cNvSpPr/>
            <p:nvPr/>
          </p:nvSpPr>
          <p:spPr>
            <a:xfrm>
              <a:off x="5025779" y="3064724"/>
              <a:ext cx="137510" cy="73848"/>
            </a:xfrm>
            <a:custGeom>
              <a:avLst/>
              <a:gdLst/>
              <a:ahLst/>
              <a:cxnLst/>
              <a:rect l="l" t="t" r="r" b="b"/>
              <a:pathLst>
                <a:path w="4657" h="2501" extrusionOk="0">
                  <a:moveTo>
                    <a:pt x="2768" y="504"/>
                  </a:moveTo>
                  <a:cubicBezTo>
                    <a:pt x="2864" y="504"/>
                    <a:pt x="2973" y="523"/>
                    <a:pt x="3096" y="572"/>
                  </a:cubicBezTo>
                  <a:lnTo>
                    <a:pt x="2513" y="917"/>
                  </a:lnTo>
                  <a:cubicBezTo>
                    <a:pt x="2382" y="786"/>
                    <a:pt x="2334" y="667"/>
                    <a:pt x="2477" y="572"/>
                  </a:cubicBezTo>
                  <a:cubicBezTo>
                    <a:pt x="2556" y="532"/>
                    <a:pt x="2652" y="504"/>
                    <a:pt x="2768" y="504"/>
                  </a:cubicBezTo>
                  <a:close/>
                  <a:moveTo>
                    <a:pt x="2215" y="1560"/>
                  </a:moveTo>
                  <a:cubicBezTo>
                    <a:pt x="2334" y="1691"/>
                    <a:pt x="2382" y="1810"/>
                    <a:pt x="2227" y="1893"/>
                  </a:cubicBezTo>
                  <a:cubicBezTo>
                    <a:pt x="2160" y="1936"/>
                    <a:pt x="2076" y="1960"/>
                    <a:pt x="1975" y="1960"/>
                  </a:cubicBezTo>
                  <a:cubicBezTo>
                    <a:pt x="1880" y="1960"/>
                    <a:pt x="1770" y="1939"/>
                    <a:pt x="1644" y="1893"/>
                  </a:cubicBezTo>
                  <a:lnTo>
                    <a:pt x="2215" y="1560"/>
                  </a:lnTo>
                  <a:close/>
                  <a:moveTo>
                    <a:pt x="4108" y="0"/>
                  </a:moveTo>
                  <a:lnTo>
                    <a:pt x="3644" y="274"/>
                  </a:lnTo>
                  <a:cubicBezTo>
                    <a:pt x="3277" y="106"/>
                    <a:pt x="2920" y="31"/>
                    <a:pt x="2600" y="31"/>
                  </a:cubicBezTo>
                  <a:cubicBezTo>
                    <a:pt x="2287" y="31"/>
                    <a:pt x="2011" y="103"/>
                    <a:pt x="1799" y="226"/>
                  </a:cubicBezTo>
                  <a:cubicBezTo>
                    <a:pt x="1215" y="572"/>
                    <a:pt x="1572" y="953"/>
                    <a:pt x="1918" y="1286"/>
                  </a:cubicBezTo>
                  <a:lnTo>
                    <a:pt x="1227" y="1691"/>
                  </a:lnTo>
                  <a:cubicBezTo>
                    <a:pt x="965" y="1488"/>
                    <a:pt x="787" y="1274"/>
                    <a:pt x="727" y="1060"/>
                  </a:cubicBezTo>
                  <a:lnTo>
                    <a:pt x="1" y="1226"/>
                  </a:lnTo>
                  <a:cubicBezTo>
                    <a:pt x="37" y="1465"/>
                    <a:pt x="310" y="1762"/>
                    <a:pt x="691" y="2012"/>
                  </a:cubicBezTo>
                  <a:lnTo>
                    <a:pt x="251" y="2262"/>
                  </a:lnTo>
                  <a:lnTo>
                    <a:pt x="334" y="2310"/>
                  </a:lnTo>
                  <a:lnTo>
                    <a:pt x="668" y="2500"/>
                  </a:lnTo>
                  <a:lnTo>
                    <a:pt x="1132" y="2238"/>
                  </a:lnTo>
                  <a:cubicBezTo>
                    <a:pt x="1466" y="2382"/>
                    <a:pt x="1800" y="2446"/>
                    <a:pt x="2104" y="2446"/>
                  </a:cubicBezTo>
                  <a:cubicBezTo>
                    <a:pt x="2429" y="2446"/>
                    <a:pt x="2720" y="2373"/>
                    <a:pt x="2942" y="2250"/>
                  </a:cubicBezTo>
                  <a:cubicBezTo>
                    <a:pt x="3525" y="1917"/>
                    <a:pt x="3168" y="1536"/>
                    <a:pt x="2823" y="1215"/>
                  </a:cubicBezTo>
                  <a:lnTo>
                    <a:pt x="3525" y="810"/>
                  </a:lnTo>
                  <a:cubicBezTo>
                    <a:pt x="3704" y="941"/>
                    <a:pt x="3847" y="1107"/>
                    <a:pt x="3942" y="1298"/>
                  </a:cubicBezTo>
                  <a:lnTo>
                    <a:pt x="4656" y="1119"/>
                  </a:lnTo>
                  <a:cubicBezTo>
                    <a:pt x="4561" y="917"/>
                    <a:pt x="4358" y="691"/>
                    <a:pt x="4073" y="500"/>
                  </a:cubicBezTo>
                  <a:lnTo>
                    <a:pt x="4525" y="238"/>
                  </a:lnTo>
                  <a:lnTo>
                    <a:pt x="4108" y="0"/>
                  </a:lnTo>
                  <a:close/>
                </a:path>
              </a:pathLst>
            </a:custGeom>
            <a:solidFill>
              <a:srgbClr val="2C2B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42">
              <a:extLst>
                <a:ext uri="{FF2B5EF4-FFF2-40B4-BE49-F238E27FC236}">
                  <a16:creationId xmlns:a16="http://schemas.microsoft.com/office/drawing/2014/main" id="{2FFACE72-5812-F7BC-D263-C29FC8D9778B}"/>
                </a:ext>
              </a:extLst>
            </p:cNvPr>
            <p:cNvSpPr/>
            <p:nvPr/>
          </p:nvSpPr>
          <p:spPr>
            <a:xfrm>
              <a:off x="4936843" y="2955738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81" y="0"/>
                  </a:moveTo>
                  <a:cubicBezTo>
                    <a:pt x="3927" y="0"/>
                    <a:pt x="2572" y="298"/>
                    <a:pt x="1536" y="893"/>
                  </a:cubicBezTo>
                  <a:cubicBezTo>
                    <a:pt x="512" y="1488"/>
                    <a:pt x="1" y="2286"/>
                    <a:pt x="1" y="3060"/>
                  </a:cubicBezTo>
                  <a:lnTo>
                    <a:pt x="1" y="3132"/>
                  </a:lnTo>
                  <a:cubicBezTo>
                    <a:pt x="36" y="3179"/>
                    <a:pt x="36" y="3203"/>
                    <a:pt x="36" y="3227"/>
                  </a:cubicBezTo>
                  <a:cubicBezTo>
                    <a:pt x="36" y="3251"/>
                    <a:pt x="36" y="3262"/>
                    <a:pt x="48" y="3298"/>
                  </a:cubicBezTo>
                  <a:cubicBezTo>
                    <a:pt x="48" y="3322"/>
                    <a:pt x="48" y="3346"/>
                    <a:pt x="60" y="3370"/>
                  </a:cubicBezTo>
                  <a:cubicBezTo>
                    <a:pt x="60" y="3405"/>
                    <a:pt x="72" y="3417"/>
                    <a:pt x="72" y="3441"/>
                  </a:cubicBezTo>
                  <a:cubicBezTo>
                    <a:pt x="72" y="3477"/>
                    <a:pt x="96" y="3489"/>
                    <a:pt x="96" y="3524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43"/>
                    <a:pt x="120" y="3667"/>
                  </a:cubicBezTo>
                  <a:cubicBezTo>
                    <a:pt x="131" y="3703"/>
                    <a:pt x="131" y="3715"/>
                    <a:pt x="155" y="3739"/>
                  </a:cubicBezTo>
                  <a:cubicBezTo>
                    <a:pt x="167" y="3774"/>
                    <a:pt x="167" y="3786"/>
                    <a:pt x="179" y="3822"/>
                  </a:cubicBezTo>
                  <a:cubicBezTo>
                    <a:pt x="191" y="3846"/>
                    <a:pt x="215" y="3858"/>
                    <a:pt x="215" y="3894"/>
                  </a:cubicBezTo>
                  <a:cubicBezTo>
                    <a:pt x="227" y="3917"/>
                    <a:pt x="227" y="3941"/>
                    <a:pt x="239" y="3965"/>
                  </a:cubicBezTo>
                  <a:cubicBezTo>
                    <a:pt x="251" y="4001"/>
                    <a:pt x="274" y="4013"/>
                    <a:pt x="286" y="4036"/>
                  </a:cubicBezTo>
                  <a:cubicBezTo>
                    <a:pt x="298" y="4072"/>
                    <a:pt x="310" y="4084"/>
                    <a:pt x="334" y="4120"/>
                  </a:cubicBezTo>
                  <a:cubicBezTo>
                    <a:pt x="346" y="4144"/>
                    <a:pt x="358" y="4155"/>
                    <a:pt x="370" y="4191"/>
                  </a:cubicBezTo>
                  <a:cubicBezTo>
                    <a:pt x="393" y="4203"/>
                    <a:pt x="405" y="4239"/>
                    <a:pt x="417" y="4251"/>
                  </a:cubicBezTo>
                  <a:cubicBezTo>
                    <a:pt x="429" y="4275"/>
                    <a:pt x="453" y="4298"/>
                    <a:pt x="477" y="4322"/>
                  </a:cubicBezTo>
                  <a:cubicBezTo>
                    <a:pt x="489" y="4334"/>
                    <a:pt x="512" y="4370"/>
                    <a:pt x="524" y="4382"/>
                  </a:cubicBezTo>
                  <a:cubicBezTo>
                    <a:pt x="536" y="4417"/>
                    <a:pt x="572" y="4429"/>
                    <a:pt x="584" y="4453"/>
                  </a:cubicBezTo>
                  <a:cubicBezTo>
                    <a:pt x="596" y="4477"/>
                    <a:pt x="608" y="4501"/>
                    <a:pt x="643" y="4513"/>
                  </a:cubicBezTo>
                  <a:cubicBezTo>
                    <a:pt x="655" y="4548"/>
                    <a:pt x="691" y="4560"/>
                    <a:pt x="715" y="4596"/>
                  </a:cubicBezTo>
                  <a:lnTo>
                    <a:pt x="774" y="4656"/>
                  </a:lnTo>
                  <a:lnTo>
                    <a:pt x="846" y="4727"/>
                  </a:lnTo>
                  <a:lnTo>
                    <a:pt x="905" y="4786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94"/>
                    <a:pt x="1060" y="4917"/>
                  </a:cubicBezTo>
                  <a:cubicBezTo>
                    <a:pt x="1084" y="4953"/>
                    <a:pt x="1120" y="4965"/>
                    <a:pt x="1144" y="4989"/>
                  </a:cubicBezTo>
                  <a:cubicBezTo>
                    <a:pt x="1179" y="5001"/>
                    <a:pt x="1191" y="5025"/>
                    <a:pt x="1227" y="5037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44"/>
                    <a:pt x="1405" y="5156"/>
                  </a:cubicBezTo>
                  <a:cubicBezTo>
                    <a:pt x="1453" y="5203"/>
                    <a:pt x="1513" y="5227"/>
                    <a:pt x="1596" y="5275"/>
                  </a:cubicBezTo>
                  <a:cubicBezTo>
                    <a:pt x="1655" y="5298"/>
                    <a:pt x="1715" y="5346"/>
                    <a:pt x="1786" y="5382"/>
                  </a:cubicBezTo>
                  <a:cubicBezTo>
                    <a:pt x="1798" y="5394"/>
                    <a:pt x="1834" y="5394"/>
                    <a:pt x="1846" y="5406"/>
                  </a:cubicBezTo>
                  <a:cubicBezTo>
                    <a:pt x="1894" y="5418"/>
                    <a:pt x="1929" y="5453"/>
                    <a:pt x="1977" y="5465"/>
                  </a:cubicBezTo>
                  <a:cubicBezTo>
                    <a:pt x="2013" y="5477"/>
                    <a:pt x="2036" y="5501"/>
                    <a:pt x="2048" y="5501"/>
                  </a:cubicBezTo>
                  <a:cubicBezTo>
                    <a:pt x="2096" y="5513"/>
                    <a:pt x="2132" y="5537"/>
                    <a:pt x="2167" y="5560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20"/>
                    <a:pt x="2370" y="5632"/>
                  </a:cubicBezTo>
                  <a:cubicBezTo>
                    <a:pt x="2453" y="5656"/>
                    <a:pt x="2548" y="5703"/>
                    <a:pt x="2644" y="5739"/>
                  </a:cubicBezTo>
                  <a:cubicBezTo>
                    <a:pt x="2668" y="5739"/>
                    <a:pt x="2679" y="5751"/>
                    <a:pt x="2691" y="5751"/>
                  </a:cubicBezTo>
                  <a:cubicBezTo>
                    <a:pt x="2787" y="5787"/>
                    <a:pt x="2858" y="5810"/>
                    <a:pt x="2941" y="5822"/>
                  </a:cubicBezTo>
                  <a:cubicBezTo>
                    <a:pt x="2977" y="5846"/>
                    <a:pt x="3001" y="5846"/>
                    <a:pt x="3037" y="5858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18"/>
                    <a:pt x="3263" y="5918"/>
                    <a:pt x="3299" y="5929"/>
                  </a:cubicBezTo>
                  <a:lnTo>
                    <a:pt x="3489" y="5977"/>
                  </a:lnTo>
                  <a:cubicBezTo>
                    <a:pt x="3513" y="5977"/>
                    <a:pt x="3537" y="5989"/>
                    <a:pt x="3572" y="5989"/>
                  </a:cubicBezTo>
                  <a:cubicBezTo>
                    <a:pt x="3632" y="6001"/>
                    <a:pt x="3680" y="6001"/>
                    <a:pt x="3739" y="6025"/>
                  </a:cubicBezTo>
                  <a:cubicBezTo>
                    <a:pt x="3763" y="6025"/>
                    <a:pt x="3799" y="6037"/>
                    <a:pt x="3822" y="6037"/>
                  </a:cubicBezTo>
                  <a:cubicBezTo>
                    <a:pt x="3906" y="6049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84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58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84"/>
                    <a:pt x="6180" y="6084"/>
                  </a:cubicBezTo>
                  <a:cubicBezTo>
                    <a:pt x="6204" y="6084"/>
                    <a:pt x="6251" y="6084"/>
                    <a:pt x="6287" y="6060"/>
                  </a:cubicBezTo>
                  <a:cubicBezTo>
                    <a:pt x="6370" y="6049"/>
                    <a:pt x="6466" y="6049"/>
                    <a:pt x="6549" y="6037"/>
                  </a:cubicBezTo>
                  <a:lnTo>
                    <a:pt x="6597" y="6037"/>
                  </a:lnTo>
                  <a:cubicBezTo>
                    <a:pt x="6704" y="6025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65"/>
                    <a:pt x="7085" y="5965"/>
                    <a:pt x="7132" y="5941"/>
                  </a:cubicBezTo>
                  <a:cubicBezTo>
                    <a:pt x="7180" y="5929"/>
                    <a:pt x="7204" y="5929"/>
                    <a:pt x="7240" y="5918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58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99"/>
                  </a:cubicBezTo>
                  <a:lnTo>
                    <a:pt x="7847" y="5751"/>
                  </a:lnTo>
                  <a:cubicBezTo>
                    <a:pt x="7871" y="5739"/>
                    <a:pt x="7906" y="5739"/>
                    <a:pt x="7930" y="5715"/>
                  </a:cubicBezTo>
                  <a:cubicBezTo>
                    <a:pt x="8013" y="5691"/>
                    <a:pt x="8085" y="5656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60"/>
                    <a:pt x="8466" y="5525"/>
                  </a:cubicBezTo>
                  <a:cubicBezTo>
                    <a:pt x="8502" y="5513"/>
                    <a:pt x="8513" y="5513"/>
                    <a:pt x="8525" y="5501"/>
                  </a:cubicBezTo>
                  <a:cubicBezTo>
                    <a:pt x="8585" y="5465"/>
                    <a:pt x="8668" y="5441"/>
                    <a:pt x="8728" y="5406"/>
                  </a:cubicBezTo>
                  <a:cubicBezTo>
                    <a:pt x="8752" y="5394"/>
                    <a:pt x="8764" y="5382"/>
                    <a:pt x="8799" y="5382"/>
                  </a:cubicBezTo>
                  <a:cubicBezTo>
                    <a:pt x="8883" y="5334"/>
                    <a:pt x="8966" y="5287"/>
                    <a:pt x="9037" y="5239"/>
                  </a:cubicBezTo>
                  <a:cubicBezTo>
                    <a:pt x="9097" y="5203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7"/>
                    <a:pt x="9406" y="5025"/>
                  </a:cubicBezTo>
                  <a:lnTo>
                    <a:pt x="9442" y="4989"/>
                  </a:lnTo>
                  <a:lnTo>
                    <a:pt x="9466" y="4965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86"/>
                    <a:pt x="9716" y="4751"/>
                  </a:cubicBezTo>
                  <a:lnTo>
                    <a:pt x="9752" y="4727"/>
                  </a:lnTo>
                  <a:lnTo>
                    <a:pt x="9776" y="4691"/>
                  </a:lnTo>
                  <a:cubicBezTo>
                    <a:pt x="9811" y="4667"/>
                    <a:pt x="9835" y="4644"/>
                    <a:pt x="9859" y="4620"/>
                  </a:cubicBezTo>
                  <a:cubicBezTo>
                    <a:pt x="9871" y="4608"/>
                    <a:pt x="9883" y="4572"/>
                    <a:pt x="9918" y="4560"/>
                  </a:cubicBezTo>
                  <a:lnTo>
                    <a:pt x="9990" y="4489"/>
                  </a:lnTo>
                  <a:lnTo>
                    <a:pt x="10002" y="4465"/>
                  </a:lnTo>
                  <a:lnTo>
                    <a:pt x="10049" y="4429"/>
                  </a:lnTo>
                  <a:cubicBezTo>
                    <a:pt x="10061" y="4394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310"/>
                  </a:cubicBezTo>
                  <a:cubicBezTo>
                    <a:pt x="10133" y="4310"/>
                    <a:pt x="10133" y="4286"/>
                    <a:pt x="10157" y="4286"/>
                  </a:cubicBezTo>
                  <a:cubicBezTo>
                    <a:pt x="10168" y="4263"/>
                    <a:pt x="10180" y="4251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91"/>
                    <a:pt x="10240" y="4167"/>
                    <a:pt x="10252" y="4155"/>
                  </a:cubicBezTo>
                  <a:cubicBezTo>
                    <a:pt x="10276" y="4132"/>
                    <a:pt x="10288" y="4108"/>
                    <a:pt x="10299" y="4084"/>
                  </a:cubicBezTo>
                  <a:cubicBezTo>
                    <a:pt x="10299" y="4072"/>
                    <a:pt x="10311" y="4072"/>
                    <a:pt x="10311" y="4048"/>
                  </a:cubicBezTo>
                  <a:cubicBezTo>
                    <a:pt x="10335" y="4036"/>
                    <a:pt x="10335" y="4024"/>
                    <a:pt x="10335" y="4013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94"/>
                    <a:pt x="10407" y="3870"/>
                    <a:pt x="10407" y="3858"/>
                  </a:cubicBezTo>
                  <a:cubicBezTo>
                    <a:pt x="10418" y="3834"/>
                    <a:pt x="10430" y="3810"/>
                    <a:pt x="10430" y="3786"/>
                  </a:cubicBezTo>
                  <a:cubicBezTo>
                    <a:pt x="10430" y="3774"/>
                    <a:pt x="10454" y="3751"/>
                    <a:pt x="10454" y="3751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55"/>
                  </a:cubicBezTo>
                  <a:cubicBezTo>
                    <a:pt x="10490" y="3632"/>
                    <a:pt x="10490" y="3620"/>
                    <a:pt x="10514" y="3620"/>
                  </a:cubicBezTo>
                  <a:cubicBezTo>
                    <a:pt x="10514" y="3608"/>
                    <a:pt x="10514" y="3608"/>
                    <a:pt x="10526" y="3596"/>
                  </a:cubicBezTo>
                  <a:cubicBezTo>
                    <a:pt x="10526" y="3560"/>
                    <a:pt x="10538" y="3548"/>
                    <a:pt x="10538" y="3513"/>
                  </a:cubicBezTo>
                  <a:cubicBezTo>
                    <a:pt x="10538" y="3501"/>
                    <a:pt x="10538" y="3489"/>
                    <a:pt x="10549" y="3477"/>
                  </a:cubicBezTo>
                  <a:lnTo>
                    <a:pt x="10549" y="3441"/>
                  </a:lnTo>
                  <a:cubicBezTo>
                    <a:pt x="10549" y="3417"/>
                    <a:pt x="10573" y="3393"/>
                    <a:pt x="10573" y="3370"/>
                  </a:cubicBezTo>
                  <a:lnTo>
                    <a:pt x="10573" y="3322"/>
                  </a:lnTo>
                  <a:lnTo>
                    <a:pt x="10573" y="3298"/>
                  </a:lnTo>
                  <a:cubicBezTo>
                    <a:pt x="10573" y="3262"/>
                    <a:pt x="10573" y="3251"/>
                    <a:pt x="10585" y="3215"/>
                  </a:cubicBezTo>
                  <a:lnTo>
                    <a:pt x="10585" y="3179"/>
                  </a:lnTo>
                  <a:lnTo>
                    <a:pt x="10585" y="3143"/>
                  </a:lnTo>
                  <a:cubicBezTo>
                    <a:pt x="10609" y="2322"/>
                    <a:pt x="10097" y="1512"/>
                    <a:pt x="9025" y="893"/>
                  </a:cubicBezTo>
                  <a:cubicBezTo>
                    <a:pt x="7990" y="298"/>
                    <a:pt x="6635" y="0"/>
                    <a:pt x="5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42">
              <a:extLst>
                <a:ext uri="{FF2B5EF4-FFF2-40B4-BE49-F238E27FC236}">
                  <a16:creationId xmlns:a16="http://schemas.microsoft.com/office/drawing/2014/main" id="{7EE6CA4C-515C-1910-32B8-4AECFC16CFFC}"/>
                </a:ext>
              </a:extLst>
            </p:cNvPr>
            <p:cNvSpPr/>
            <p:nvPr/>
          </p:nvSpPr>
          <p:spPr>
            <a:xfrm>
              <a:off x="4964982" y="2971033"/>
              <a:ext cx="260167" cy="149616"/>
            </a:xfrm>
            <a:custGeom>
              <a:avLst/>
              <a:gdLst/>
              <a:ahLst/>
              <a:cxnLst/>
              <a:rect l="l" t="t" r="r" b="b"/>
              <a:pathLst>
                <a:path w="8811" h="5067" extrusionOk="0">
                  <a:moveTo>
                    <a:pt x="4407" y="0"/>
                  </a:moveTo>
                  <a:cubicBezTo>
                    <a:pt x="3289" y="0"/>
                    <a:pt x="2173" y="244"/>
                    <a:pt x="1322" y="732"/>
                  </a:cubicBezTo>
                  <a:cubicBezTo>
                    <a:pt x="476" y="1232"/>
                    <a:pt x="60" y="1863"/>
                    <a:pt x="60" y="2518"/>
                  </a:cubicBezTo>
                  <a:lnTo>
                    <a:pt x="60" y="2578"/>
                  </a:lnTo>
                  <a:cubicBezTo>
                    <a:pt x="0" y="2649"/>
                    <a:pt x="0" y="2661"/>
                    <a:pt x="0" y="2685"/>
                  </a:cubicBezTo>
                  <a:cubicBezTo>
                    <a:pt x="0" y="2709"/>
                    <a:pt x="0" y="2733"/>
                    <a:pt x="12" y="2744"/>
                  </a:cubicBezTo>
                  <a:cubicBezTo>
                    <a:pt x="12" y="2768"/>
                    <a:pt x="12" y="2792"/>
                    <a:pt x="36" y="2804"/>
                  </a:cubicBezTo>
                  <a:cubicBezTo>
                    <a:pt x="36" y="2828"/>
                    <a:pt x="48" y="2852"/>
                    <a:pt x="48" y="2864"/>
                  </a:cubicBezTo>
                  <a:cubicBezTo>
                    <a:pt x="48" y="2887"/>
                    <a:pt x="60" y="2911"/>
                    <a:pt x="60" y="2923"/>
                  </a:cubicBezTo>
                  <a:cubicBezTo>
                    <a:pt x="60" y="2947"/>
                    <a:pt x="71" y="2971"/>
                    <a:pt x="71" y="2983"/>
                  </a:cubicBezTo>
                  <a:cubicBezTo>
                    <a:pt x="71" y="2995"/>
                    <a:pt x="95" y="3030"/>
                    <a:pt x="95" y="3042"/>
                  </a:cubicBezTo>
                  <a:cubicBezTo>
                    <a:pt x="95" y="3054"/>
                    <a:pt x="107" y="3090"/>
                    <a:pt x="119" y="3102"/>
                  </a:cubicBezTo>
                  <a:cubicBezTo>
                    <a:pt x="119" y="3114"/>
                    <a:pt x="131" y="3149"/>
                    <a:pt x="131" y="3161"/>
                  </a:cubicBezTo>
                  <a:cubicBezTo>
                    <a:pt x="155" y="3173"/>
                    <a:pt x="155" y="3209"/>
                    <a:pt x="167" y="3221"/>
                  </a:cubicBezTo>
                  <a:cubicBezTo>
                    <a:pt x="179" y="3233"/>
                    <a:pt x="179" y="3268"/>
                    <a:pt x="191" y="3280"/>
                  </a:cubicBezTo>
                  <a:cubicBezTo>
                    <a:pt x="214" y="3292"/>
                    <a:pt x="226" y="3328"/>
                    <a:pt x="226" y="3340"/>
                  </a:cubicBezTo>
                  <a:cubicBezTo>
                    <a:pt x="238" y="3352"/>
                    <a:pt x="238" y="3387"/>
                    <a:pt x="250" y="3399"/>
                  </a:cubicBezTo>
                  <a:cubicBezTo>
                    <a:pt x="274" y="3411"/>
                    <a:pt x="286" y="3447"/>
                    <a:pt x="298" y="3459"/>
                  </a:cubicBezTo>
                  <a:cubicBezTo>
                    <a:pt x="310" y="3471"/>
                    <a:pt x="333" y="3495"/>
                    <a:pt x="333" y="3518"/>
                  </a:cubicBezTo>
                  <a:cubicBezTo>
                    <a:pt x="345" y="3530"/>
                    <a:pt x="357" y="3566"/>
                    <a:pt x="369" y="3578"/>
                  </a:cubicBezTo>
                  <a:cubicBezTo>
                    <a:pt x="393" y="3590"/>
                    <a:pt x="405" y="3614"/>
                    <a:pt x="417" y="3637"/>
                  </a:cubicBezTo>
                  <a:cubicBezTo>
                    <a:pt x="429" y="3649"/>
                    <a:pt x="452" y="3685"/>
                    <a:pt x="464" y="3697"/>
                  </a:cubicBezTo>
                  <a:cubicBezTo>
                    <a:pt x="476" y="3709"/>
                    <a:pt x="488" y="3733"/>
                    <a:pt x="512" y="3757"/>
                  </a:cubicBezTo>
                  <a:lnTo>
                    <a:pt x="572" y="3816"/>
                  </a:lnTo>
                  <a:lnTo>
                    <a:pt x="607" y="3864"/>
                  </a:lnTo>
                  <a:lnTo>
                    <a:pt x="667" y="3923"/>
                  </a:lnTo>
                  <a:lnTo>
                    <a:pt x="714" y="3971"/>
                  </a:lnTo>
                  <a:cubicBezTo>
                    <a:pt x="750" y="3983"/>
                    <a:pt x="762" y="4007"/>
                    <a:pt x="786" y="4030"/>
                  </a:cubicBezTo>
                  <a:cubicBezTo>
                    <a:pt x="810" y="4042"/>
                    <a:pt x="822" y="4054"/>
                    <a:pt x="845" y="4066"/>
                  </a:cubicBezTo>
                  <a:cubicBezTo>
                    <a:pt x="881" y="4090"/>
                    <a:pt x="905" y="4114"/>
                    <a:pt x="929" y="4126"/>
                  </a:cubicBezTo>
                  <a:cubicBezTo>
                    <a:pt x="941" y="4149"/>
                    <a:pt x="953" y="4161"/>
                    <a:pt x="988" y="4173"/>
                  </a:cubicBezTo>
                  <a:cubicBezTo>
                    <a:pt x="1012" y="4209"/>
                    <a:pt x="1048" y="4221"/>
                    <a:pt x="1083" y="4233"/>
                  </a:cubicBezTo>
                  <a:cubicBezTo>
                    <a:pt x="1107" y="4245"/>
                    <a:pt x="1119" y="4245"/>
                    <a:pt x="1131" y="4268"/>
                  </a:cubicBezTo>
                  <a:cubicBezTo>
                    <a:pt x="1179" y="4292"/>
                    <a:pt x="1238" y="4328"/>
                    <a:pt x="1286" y="4352"/>
                  </a:cubicBezTo>
                  <a:cubicBezTo>
                    <a:pt x="1322" y="4388"/>
                    <a:pt x="1381" y="4411"/>
                    <a:pt x="1441" y="4447"/>
                  </a:cubicBezTo>
                  <a:cubicBezTo>
                    <a:pt x="1464" y="4459"/>
                    <a:pt x="1476" y="4459"/>
                    <a:pt x="1500" y="4471"/>
                  </a:cubicBezTo>
                  <a:cubicBezTo>
                    <a:pt x="1536" y="4483"/>
                    <a:pt x="1584" y="4507"/>
                    <a:pt x="1607" y="4530"/>
                  </a:cubicBezTo>
                  <a:cubicBezTo>
                    <a:pt x="1619" y="4542"/>
                    <a:pt x="1655" y="4542"/>
                    <a:pt x="1667" y="4566"/>
                  </a:cubicBezTo>
                  <a:cubicBezTo>
                    <a:pt x="1703" y="4578"/>
                    <a:pt x="1738" y="4590"/>
                    <a:pt x="1774" y="4602"/>
                  </a:cubicBezTo>
                  <a:cubicBezTo>
                    <a:pt x="1798" y="4626"/>
                    <a:pt x="1822" y="4626"/>
                    <a:pt x="1845" y="4638"/>
                  </a:cubicBezTo>
                  <a:cubicBezTo>
                    <a:pt x="1881" y="4649"/>
                    <a:pt x="1905" y="4661"/>
                    <a:pt x="1941" y="4661"/>
                  </a:cubicBezTo>
                  <a:cubicBezTo>
                    <a:pt x="2012" y="4697"/>
                    <a:pt x="2084" y="4721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804"/>
                    <a:pt x="2334" y="4816"/>
                    <a:pt x="2417" y="4828"/>
                  </a:cubicBezTo>
                  <a:cubicBezTo>
                    <a:pt x="2441" y="4828"/>
                    <a:pt x="2453" y="4840"/>
                    <a:pt x="2488" y="4840"/>
                  </a:cubicBezTo>
                  <a:cubicBezTo>
                    <a:pt x="2536" y="4864"/>
                    <a:pt x="2572" y="4876"/>
                    <a:pt x="2619" y="4876"/>
                  </a:cubicBezTo>
                  <a:cubicBezTo>
                    <a:pt x="2655" y="4876"/>
                    <a:pt x="2679" y="4888"/>
                    <a:pt x="2691" y="4888"/>
                  </a:cubicBezTo>
                  <a:cubicBezTo>
                    <a:pt x="2738" y="4900"/>
                    <a:pt x="2798" y="4923"/>
                    <a:pt x="2846" y="4923"/>
                  </a:cubicBezTo>
                  <a:cubicBezTo>
                    <a:pt x="2869" y="4923"/>
                    <a:pt x="2893" y="4935"/>
                    <a:pt x="2917" y="4935"/>
                  </a:cubicBezTo>
                  <a:cubicBezTo>
                    <a:pt x="2965" y="4947"/>
                    <a:pt x="3012" y="4947"/>
                    <a:pt x="3048" y="4959"/>
                  </a:cubicBezTo>
                  <a:cubicBezTo>
                    <a:pt x="3084" y="4959"/>
                    <a:pt x="3096" y="4983"/>
                    <a:pt x="3131" y="4983"/>
                  </a:cubicBezTo>
                  <a:cubicBezTo>
                    <a:pt x="3191" y="4995"/>
                    <a:pt x="3250" y="4995"/>
                    <a:pt x="3310" y="5007"/>
                  </a:cubicBezTo>
                  <a:lnTo>
                    <a:pt x="3334" y="5007"/>
                  </a:lnTo>
                  <a:cubicBezTo>
                    <a:pt x="3405" y="5019"/>
                    <a:pt x="3465" y="5019"/>
                    <a:pt x="3548" y="5042"/>
                  </a:cubicBezTo>
                  <a:lnTo>
                    <a:pt x="3584" y="5042"/>
                  </a:lnTo>
                  <a:cubicBezTo>
                    <a:pt x="3643" y="5042"/>
                    <a:pt x="3691" y="5054"/>
                    <a:pt x="3750" y="5054"/>
                  </a:cubicBezTo>
                  <a:lnTo>
                    <a:pt x="3822" y="5054"/>
                  </a:lnTo>
                  <a:cubicBezTo>
                    <a:pt x="3870" y="5054"/>
                    <a:pt x="3917" y="5054"/>
                    <a:pt x="3965" y="5066"/>
                  </a:cubicBezTo>
                  <a:lnTo>
                    <a:pt x="4929" y="5066"/>
                  </a:lnTo>
                  <a:cubicBezTo>
                    <a:pt x="4977" y="5066"/>
                    <a:pt x="5013" y="5066"/>
                    <a:pt x="5060" y="5054"/>
                  </a:cubicBezTo>
                  <a:cubicBezTo>
                    <a:pt x="5096" y="5054"/>
                    <a:pt x="5120" y="5054"/>
                    <a:pt x="5155" y="5042"/>
                  </a:cubicBezTo>
                  <a:cubicBezTo>
                    <a:pt x="5227" y="5019"/>
                    <a:pt x="5298" y="5019"/>
                    <a:pt x="5370" y="5007"/>
                  </a:cubicBezTo>
                  <a:lnTo>
                    <a:pt x="5405" y="5007"/>
                  </a:lnTo>
                  <a:cubicBezTo>
                    <a:pt x="5489" y="4995"/>
                    <a:pt x="5572" y="4983"/>
                    <a:pt x="5655" y="4959"/>
                  </a:cubicBezTo>
                  <a:cubicBezTo>
                    <a:pt x="5691" y="4959"/>
                    <a:pt x="5715" y="4947"/>
                    <a:pt x="5751" y="4947"/>
                  </a:cubicBezTo>
                  <a:cubicBezTo>
                    <a:pt x="5786" y="4947"/>
                    <a:pt x="5822" y="4935"/>
                    <a:pt x="5870" y="4923"/>
                  </a:cubicBezTo>
                  <a:cubicBezTo>
                    <a:pt x="5894" y="4923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6"/>
                  </a:cubicBezTo>
                  <a:cubicBezTo>
                    <a:pt x="6108" y="4876"/>
                    <a:pt x="6132" y="4864"/>
                    <a:pt x="6167" y="4840"/>
                  </a:cubicBezTo>
                  <a:cubicBezTo>
                    <a:pt x="6191" y="4828"/>
                    <a:pt x="6239" y="4828"/>
                    <a:pt x="6263" y="4816"/>
                  </a:cubicBezTo>
                  <a:cubicBezTo>
                    <a:pt x="6298" y="4804"/>
                    <a:pt x="6322" y="4804"/>
                    <a:pt x="6358" y="4780"/>
                  </a:cubicBezTo>
                  <a:cubicBezTo>
                    <a:pt x="6382" y="4769"/>
                    <a:pt x="6429" y="4769"/>
                    <a:pt x="6465" y="4757"/>
                  </a:cubicBezTo>
                  <a:cubicBezTo>
                    <a:pt x="6489" y="4745"/>
                    <a:pt x="6525" y="4745"/>
                    <a:pt x="6537" y="4721"/>
                  </a:cubicBezTo>
                  <a:cubicBezTo>
                    <a:pt x="6596" y="4709"/>
                    <a:pt x="6668" y="4685"/>
                    <a:pt x="6727" y="4661"/>
                  </a:cubicBezTo>
                  <a:cubicBezTo>
                    <a:pt x="6739" y="4661"/>
                    <a:pt x="6763" y="4649"/>
                    <a:pt x="6775" y="4649"/>
                  </a:cubicBezTo>
                  <a:lnTo>
                    <a:pt x="7001" y="4566"/>
                  </a:lnTo>
                  <a:cubicBezTo>
                    <a:pt x="7013" y="4542"/>
                    <a:pt x="7025" y="4542"/>
                    <a:pt x="7060" y="4530"/>
                  </a:cubicBezTo>
                  <a:cubicBezTo>
                    <a:pt x="7120" y="4507"/>
                    <a:pt x="7156" y="4483"/>
                    <a:pt x="7215" y="4459"/>
                  </a:cubicBezTo>
                  <a:cubicBezTo>
                    <a:pt x="7239" y="4447"/>
                    <a:pt x="7263" y="4447"/>
                    <a:pt x="7275" y="4423"/>
                  </a:cubicBezTo>
                  <a:cubicBezTo>
                    <a:pt x="7358" y="4399"/>
                    <a:pt x="7418" y="4352"/>
                    <a:pt x="7489" y="4328"/>
                  </a:cubicBezTo>
                  <a:cubicBezTo>
                    <a:pt x="7549" y="4292"/>
                    <a:pt x="7596" y="4268"/>
                    <a:pt x="7632" y="4233"/>
                  </a:cubicBezTo>
                  <a:cubicBezTo>
                    <a:pt x="7656" y="4233"/>
                    <a:pt x="7656" y="4221"/>
                    <a:pt x="7668" y="4221"/>
                  </a:cubicBezTo>
                  <a:lnTo>
                    <a:pt x="7680" y="4209"/>
                  </a:lnTo>
                  <a:cubicBezTo>
                    <a:pt x="7715" y="4185"/>
                    <a:pt x="7739" y="4161"/>
                    <a:pt x="7787" y="4149"/>
                  </a:cubicBezTo>
                  <a:cubicBezTo>
                    <a:pt x="7799" y="4149"/>
                    <a:pt x="7799" y="4126"/>
                    <a:pt x="7811" y="4126"/>
                  </a:cubicBezTo>
                  <a:cubicBezTo>
                    <a:pt x="7834" y="4126"/>
                    <a:pt x="7834" y="4114"/>
                    <a:pt x="7846" y="4114"/>
                  </a:cubicBezTo>
                  <a:cubicBezTo>
                    <a:pt x="7870" y="4102"/>
                    <a:pt x="7906" y="4066"/>
                    <a:pt x="7918" y="4054"/>
                  </a:cubicBezTo>
                  <a:cubicBezTo>
                    <a:pt x="7930" y="4054"/>
                    <a:pt x="7930" y="4042"/>
                    <a:pt x="7953" y="4042"/>
                  </a:cubicBezTo>
                  <a:lnTo>
                    <a:pt x="7977" y="4007"/>
                  </a:lnTo>
                  <a:cubicBezTo>
                    <a:pt x="8013" y="3995"/>
                    <a:pt x="8025" y="3971"/>
                    <a:pt x="8049" y="3947"/>
                  </a:cubicBezTo>
                  <a:lnTo>
                    <a:pt x="8084" y="3923"/>
                  </a:lnTo>
                  <a:lnTo>
                    <a:pt x="8108" y="3887"/>
                  </a:lnTo>
                  <a:lnTo>
                    <a:pt x="8168" y="3828"/>
                  </a:lnTo>
                  <a:lnTo>
                    <a:pt x="8215" y="3792"/>
                  </a:lnTo>
                  <a:lnTo>
                    <a:pt x="8275" y="3733"/>
                  </a:lnTo>
                  <a:cubicBezTo>
                    <a:pt x="8275" y="3733"/>
                    <a:pt x="8275" y="3709"/>
                    <a:pt x="8287" y="3709"/>
                  </a:cubicBezTo>
                  <a:cubicBezTo>
                    <a:pt x="8311" y="3697"/>
                    <a:pt x="8311" y="3685"/>
                    <a:pt x="8322" y="3673"/>
                  </a:cubicBezTo>
                  <a:cubicBezTo>
                    <a:pt x="8334" y="3649"/>
                    <a:pt x="8346" y="3626"/>
                    <a:pt x="8370" y="3614"/>
                  </a:cubicBezTo>
                  <a:cubicBezTo>
                    <a:pt x="8382" y="3590"/>
                    <a:pt x="8382" y="3578"/>
                    <a:pt x="8394" y="3566"/>
                  </a:cubicBezTo>
                  <a:lnTo>
                    <a:pt x="8406" y="3554"/>
                  </a:lnTo>
                  <a:cubicBezTo>
                    <a:pt x="8430" y="3530"/>
                    <a:pt x="8442" y="3506"/>
                    <a:pt x="8453" y="3495"/>
                  </a:cubicBezTo>
                  <a:cubicBezTo>
                    <a:pt x="8453" y="3495"/>
                    <a:pt x="8453" y="3471"/>
                    <a:pt x="8465" y="3471"/>
                  </a:cubicBezTo>
                  <a:cubicBezTo>
                    <a:pt x="8489" y="3459"/>
                    <a:pt x="8489" y="3447"/>
                    <a:pt x="8501" y="3435"/>
                  </a:cubicBezTo>
                  <a:cubicBezTo>
                    <a:pt x="8513" y="3411"/>
                    <a:pt x="8525" y="3387"/>
                    <a:pt x="8549" y="3376"/>
                  </a:cubicBezTo>
                  <a:cubicBezTo>
                    <a:pt x="8549" y="3352"/>
                    <a:pt x="8561" y="3352"/>
                    <a:pt x="8561" y="3340"/>
                  </a:cubicBezTo>
                  <a:cubicBezTo>
                    <a:pt x="8561" y="3328"/>
                    <a:pt x="8573" y="3328"/>
                    <a:pt x="8573" y="3316"/>
                  </a:cubicBezTo>
                  <a:cubicBezTo>
                    <a:pt x="8584" y="3292"/>
                    <a:pt x="8608" y="3268"/>
                    <a:pt x="8608" y="3256"/>
                  </a:cubicBezTo>
                  <a:cubicBezTo>
                    <a:pt x="8608" y="3233"/>
                    <a:pt x="8620" y="3233"/>
                    <a:pt x="8620" y="3221"/>
                  </a:cubicBezTo>
                  <a:cubicBezTo>
                    <a:pt x="8620" y="3209"/>
                    <a:pt x="8632" y="3209"/>
                    <a:pt x="8632" y="3197"/>
                  </a:cubicBezTo>
                  <a:cubicBezTo>
                    <a:pt x="8644" y="3173"/>
                    <a:pt x="8644" y="3149"/>
                    <a:pt x="8668" y="3137"/>
                  </a:cubicBezTo>
                  <a:cubicBezTo>
                    <a:pt x="8668" y="3114"/>
                    <a:pt x="8668" y="3114"/>
                    <a:pt x="8680" y="3102"/>
                  </a:cubicBezTo>
                  <a:cubicBezTo>
                    <a:pt x="8680" y="3090"/>
                    <a:pt x="8680" y="3090"/>
                    <a:pt x="8692" y="3078"/>
                  </a:cubicBezTo>
                  <a:cubicBezTo>
                    <a:pt x="8703" y="3054"/>
                    <a:pt x="8703" y="3030"/>
                    <a:pt x="8727" y="3018"/>
                  </a:cubicBezTo>
                  <a:cubicBezTo>
                    <a:pt x="8727" y="2995"/>
                    <a:pt x="8727" y="2995"/>
                    <a:pt x="8739" y="2983"/>
                  </a:cubicBezTo>
                  <a:cubicBezTo>
                    <a:pt x="8739" y="2971"/>
                    <a:pt x="8739" y="2971"/>
                    <a:pt x="8751" y="2959"/>
                  </a:cubicBezTo>
                  <a:cubicBezTo>
                    <a:pt x="8751" y="2935"/>
                    <a:pt x="8763" y="2911"/>
                    <a:pt x="8763" y="2899"/>
                  </a:cubicBezTo>
                  <a:lnTo>
                    <a:pt x="8763" y="2864"/>
                  </a:lnTo>
                  <a:lnTo>
                    <a:pt x="8763" y="2840"/>
                  </a:lnTo>
                  <a:cubicBezTo>
                    <a:pt x="8763" y="2816"/>
                    <a:pt x="8787" y="2792"/>
                    <a:pt x="8787" y="2780"/>
                  </a:cubicBezTo>
                  <a:lnTo>
                    <a:pt x="8787" y="2744"/>
                  </a:lnTo>
                  <a:lnTo>
                    <a:pt x="8787" y="2721"/>
                  </a:lnTo>
                  <a:lnTo>
                    <a:pt x="8787" y="2661"/>
                  </a:lnTo>
                  <a:lnTo>
                    <a:pt x="8787" y="2614"/>
                  </a:lnTo>
                  <a:lnTo>
                    <a:pt x="8787" y="2602"/>
                  </a:lnTo>
                  <a:cubicBezTo>
                    <a:pt x="8811" y="1923"/>
                    <a:pt x="8382" y="1256"/>
                    <a:pt x="7501" y="732"/>
                  </a:cubicBezTo>
                  <a:cubicBezTo>
                    <a:pt x="6644" y="244"/>
                    <a:pt x="5525" y="0"/>
                    <a:pt x="44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42">
              <a:extLst>
                <a:ext uri="{FF2B5EF4-FFF2-40B4-BE49-F238E27FC236}">
                  <a16:creationId xmlns:a16="http://schemas.microsoft.com/office/drawing/2014/main" id="{56CDBC9D-DA81-86BB-FB92-79CE72829C03}"/>
                </a:ext>
              </a:extLst>
            </p:cNvPr>
            <p:cNvSpPr/>
            <p:nvPr/>
          </p:nvSpPr>
          <p:spPr>
            <a:xfrm>
              <a:off x="4938614" y="3051702"/>
              <a:ext cx="311486" cy="120620"/>
            </a:xfrm>
            <a:custGeom>
              <a:avLst/>
              <a:gdLst/>
              <a:ahLst/>
              <a:cxnLst/>
              <a:rect l="l" t="t" r="r" b="b"/>
              <a:pathLst>
                <a:path w="10549" h="4085" extrusionOk="0">
                  <a:moveTo>
                    <a:pt x="0" y="1"/>
                  </a:moveTo>
                  <a:lnTo>
                    <a:pt x="0" y="1048"/>
                  </a:lnTo>
                  <a:cubicBezTo>
                    <a:pt x="0" y="1834"/>
                    <a:pt x="524" y="2620"/>
                    <a:pt x="1560" y="3227"/>
                  </a:cubicBezTo>
                  <a:cubicBezTo>
                    <a:pt x="1619" y="3263"/>
                    <a:pt x="1679" y="3310"/>
                    <a:pt x="1750" y="3334"/>
                  </a:cubicBezTo>
                  <a:cubicBezTo>
                    <a:pt x="1774" y="3346"/>
                    <a:pt x="1798" y="3346"/>
                    <a:pt x="1810" y="3370"/>
                  </a:cubicBezTo>
                  <a:cubicBezTo>
                    <a:pt x="1857" y="3382"/>
                    <a:pt x="1905" y="3406"/>
                    <a:pt x="1953" y="3430"/>
                  </a:cubicBezTo>
                  <a:cubicBezTo>
                    <a:pt x="1976" y="3441"/>
                    <a:pt x="2012" y="3453"/>
                    <a:pt x="2024" y="3453"/>
                  </a:cubicBezTo>
                  <a:cubicBezTo>
                    <a:pt x="2072" y="3465"/>
                    <a:pt x="2096" y="3489"/>
                    <a:pt x="2143" y="3513"/>
                  </a:cubicBezTo>
                  <a:cubicBezTo>
                    <a:pt x="2167" y="3525"/>
                    <a:pt x="2203" y="3549"/>
                    <a:pt x="2227" y="3549"/>
                  </a:cubicBezTo>
                  <a:cubicBezTo>
                    <a:pt x="2262" y="3561"/>
                    <a:pt x="2286" y="3572"/>
                    <a:pt x="2322" y="3572"/>
                  </a:cubicBezTo>
                  <a:cubicBezTo>
                    <a:pt x="2334" y="3572"/>
                    <a:pt x="2334" y="3572"/>
                    <a:pt x="2346" y="3584"/>
                  </a:cubicBezTo>
                  <a:cubicBezTo>
                    <a:pt x="2441" y="3620"/>
                    <a:pt x="2524" y="3668"/>
                    <a:pt x="2631" y="3691"/>
                  </a:cubicBezTo>
                  <a:cubicBezTo>
                    <a:pt x="2643" y="3691"/>
                    <a:pt x="2667" y="3703"/>
                    <a:pt x="2679" y="3703"/>
                  </a:cubicBezTo>
                  <a:cubicBezTo>
                    <a:pt x="2762" y="3739"/>
                    <a:pt x="2846" y="3763"/>
                    <a:pt x="2929" y="3787"/>
                  </a:cubicBezTo>
                  <a:cubicBezTo>
                    <a:pt x="2941" y="3787"/>
                    <a:pt x="2965" y="3799"/>
                    <a:pt x="2977" y="3799"/>
                  </a:cubicBezTo>
                  <a:cubicBezTo>
                    <a:pt x="2989" y="3799"/>
                    <a:pt x="3000" y="3811"/>
                    <a:pt x="3024" y="3811"/>
                  </a:cubicBezTo>
                  <a:cubicBezTo>
                    <a:pt x="3084" y="3822"/>
                    <a:pt x="3119" y="3846"/>
                    <a:pt x="3179" y="3858"/>
                  </a:cubicBezTo>
                  <a:cubicBezTo>
                    <a:pt x="3215" y="3870"/>
                    <a:pt x="3239" y="3870"/>
                    <a:pt x="3286" y="3882"/>
                  </a:cubicBezTo>
                  <a:lnTo>
                    <a:pt x="3465" y="3930"/>
                  </a:lnTo>
                  <a:cubicBezTo>
                    <a:pt x="3477" y="3930"/>
                    <a:pt x="3512" y="3942"/>
                    <a:pt x="3524" y="3942"/>
                  </a:cubicBezTo>
                  <a:lnTo>
                    <a:pt x="3536" y="3942"/>
                  </a:lnTo>
                  <a:cubicBezTo>
                    <a:pt x="3596" y="3965"/>
                    <a:pt x="3643" y="3965"/>
                    <a:pt x="3703" y="3977"/>
                  </a:cubicBezTo>
                  <a:cubicBezTo>
                    <a:pt x="3739" y="3977"/>
                    <a:pt x="3762" y="3989"/>
                    <a:pt x="3798" y="3989"/>
                  </a:cubicBezTo>
                  <a:cubicBezTo>
                    <a:pt x="3870" y="4001"/>
                    <a:pt x="3941" y="4025"/>
                    <a:pt x="4012" y="4025"/>
                  </a:cubicBezTo>
                  <a:lnTo>
                    <a:pt x="4048" y="4025"/>
                  </a:lnTo>
                  <a:cubicBezTo>
                    <a:pt x="4132" y="4037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489" y="4061"/>
                    <a:pt x="4548" y="4061"/>
                  </a:cubicBezTo>
                  <a:lnTo>
                    <a:pt x="4643" y="4061"/>
                  </a:lnTo>
                  <a:cubicBezTo>
                    <a:pt x="4703" y="4061"/>
                    <a:pt x="4751" y="4084"/>
                    <a:pt x="4810" y="4084"/>
                  </a:cubicBezTo>
                  <a:lnTo>
                    <a:pt x="5679" y="4084"/>
                  </a:lnTo>
                  <a:cubicBezTo>
                    <a:pt x="5739" y="4084"/>
                    <a:pt x="5798" y="4084"/>
                    <a:pt x="5858" y="4061"/>
                  </a:cubicBezTo>
                  <a:lnTo>
                    <a:pt x="5965" y="4061"/>
                  </a:lnTo>
                  <a:cubicBezTo>
                    <a:pt x="6025" y="4061"/>
                    <a:pt x="6084" y="4049"/>
                    <a:pt x="6132" y="4049"/>
                  </a:cubicBezTo>
                  <a:lnTo>
                    <a:pt x="6239" y="4049"/>
                  </a:lnTo>
                  <a:cubicBezTo>
                    <a:pt x="6322" y="4037"/>
                    <a:pt x="6418" y="4037"/>
                    <a:pt x="6501" y="4025"/>
                  </a:cubicBezTo>
                  <a:lnTo>
                    <a:pt x="6548" y="4025"/>
                  </a:lnTo>
                  <a:cubicBezTo>
                    <a:pt x="6656" y="4001"/>
                    <a:pt x="6739" y="3989"/>
                    <a:pt x="6846" y="3977"/>
                  </a:cubicBezTo>
                  <a:lnTo>
                    <a:pt x="6870" y="3977"/>
                  </a:lnTo>
                  <a:cubicBezTo>
                    <a:pt x="6906" y="3977"/>
                    <a:pt x="6929" y="3965"/>
                    <a:pt x="6953" y="3965"/>
                  </a:cubicBezTo>
                  <a:cubicBezTo>
                    <a:pt x="6989" y="3942"/>
                    <a:pt x="7037" y="3942"/>
                    <a:pt x="7084" y="3930"/>
                  </a:cubicBezTo>
                  <a:cubicBezTo>
                    <a:pt x="7132" y="3918"/>
                    <a:pt x="7156" y="3918"/>
                    <a:pt x="7203" y="3906"/>
                  </a:cubicBezTo>
                  <a:cubicBezTo>
                    <a:pt x="7251" y="3882"/>
                    <a:pt x="7287" y="3882"/>
                    <a:pt x="7334" y="3870"/>
                  </a:cubicBezTo>
                  <a:cubicBezTo>
                    <a:pt x="7382" y="3858"/>
                    <a:pt x="7406" y="3858"/>
                    <a:pt x="7441" y="3846"/>
                  </a:cubicBezTo>
                  <a:cubicBezTo>
                    <a:pt x="7489" y="3822"/>
                    <a:pt x="7525" y="3811"/>
                    <a:pt x="7572" y="3811"/>
                  </a:cubicBezTo>
                  <a:cubicBezTo>
                    <a:pt x="7608" y="3799"/>
                    <a:pt x="7644" y="3799"/>
                    <a:pt x="7680" y="3787"/>
                  </a:cubicBezTo>
                  <a:lnTo>
                    <a:pt x="7811" y="3739"/>
                  </a:lnTo>
                  <a:cubicBezTo>
                    <a:pt x="7822" y="3739"/>
                    <a:pt x="7858" y="3727"/>
                    <a:pt x="7870" y="3727"/>
                  </a:cubicBezTo>
                  <a:cubicBezTo>
                    <a:pt x="7882" y="3727"/>
                    <a:pt x="7906" y="3703"/>
                    <a:pt x="7918" y="3703"/>
                  </a:cubicBezTo>
                  <a:cubicBezTo>
                    <a:pt x="7989" y="3680"/>
                    <a:pt x="8061" y="3644"/>
                    <a:pt x="8144" y="3632"/>
                  </a:cubicBezTo>
                  <a:cubicBezTo>
                    <a:pt x="8156" y="3632"/>
                    <a:pt x="8168" y="3620"/>
                    <a:pt x="8180" y="3620"/>
                  </a:cubicBezTo>
                  <a:cubicBezTo>
                    <a:pt x="8275" y="3584"/>
                    <a:pt x="8358" y="3549"/>
                    <a:pt x="8453" y="3513"/>
                  </a:cubicBezTo>
                  <a:cubicBezTo>
                    <a:pt x="8477" y="3501"/>
                    <a:pt x="8501" y="3501"/>
                    <a:pt x="8525" y="3489"/>
                  </a:cubicBezTo>
                  <a:cubicBezTo>
                    <a:pt x="8584" y="3453"/>
                    <a:pt x="8656" y="3430"/>
                    <a:pt x="8715" y="3394"/>
                  </a:cubicBezTo>
                  <a:cubicBezTo>
                    <a:pt x="8751" y="3382"/>
                    <a:pt x="8763" y="3370"/>
                    <a:pt x="8799" y="3370"/>
                  </a:cubicBezTo>
                  <a:cubicBezTo>
                    <a:pt x="8882" y="3322"/>
                    <a:pt x="8954" y="3275"/>
                    <a:pt x="9037" y="3227"/>
                  </a:cubicBezTo>
                  <a:cubicBezTo>
                    <a:pt x="9049" y="3215"/>
                    <a:pt x="9073" y="3203"/>
                    <a:pt x="9096" y="3191"/>
                  </a:cubicBezTo>
                  <a:cubicBezTo>
                    <a:pt x="9108" y="3168"/>
                    <a:pt x="9132" y="3156"/>
                    <a:pt x="9156" y="3156"/>
                  </a:cubicBezTo>
                  <a:cubicBezTo>
                    <a:pt x="9180" y="3144"/>
                    <a:pt x="9215" y="3108"/>
                    <a:pt x="9239" y="3096"/>
                  </a:cubicBezTo>
                  <a:cubicBezTo>
                    <a:pt x="9275" y="3084"/>
                    <a:pt x="9299" y="3049"/>
                    <a:pt x="9335" y="3037"/>
                  </a:cubicBezTo>
                  <a:cubicBezTo>
                    <a:pt x="9358" y="3025"/>
                    <a:pt x="9394" y="2989"/>
                    <a:pt x="9418" y="2977"/>
                  </a:cubicBezTo>
                  <a:cubicBezTo>
                    <a:pt x="9454" y="2965"/>
                    <a:pt x="9477" y="2929"/>
                    <a:pt x="9489" y="2918"/>
                  </a:cubicBezTo>
                  <a:cubicBezTo>
                    <a:pt x="9525" y="2906"/>
                    <a:pt x="9549" y="2870"/>
                    <a:pt x="9585" y="2858"/>
                  </a:cubicBezTo>
                  <a:cubicBezTo>
                    <a:pt x="9608" y="2846"/>
                    <a:pt x="9632" y="2810"/>
                    <a:pt x="9656" y="2799"/>
                  </a:cubicBezTo>
                  <a:cubicBezTo>
                    <a:pt x="9692" y="2787"/>
                    <a:pt x="9704" y="2751"/>
                    <a:pt x="9727" y="2739"/>
                  </a:cubicBezTo>
                  <a:lnTo>
                    <a:pt x="9763" y="2715"/>
                  </a:lnTo>
                  <a:cubicBezTo>
                    <a:pt x="9775" y="2691"/>
                    <a:pt x="9811" y="2679"/>
                    <a:pt x="9823" y="2656"/>
                  </a:cubicBezTo>
                  <a:lnTo>
                    <a:pt x="9835" y="2632"/>
                  </a:lnTo>
                  <a:cubicBezTo>
                    <a:pt x="9882" y="2596"/>
                    <a:pt x="9906" y="2560"/>
                    <a:pt x="9942" y="2513"/>
                  </a:cubicBezTo>
                  <a:lnTo>
                    <a:pt x="9966" y="2489"/>
                  </a:lnTo>
                  <a:cubicBezTo>
                    <a:pt x="10001" y="2453"/>
                    <a:pt x="10025" y="2418"/>
                    <a:pt x="10061" y="2382"/>
                  </a:cubicBezTo>
                  <a:lnTo>
                    <a:pt x="10073" y="2370"/>
                  </a:lnTo>
                  <a:cubicBezTo>
                    <a:pt x="10073" y="2370"/>
                    <a:pt x="10073" y="2358"/>
                    <a:pt x="10085" y="2358"/>
                  </a:cubicBezTo>
                  <a:cubicBezTo>
                    <a:pt x="10108" y="2334"/>
                    <a:pt x="10108" y="2322"/>
                    <a:pt x="10120" y="2322"/>
                  </a:cubicBezTo>
                  <a:cubicBezTo>
                    <a:pt x="10144" y="2298"/>
                    <a:pt x="10168" y="2251"/>
                    <a:pt x="10192" y="2215"/>
                  </a:cubicBezTo>
                  <a:cubicBezTo>
                    <a:pt x="10204" y="2203"/>
                    <a:pt x="10228" y="2179"/>
                    <a:pt x="10228" y="2156"/>
                  </a:cubicBezTo>
                  <a:cubicBezTo>
                    <a:pt x="10239" y="2132"/>
                    <a:pt x="10263" y="2096"/>
                    <a:pt x="10287" y="2072"/>
                  </a:cubicBezTo>
                  <a:cubicBezTo>
                    <a:pt x="10287" y="2060"/>
                    <a:pt x="10299" y="2060"/>
                    <a:pt x="10299" y="2037"/>
                  </a:cubicBezTo>
                  <a:cubicBezTo>
                    <a:pt x="10299" y="2025"/>
                    <a:pt x="10311" y="2013"/>
                    <a:pt x="10311" y="2013"/>
                  </a:cubicBezTo>
                  <a:cubicBezTo>
                    <a:pt x="10323" y="1977"/>
                    <a:pt x="10347" y="1953"/>
                    <a:pt x="10358" y="1941"/>
                  </a:cubicBezTo>
                  <a:cubicBezTo>
                    <a:pt x="10370" y="1917"/>
                    <a:pt x="10370" y="1894"/>
                    <a:pt x="10382" y="1858"/>
                  </a:cubicBezTo>
                  <a:cubicBezTo>
                    <a:pt x="10406" y="1834"/>
                    <a:pt x="10418" y="1798"/>
                    <a:pt x="10418" y="1787"/>
                  </a:cubicBezTo>
                  <a:cubicBezTo>
                    <a:pt x="10418" y="1775"/>
                    <a:pt x="10430" y="1763"/>
                    <a:pt x="10430" y="1739"/>
                  </a:cubicBezTo>
                  <a:cubicBezTo>
                    <a:pt x="10430" y="1727"/>
                    <a:pt x="10430" y="1727"/>
                    <a:pt x="10442" y="1715"/>
                  </a:cubicBezTo>
                  <a:cubicBezTo>
                    <a:pt x="10466" y="1679"/>
                    <a:pt x="10466" y="1667"/>
                    <a:pt x="10478" y="1644"/>
                  </a:cubicBezTo>
                  <a:cubicBezTo>
                    <a:pt x="10478" y="1608"/>
                    <a:pt x="10489" y="1596"/>
                    <a:pt x="10489" y="1560"/>
                  </a:cubicBezTo>
                  <a:cubicBezTo>
                    <a:pt x="10489" y="1536"/>
                    <a:pt x="10501" y="1525"/>
                    <a:pt x="10501" y="1489"/>
                  </a:cubicBezTo>
                  <a:cubicBezTo>
                    <a:pt x="10501" y="1477"/>
                    <a:pt x="10501" y="1465"/>
                    <a:pt x="10525" y="1441"/>
                  </a:cubicBezTo>
                  <a:lnTo>
                    <a:pt x="10525" y="1429"/>
                  </a:lnTo>
                  <a:cubicBezTo>
                    <a:pt x="10525" y="1406"/>
                    <a:pt x="10537" y="1370"/>
                    <a:pt x="10537" y="1358"/>
                  </a:cubicBezTo>
                  <a:cubicBezTo>
                    <a:pt x="10537" y="1322"/>
                    <a:pt x="10537" y="1310"/>
                    <a:pt x="10549" y="1286"/>
                  </a:cubicBezTo>
                  <a:lnTo>
                    <a:pt x="10549" y="1203"/>
                  </a:lnTo>
                  <a:lnTo>
                    <a:pt x="10549" y="1132"/>
                  </a:lnTo>
                  <a:lnTo>
                    <a:pt x="10549" y="1120"/>
                  </a:lnTo>
                  <a:lnTo>
                    <a:pt x="10549" y="1"/>
                  </a:lnTo>
                  <a:cubicBezTo>
                    <a:pt x="10549" y="36"/>
                    <a:pt x="10549" y="48"/>
                    <a:pt x="10537" y="72"/>
                  </a:cubicBezTo>
                  <a:lnTo>
                    <a:pt x="10537" y="108"/>
                  </a:lnTo>
                  <a:lnTo>
                    <a:pt x="10537" y="155"/>
                  </a:lnTo>
                  <a:cubicBezTo>
                    <a:pt x="10537" y="179"/>
                    <a:pt x="10525" y="191"/>
                    <a:pt x="10525" y="227"/>
                  </a:cubicBezTo>
                  <a:lnTo>
                    <a:pt x="10525" y="251"/>
                  </a:lnTo>
                  <a:cubicBezTo>
                    <a:pt x="10525" y="274"/>
                    <a:pt x="10525" y="286"/>
                    <a:pt x="10513" y="298"/>
                  </a:cubicBezTo>
                  <a:cubicBezTo>
                    <a:pt x="10513" y="334"/>
                    <a:pt x="10489" y="346"/>
                    <a:pt x="10489" y="370"/>
                  </a:cubicBezTo>
                  <a:cubicBezTo>
                    <a:pt x="10489" y="393"/>
                    <a:pt x="10489" y="393"/>
                    <a:pt x="10478" y="405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42" y="465"/>
                    <a:pt x="10442" y="477"/>
                    <a:pt x="10430" y="513"/>
                  </a:cubicBezTo>
                  <a:cubicBezTo>
                    <a:pt x="10430" y="524"/>
                    <a:pt x="10418" y="536"/>
                    <a:pt x="10418" y="536"/>
                  </a:cubicBezTo>
                  <a:cubicBezTo>
                    <a:pt x="10418" y="548"/>
                    <a:pt x="10406" y="572"/>
                    <a:pt x="10406" y="572"/>
                  </a:cubicBezTo>
                  <a:cubicBezTo>
                    <a:pt x="10382" y="596"/>
                    <a:pt x="10370" y="608"/>
                    <a:pt x="10370" y="644"/>
                  </a:cubicBezTo>
                  <a:cubicBezTo>
                    <a:pt x="10370" y="655"/>
                    <a:pt x="10358" y="667"/>
                    <a:pt x="10358" y="691"/>
                  </a:cubicBezTo>
                  <a:cubicBezTo>
                    <a:pt x="10358" y="703"/>
                    <a:pt x="10347" y="703"/>
                    <a:pt x="10347" y="715"/>
                  </a:cubicBezTo>
                  <a:cubicBezTo>
                    <a:pt x="10323" y="751"/>
                    <a:pt x="10311" y="763"/>
                    <a:pt x="10299" y="786"/>
                  </a:cubicBezTo>
                  <a:cubicBezTo>
                    <a:pt x="10299" y="810"/>
                    <a:pt x="10287" y="822"/>
                    <a:pt x="10287" y="834"/>
                  </a:cubicBezTo>
                  <a:cubicBezTo>
                    <a:pt x="10287" y="846"/>
                    <a:pt x="10263" y="846"/>
                    <a:pt x="10263" y="870"/>
                  </a:cubicBezTo>
                  <a:cubicBezTo>
                    <a:pt x="10251" y="894"/>
                    <a:pt x="10239" y="905"/>
                    <a:pt x="10228" y="941"/>
                  </a:cubicBezTo>
                  <a:cubicBezTo>
                    <a:pt x="10204" y="953"/>
                    <a:pt x="10204" y="965"/>
                    <a:pt x="10192" y="989"/>
                  </a:cubicBezTo>
                  <a:cubicBezTo>
                    <a:pt x="10192" y="989"/>
                    <a:pt x="10192" y="1001"/>
                    <a:pt x="10180" y="1001"/>
                  </a:cubicBezTo>
                  <a:cubicBezTo>
                    <a:pt x="10168" y="1025"/>
                    <a:pt x="10144" y="1048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85" y="1108"/>
                    <a:pt x="10073" y="1120"/>
                    <a:pt x="10073" y="1132"/>
                  </a:cubicBezTo>
                  <a:cubicBezTo>
                    <a:pt x="10061" y="1167"/>
                    <a:pt x="10025" y="1179"/>
                    <a:pt x="10013" y="1203"/>
                  </a:cubicBezTo>
                  <a:lnTo>
                    <a:pt x="9966" y="1251"/>
                  </a:lnTo>
                  <a:lnTo>
                    <a:pt x="9954" y="1263"/>
                  </a:lnTo>
                  <a:cubicBezTo>
                    <a:pt x="9942" y="1298"/>
                    <a:pt x="9906" y="1310"/>
                    <a:pt x="9882" y="1346"/>
                  </a:cubicBezTo>
                  <a:cubicBezTo>
                    <a:pt x="9870" y="1358"/>
                    <a:pt x="9847" y="1382"/>
                    <a:pt x="9823" y="1406"/>
                  </a:cubicBezTo>
                  <a:lnTo>
                    <a:pt x="9751" y="1477"/>
                  </a:lnTo>
                  <a:lnTo>
                    <a:pt x="9716" y="1501"/>
                  </a:lnTo>
                  <a:lnTo>
                    <a:pt x="9692" y="1536"/>
                  </a:lnTo>
                  <a:cubicBezTo>
                    <a:pt x="9656" y="1560"/>
                    <a:pt x="9632" y="1584"/>
                    <a:pt x="9596" y="1608"/>
                  </a:cubicBezTo>
                  <a:lnTo>
                    <a:pt x="9573" y="1644"/>
                  </a:lnTo>
                  <a:lnTo>
                    <a:pt x="9537" y="1667"/>
                  </a:lnTo>
                  <a:cubicBezTo>
                    <a:pt x="9513" y="1703"/>
                    <a:pt x="9477" y="1715"/>
                    <a:pt x="9430" y="1739"/>
                  </a:cubicBezTo>
                  <a:lnTo>
                    <a:pt x="9406" y="1775"/>
                  </a:lnTo>
                  <a:lnTo>
                    <a:pt x="9370" y="1798"/>
                  </a:lnTo>
                  <a:cubicBezTo>
                    <a:pt x="9335" y="1834"/>
                    <a:pt x="9299" y="1858"/>
                    <a:pt x="9251" y="1882"/>
                  </a:cubicBezTo>
                  <a:cubicBezTo>
                    <a:pt x="9239" y="1882"/>
                    <a:pt x="9239" y="1894"/>
                    <a:pt x="9227" y="1894"/>
                  </a:cubicBezTo>
                  <a:cubicBezTo>
                    <a:pt x="9215" y="1894"/>
                    <a:pt x="9215" y="1906"/>
                    <a:pt x="9192" y="1906"/>
                  </a:cubicBezTo>
                  <a:cubicBezTo>
                    <a:pt x="9132" y="1953"/>
                    <a:pt x="9073" y="1977"/>
                    <a:pt x="9001" y="2025"/>
                  </a:cubicBezTo>
                  <a:cubicBezTo>
                    <a:pt x="8930" y="2072"/>
                    <a:pt x="8834" y="2120"/>
                    <a:pt x="8763" y="2156"/>
                  </a:cubicBezTo>
                  <a:cubicBezTo>
                    <a:pt x="8739" y="2179"/>
                    <a:pt x="8715" y="2191"/>
                    <a:pt x="8692" y="2191"/>
                  </a:cubicBezTo>
                  <a:cubicBezTo>
                    <a:pt x="8632" y="2215"/>
                    <a:pt x="8561" y="2251"/>
                    <a:pt x="8501" y="2275"/>
                  </a:cubicBezTo>
                  <a:cubicBezTo>
                    <a:pt x="8477" y="2298"/>
                    <a:pt x="8453" y="2298"/>
                    <a:pt x="8442" y="2310"/>
                  </a:cubicBezTo>
                  <a:cubicBezTo>
                    <a:pt x="8346" y="2358"/>
                    <a:pt x="8263" y="2382"/>
                    <a:pt x="8168" y="2418"/>
                  </a:cubicBezTo>
                  <a:cubicBezTo>
                    <a:pt x="8156" y="2418"/>
                    <a:pt x="8144" y="2429"/>
                    <a:pt x="8120" y="2429"/>
                  </a:cubicBezTo>
                  <a:cubicBezTo>
                    <a:pt x="8049" y="2453"/>
                    <a:pt x="7977" y="2489"/>
                    <a:pt x="7906" y="2501"/>
                  </a:cubicBezTo>
                  <a:cubicBezTo>
                    <a:pt x="7870" y="2513"/>
                    <a:pt x="7846" y="2513"/>
                    <a:pt x="7811" y="2537"/>
                  </a:cubicBezTo>
                  <a:lnTo>
                    <a:pt x="7680" y="2572"/>
                  </a:lnTo>
                  <a:cubicBezTo>
                    <a:pt x="7644" y="2596"/>
                    <a:pt x="7608" y="2596"/>
                    <a:pt x="7572" y="2608"/>
                  </a:cubicBezTo>
                  <a:cubicBezTo>
                    <a:pt x="7525" y="2620"/>
                    <a:pt x="7489" y="2632"/>
                    <a:pt x="7441" y="2632"/>
                  </a:cubicBezTo>
                  <a:cubicBezTo>
                    <a:pt x="7406" y="2656"/>
                    <a:pt x="7370" y="2656"/>
                    <a:pt x="7334" y="2668"/>
                  </a:cubicBezTo>
                  <a:cubicBezTo>
                    <a:pt x="7287" y="2679"/>
                    <a:pt x="7251" y="2679"/>
                    <a:pt x="7203" y="2691"/>
                  </a:cubicBezTo>
                  <a:cubicBezTo>
                    <a:pt x="7168" y="2715"/>
                    <a:pt x="7132" y="2715"/>
                    <a:pt x="7096" y="2727"/>
                  </a:cubicBezTo>
                  <a:cubicBezTo>
                    <a:pt x="7049" y="2739"/>
                    <a:pt x="7013" y="2739"/>
                    <a:pt x="6965" y="2751"/>
                  </a:cubicBezTo>
                  <a:cubicBezTo>
                    <a:pt x="6929" y="2751"/>
                    <a:pt x="6894" y="2775"/>
                    <a:pt x="6858" y="2775"/>
                  </a:cubicBezTo>
                  <a:cubicBezTo>
                    <a:pt x="6751" y="2787"/>
                    <a:pt x="6668" y="2799"/>
                    <a:pt x="6560" y="2810"/>
                  </a:cubicBezTo>
                  <a:lnTo>
                    <a:pt x="6513" y="2810"/>
                  </a:lnTo>
                  <a:cubicBezTo>
                    <a:pt x="6429" y="2834"/>
                    <a:pt x="6334" y="2834"/>
                    <a:pt x="6251" y="2846"/>
                  </a:cubicBezTo>
                  <a:cubicBezTo>
                    <a:pt x="6215" y="2846"/>
                    <a:pt x="6179" y="2846"/>
                    <a:pt x="6144" y="2858"/>
                  </a:cubicBezTo>
                  <a:cubicBezTo>
                    <a:pt x="6084" y="2858"/>
                    <a:pt x="6025" y="2870"/>
                    <a:pt x="5977" y="2870"/>
                  </a:cubicBezTo>
                  <a:cubicBezTo>
                    <a:pt x="5953" y="2870"/>
                    <a:pt x="5906" y="2870"/>
                    <a:pt x="5882" y="2894"/>
                  </a:cubicBezTo>
                  <a:cubicBezTo>
                    <a:pt x="5822" y="2894"/>
                    <a:pt x="5763" y="2894"/>
                    <a:pt x="5703" y="2906"/>
                  </a:cubicBezTo>
                  <a:lnTo>
                    <a:pt x="4822" y="2906"/>
                  </a:lnTo>
                  <a:cubicBezTo>
                    <a:pt x="4763" y="2906"/>
                    <a:pt x="4715" y="2906"/>
                    <a:pt x="4655" y="2894"/>
                  </a:cubicBezTo>
                  <a:lnTo>
                    <a:pt x="4572" y="2894"/>
                  </a:lnTo>
                  <a:cubicBezTo>
                    <a:pt x="4513" y="2894"/>
                    <a:pt x="4429" y="2870"/>
                    <a:pt x="4370" y="2870"/>
                  </a:cubicBezTo>
                  <a:lnTo>
                    <a:pt x="4310" y="2870"/>
                  </a:lnTo>
                  <a:cubicBezTo>
                    <a:pt x="4227" y="2858"/>
                    <a:pt x="4155" y="2858"/>
                    <a:pt x="4060" y="2846"/>
                  </a:cubicBezTo>
                  <a:lnTo>
                    <a:pt x="4012" y="2846"/>
                  </a:lnTo>
                  <a:cubicBezTo>
                    <a:pt x="3941" y="2834"/>
                    <a:pt x="3870" y="2834"/>
                    <a:pt x="3798" y="2810"/>
                  </a:cubicBezTo>
                  <a:cubicBezTo>
                    <a:pt x="3762" y="2810"/>
                    <a:pt x="3739" y="2799"/>
                    <a:pt x="3703" y="2799"/>
                  </a:cubicBezTo>
                  <a:cubicBezTo>
                    <a:pt x="3643" y="2787"/>
                    <a:pt x="3596" y="2787"/>
                    <a:pt x="3536" y="2775"/>
                  </a:cubicBezTo>
                  <a:cubicBezTo>
                    <a:pt x="3512" y="2775"/>
                    <a:pt x="3477" y="2751"/>
                    <a:pt x="3453" y="2751"/>
                  </a:cubicBezTo>
                  <a:lnTo>
                    <a:pt x="3274" y="2715"/>
                  </a:lnTo>
                  <a:cubicBezTo>
                    <a:pt x="3239" y="2691"/>
                    <a:pt x="3215" y="2691"/>
                    <a:pt x="3167" y="2679"/>
                  </a:cubicBezTo>
                  <a:cubicBezTo>
                    <a:pt x="3108" y="2668"/>
                    <a:pt x="3060" y="2656"/>
                    <a:pt x="3000" y="2632"/>
                  </a:cubicBezTo>
                  <a:cubicBezTo>
                    <a:pt x="2977" y="2620"/>
                    <a:pt x="2941" y="2620"/>
                    <a:pt x="2917" y="2608"/>
                  </a:cubicBezTo>
                  <a:cubicBezTo>
                    <a:pt x="2822" y="2572"/>
                    <a:pt x="2750" y="2560"/>
                    <a:pt x="2667" y="2537"/>
                  </a:cubicBezTo>
                  <a:cubicBezTo>
                    <a:pt x="2643" y="2537"/>
                    <a:pt x="2631" y="2513"/>
                    <a:pt x="2619" y="2513"/>
                  </a:cubicBezTo>
                  <a:cubicBezTo>
                    <a:pt x="2524" y="2489"/>
                    <a:pt x="2429" y="2453"/>
                    <a:pt x="2334" y="2418"/>
                  </a:cubicBezTo>
                  <a:cubicBezTo>
                    <a:pt x="2286" y="2394"/>
                    <a:pt x="2262" y="2382"/>
                    <a:pt x="2227" y="2370"/>
                  </a:cubicBezTo>
                  <a:cubicBezTo>
                    <a:pt x="2203" y="2358"/>
                    <a:pt x="2167" y="2334"/>
                    <a:pt x="2143" y="2334"/>
                  </a:cubicBezTo>
                  <a:cubicBezTo>
                    <a:pt x="2096" y="2322"/>
                    <a:pt x="2048" y="2310"/>
                    <a:pt x="2024" y="2275"/>
                  </a:cubicBezTo>
                  <a:cubicBezTo>
                    <a:pt x="1988" y="2263"/>
                    <a:pt x="1965" y="2251"/>
                    <a:pt x="1953" y="2251"/>
                  </a:cubicBezTo>
                  <a:cubicBezTo>
                    <a:pt x="1905" y="2239"/>
                    <a:pt x="1857" y="2203"/>
                    <a:pt x="1810" y="2191"/>
                  </a:cubicBezTo>
                  <a:cubicBezTo>
                    <a:pt x="1798" y="2179"/>
                    <a:pt x="1774" y="2179"/>
                    <a:pt x="1750" y="2156"/>
                  </a:cubicBezTo>
                  <a:cubicBezTo>
                    <a:pt x="1691" y="2132"/>
                    <a:pt x="1619" y="2084"/>
                    <a:pt x="1560" y="2060"/>
                  </a:cubicBezTo>
                  <a:cubicBezTo>
                    <a:pt x="1500" y="2013"/>
                    <a:pt x="1429" y="1977"/>
                    <a:pt x="1369" y="1941"/>
                  </a:cubicBezTo>
                  <a:cubicBezTo>
                    <a:pt x="1357" y="1917"/>
                    <a:pt x="1322" y="1906"/>
                    <a:pt x="1310" y="1894"/>
                  </a:cubicBezTo>
                  <a:cubicBezTo>
                    <a:pt x="1262" y="1858"/>
                    <a:pt x="1238" y="1834"/>
                    <a:pt x="1191" y="1822"/>
                  </a:cubicBezTo>
                  <a:cubicBezTo>
                    <a:pt x="1155" y="1798"/>
                    <a:pt x="1143" y="1787"/>
                    <a:pt x="1119" y="1775"/>
                  </a:cubicBezTo>
                  <a:cubicBezTo>
                    <a:pt x="1084" y="1739"/>
                    <a:pt x="1060" y="1727"/>
                    <a:pt x="1024" y="1703"/>
                  </a:cubicBezTo>
                  <a:cubicBezTo>
                    <a:pt x="1000" y="1679"/>
                    <a:pt x="976" y="1667"/>
                    <a:pt x="964" y="1644"/>
                  </a:cubicBezTo>
                  <a:cubicBezTo>
                    <a:pt x="941" y="1608"/>
                    <a:pt x="905" y="1596"/>
                    <a:pt x="881" y="1560"/>
                  </a:cubicBezTo>
                  <a:lnTo>
                    <a:pt x="822" y="1501"/>
                  </a:lnTo>
                  <a:cubicBezTo>
                    <a:pt x="786" y="1477"/>
                    <a:pt x="762" y="1465"/>
                    <a:pt x="738" y="1429"/>
                  </a:cubicBezTo>
                  <a:lnTo>
                    <a:pt x="679" y="1370"/>
                  </a:lnTo>
                  <a:lnTo>
                    <a:pt x="607" y="1298"/>
                  </a:lnTo>
                  <a:cubicBezTo>
                    <a:pt x="595" y="1286"/>
                    <a:pt x="583" y="1251"/>
                    <a:pt x="548" y="1239"/>
                  </a:cubicBezTo>
                  <a:cubicBezTo>
                    <a:pt x="536" y="1203"/>
                    <a:pt x="500" y="1191"/>
                    <a:pt x="488" y="1167"/>
                  </a:cubicBezTo>
                  <a:cubicBezTo>
                    <a:pt x="476" y="1144"/>
                    <a:pt x="464" y="1120"/>
                    <a:pt x="441" y="1108"/>
                  </a:cubicBezTo>
                  <a:cubicBezTo>
                    <a:pt x="429" y="1072"/>
                    <a:pt x="405" y="1060"/>
                    <a:pt x="381" y="1025"/>
                  </a:cubicBezTo>
                  <a:cubicBezTo>
                    <a:pt x="369" y="1013"/>
                    <a:pt x="357" y="989"/>
                    <a:pt x="345" y="965"/>
                  </a:cubicBezTo>
                  <a:cubicBezTo>
                    <a:pt x="322" y="941"/>
                    <a:pt x="310" y="929"/>
                    <a:pt x="298" y="894"/>
                  </a:cubicBezTo>
                  <a:cubicBezTo>
                    <a:pt x="286" y="870"/>
                    <a:pt x="262" y="846"/>
                    <a:pt x="250" y="822"/>
                  </a:cubicBezTo>
                  <a:cubicBezTo>
                    <a:pt x="238" y="786"/>
                    <a:pt x="226" y="774"/>
                    <a:pt x="202" y="751"/>
                  </a:cubicBezTo>
                  <a:cubicBezTo>
                    <a:pt x="191" y="715"/>
                    <a:pt x="191" y="703"/>
                    <a:pt x="179" y="667"/>
                  </a:cubicBezTo>
                  <a:cubicBezTo>
                    <a:pt x="167" y="644"/>
                    <a:pt x="143" y="632"/>
                    <a:pt x="143" y="596"/>
                  </a:cubicBezTo>
                  <a:cubicBezTo>
                    <a:pt x="131" y="572"/>
                    <a:pt x="131" y="548"/>
                    <a:pt x="119" y="524"/>
                  </a:cubicBezTo>
                  <a:cubicBezTo>
                    <a:pt x="107" y="489"/>
                    <a:pt x="107" y="477"/>
                    <a:pt x="83" y="453"/>
                  </a:cubicBezTo>
                  <a:cubicBezTo>
                    <a:pt x="71" y="417"/>
                    <a:pt x="71" y="405"/>
                    <a:pt x="71" y="370"/>
                  </a:cubicBezTo>
                  <a:cubicBezTo>
                    <a:pt x="60" y="346"/>
                    <a:pt x="60" y="334"/>
                    <a:pt x="60" y="298"/>
                  </a:cubicBezTo>
                  <a:cubicBezTo>
                    <a:pt x="60" y="274"/>
                    <a:pt x="48" y="251"/>
                    <a:pt x="48" y="227"/>
                  </a:cubicBezTo>
                  <a:cubicBezTo>
                    <a:pt x="48" y="191"/>
                    <a:pt x="24" y="179"/>
                    <a:pt x="24" y="155"/>
                  </a:cubicBezTo>
                  <a:cubicBezTo>
                    <a:pt x="24" y="120"/>
                    <a:pt x="24" y="108"/>
                    <a:pt x="12" y="72"/>
                  </a:cubicBezTo>
                  <a:cubicBezTo>
                    <a:pt x="12" y="48"/>
                    <a:pt x="12" y="3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42">
              <a:extLst>
                <a:ext uri="{FF2B5EF4-FFF2-40B4-BE49-F238E27FC236}">
                  <a16:creationId xmlns:a16="http://schemas.microsoft.com/office/drawing/2014/main" id="{8E142B7F-F1DE-64CD-9981-FE9AB62C61F6}"/>
                </a:ext>
              </a:extLst>
            </p:cNvPr>
            <p:cNvSpPr/>
            <p:nvPr/>
          </p:nvSpPr>
          <p:spPr>
            <a:xfrm>
              <a:off x="5025779" y="3005639"/>
              <a:ext cx="137510" cy="73878"/>
            </a:xfrm>
            <a:custGeom>
              <a:avLst/>
              <a:gdLst/>
              <a:ahLst/>
              <a:cxnLst/>
              <a:rect l="l" t="t" r="r" b="b"/>
              <a:pathLst>
                <a:path w="4657" h="2502" extrusionOk="0">
                  <a:moveTo>
                    <a:pt x="2757" y="513"/>
                  </a:moveTo>
                  <a:cubicBezTo>
                    <a:pt x="2855" y="513"/>
                    <a:pt x="2968" y="534"/>
                    <a:pt x="3096" y="584"/>
                  </a:cubicBezTo>
                  <a:lnTo>
                    <a:pt x="2513" y="918"/>
                  </a:lnTo>
                  <a:cubicBezTo>
                    <a:pt x="2382" y="775"/>
                    <a:pt x="2334" y="656"/>
                    <a:pt x="2477" y="584"/>
                  </a:cubicBezTo>
                  <a:cubicBezTo>
                    <a:pt x="2553" y="540"/>
                    <a:pt x="2646" y="513"/>
                    <a:pt x="2757" y="513"/>
                  </a:cubicBezTo>
                  <a:close/>
                  <a:moveTo>
                    <a:pt x="2215" y="1561"/>
                  </a:moveTo>
                  <a:cubicBezTo>
                    <a:pt x="2334" y="1692"/>
                    <a:pt x="2382" y="1811"/>
                    <a:pt x="2227" y="1906"/>
                  </a:cubicBezTo>
                  <a:cubicBezTo>
                    <a:pt x="2159" y="1943"/>
                    <a:pt x="2075" y="1964"/>
                    <a:pt x="1973" y="1964"/>
                  </a:cubicBezTo>
                  <a:cubicBezTo>
                    <a:pt x="1879" y="1964"/>
                    <a:pt x="1770" y="1946"/>
                    <a:pt x="1644" y="1906"/>
                  </a:cubicBezTo>
                  <a:lnTo>
                    <a:pt x="2215" y="1561"/>
                  </a:lnTo>
                  <a:close/>
                  <a:moveTo>
                    <a:pt x="4108" y="1"/>
                  </a:moveTo>
                  <a:lnTo>
                    <a:pt x="3644" y="263"/>
                  </a:lnTo>
                  <a:cubicBezTo>
                    <a:pt x="3273" y="99"/>
                    <a:pt x="2912" y="25"/>
                    <a:pt x="2590" y="25"/>
                  </a:cubicBezTo>
                  <a:cubicBezTo>
                    <a:pt x="2281" y="25"/>
                    <a:pt x="2008" y="93"/>
                    <a:pt x="1799" y="215"/>
                  </a:cubicBezTo>
                  <a:cubicBezTo>
                    <a:pt x="1215" y="560"/>
                    <a:pt x="1572" y="953"/>
                    <a:pt x="1918" y="1275"/>
                  </a:cubicBezTo>
                  <a:lnTo>
                    <a:pt x="1227" y="1680"/>
                  </a:lnTo>
                  <a:cubicBezTo>
                    <a:pt x="965" y="1489"/>
                    <a:pt x="787" y="1263"/>
                    <a:pt x="727" y="1049"/>
                  </a:cubicBezTo>
                  <a:lnTo>
                    <a:pt x="1" y="1215"/>
                  </a:lnTo>
                  <a:cubicBezTo>
                    <a:pt x="37" y="1453"/>
                    <a:pt x="310" y="1751"/>
                    <a:pt x="691" y="2001"/>
                  </a:cubicBezTo>
                  <a:lnTo>
                    <a:pt x="251" y="2263"/>
                  </a:lnTo>
                  <a:lnTo>
                    <a:pt x="334" y="2299"/>
                  </a:lnTo>
                  <a:lnTo>
                    <a:pt x="668" y="2501"/>
                  </a:lnTo>
                  <a:lnTo>
                    <a:pt x="1132" y="2227"/>
                  </a:lnTo>
                  <a:cubicBezTo>
                    <a:pt x="1477" y="2376"/>
                    <a:pt x="1822" y="2445"/>
                    <a:pt x="2135" y="2445"/>
                  </a:cubicBezTo>
                  <a:cubicBezTo>
                    <a:pt x="2448" y="2445"/>
                    <a:pt x="2727" y="2376"/>
                    <a:pt x="2942" y="2251"/>
                  </a:cubicBezTo>
                  <a:cubicBezTo>
                    <a:pt x="3525" y="1906"/>
                    <a:pt x="3168" y="1537"/>
                    <a:pt x="2823" y="1203"/>
                  </a:cubicBezTo>
                  <a:lnTo>
                    <a:pt x="3525" y="799"/>
                  </a:lnTo>
                  <a:cubicBezTo>
                    <a:pt x="3704" y="930"/>
                    <a:pt x="3847" y="1096"/>
                    <a:pt x="3942" y="1287"/>
                  </a:cubicBezTo>
                  <a:lnTo>
                    <a:pt x="4656" y="1108"/>
                  </a:lnTo>
                  <a:cubicBezTo>
                    <a:pt x="4561" y="906"/>
                    <a:pt x="4358" y="680"/>
                    <a:pt x="4073" y="489"/>
                  </a:cubicBezTo>
                  <a:lnTo>
                    <a:pt x="4525" y="239"/>
                  </a:lnTo>
                  <a:lnTo>
                    <a:pt x="41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42">
              <a:extLst>
                <a:ext uri="{FF2B5EF4-FFF2-40B4-BE49-F238E27FC236}">
                  <a16:creationId xmlns:a16="http://schemas.microsoft.com/office/drawing/2014/main" id="{FC42A7AA-2CEF-BC6D-A33B-027256C7D6C3}"/>
                </a:ext>
              </a:extLst>
            </p:cNvPr>
            <p:cNvSpPr/>
            <p:nvPr/>
          </p:nvSpPr>
          <p:spPr>
            <a:xfrm>
              <a:off x="5161842" y="3196210"/>
              <a:ext cx="313257" cy="180708"/>
            </a:xfrm>
            <a:custGeom>
              <a:avLst/>
              <a:gdLst/>
              <a:ahLst/>
              <a:cxnLst/>
              <a:rect l="l" t="t" r="r" b="b"/>
              <a:pathLst>
                <a:path w="10609" h="6120" extrusionOk="0">
                  <a:moveTo>
                    <a:pt x="5275" y="0"/>
                  </a:moveTo>
                  <a:cubicBezTo>
                    <a:pt x="3921" y="0"/>
                    <a:pt x="2566" y="298"/>
                    <a:pt x="1536" y="893"/>
                  </a:cubicBezTo>
                  <a:cubicBezTo>
                    <a:pt x="501" y="1488"/>
                    <a:pt x="1" y="2274"/>
                    <a:pt x="1" y="3048"/>
                  </a:cubicBezTo>
                  <a:lnTo>
                    <a:pt x="1" y="3131"/>
                  </a:lnTo>
                  <a:cubicBezTo>
                    <a:pt x="36" y="3179"/>
                    <a:pt x="36" y="3203"/>
                    <a:pt x="36" y="3215"/>
                  </a:cubicBezTo>
                  <a:cubicBezTo>
                    <a:pt x="36" y="3250"/>
                    <a:pt x="36" y="3262"/>
                    <a:pt x="48" y="3298"/>
                  </a:cubicBezTo>
                  <a:cubicBezTo>
                    <a:pt x="48" y="3322"/>
                    <a:pt x="48" y="3334"/>
                    <a:pt x="60" y="3369"/>
                  </a:cubicBezTo>
                  <a:cubicBezTo>
                    <a:pt x="60" y="3393"/>
                    <a:pt x="72" y="3405"/>
                    <a:pt x="72" y="3441"/>
                  </a:cubicBezTo>
                  <a:cubicBezTo>
                    <a:pt x="72" y="3477"/>
                    <a:pt x="96" y="3489"/>
                    <a:pt x="96" y="3512"/>
                  </a:cubicBezTo>
                  <a:cubicBezTo>
                    <a:pt x="96" y="3548"/>
                    <a:pt x="108" y="3560"/>
                    <a:pt x="108" y="3596"/>
                  </a:cubicBezTo>
                  <a:cubicBezTo>
                    <a:pt x="108" y="3620"/>
                    <a:pt x="120" y="3631"/>
                    <a:pt x="120" y="3667"/>
                  </a:cubicBezTo>
                  <a:cubicBezTo>
                    <a:pt x="131" y="3691"/>
                    <a:pt x="131" y="3703"/>
                    <a:pt x="155" y="3739"/>
                  </a:cubicBezTo>
                  <a:cubicBezTo>
                    <a:pt x="167" y="3774"/>
                    <a:pt x="167" y="3786"/>
                    <a:pt x="179" y="3810"/>
                  </a:cubicBezTo>
                  <a:cubicBezTo>
                    <a:pt x="191" y="3846"/>
                    <a:pt x="215" y="3858"/>
                    <a:pt x="215" y="3893"/>
                  </a:cubicBezTo>
                  <a:cubicBezTo>
                    <a:pt x="227" y="3917"/>
                    <a:pt x="227" y="3929"/>
                    <a:pt x="239" y="3965"/>
                  </a:cubicBezTo>
                  <a:cubicBezTo>
                    <a:pt x="251" y="3989"/>
                    <a:pt x="274" y="4001"/>
                    <a:pt x="286" y="4036"/>
                  </a:cubicBezTo>
                  <a:cubicBezTo>
                    <a:pt x="298" y="4072"/>
                    <a:pt x="310" y="4084"/>
                    <a:pt x="334" y="4108"/>
                  </a:cubicBezTo>
                  <a:cubicBezTo>
                    <a:pt x="346" y="4143"/>
                    <a:pt x="358" y="4155"/>
                    <a:pt x="370" y="4191"/>
                  </a:cubicBezTo>
                  <a:cubicBezTo>
                    <a:pt x="393" y="4203"/>
                    <a:pt x="405" y="4227"/>
                    <a:pt x="417" y="4251"/>
                  </a:cubicBezTo>
                  <a:cubicBezTo>
                    <a:pt x="429" y="4274"/>
                    <a:pt x="453" y="4286"/>
                    <a:pt x="477" y="4322"/>
                  </a:cubicBezTo>
                  <a:cubicBezTo>
                    <a:pt x="489" y="4334"/>
                    <a:pt x="512" y="4358"/>
                    <a:pt x="524" y="4382"/>
                  </a:cubicBezTo>
                  <a:cubicBezTo>
                    <a:pt x="536" y="4405"/>
                    <a:pt x="572" y="4417"/>
                    <a:pt x="584" y="4453"/>
                  </a:cubicBezTo>
                  <a:cubicBezTo>
                    <a:pt x="596" y="4465"/>
                    <a:pt x="608" y="4501"/>
                    <a:pt x="643" y="4512"/>
                  </a:cubicBezTo>
                  <a:cubicBezTo>
                    <a:pt x="655" y="4548"/>
                    <a:pt x="691" y="4560"/>
                    <a:pt x="715" y="4584"/>
                  </a:cubicBezTo>
                  <a:lnTo>
                    <a:pt x="774" y="4643"/>
                  </a:lnTo>
                  <a:lnTo>
                    <a:pt x="846" y="4715"/>
                  </a:lnTo>
                  <a:lnTo>
                    <a:pt x="905" y="4774"/>
                  </a:lnTo>
                  <a:cubicBezTo>
                    <a:pt x="941" y="4810"/>
                    <a:pt x="965" y="4822"/>
                    <a:pt x="1001" y="4858"/>
                  </a:cubicBezTo>
                  <a:cubicBezTo>
                    <a:pt x="1013" y="4870"/>
                    <a:pt x="1048" y="4882"/>
                    <a:pt x="1060" y="4917"/>
                  </a:cubicBezTo>
                  <a:cubicBezTo>
                    <a:pt x="1084" y="4941"/>
                    <a:pt x="1120" y="4953"/>
                    <a:pt x="1144" y="4989"/>
                  </a:cubicBezTo>
                  <a:cubicBezTo>
                    <a:pt x="1179" y="5001"/>
                    <a:pt x="1191" y="5013"/>
                    <a:pt x="1227" y="5036"/>
                  </a:cubicBezTo>
                  <a:cubicBezTo>
                    <a:pt x="1263" y="5060"/>
                    <a:pt x="1298" y="5096"/>
                    <a:pt x="1346" y="5108"/>
                  </a:cubicBezTo>
                  <a:cubicBezTo>
                    <a:pt x="1358" y="5120"/>
                    <a:pt x="1370" y="5132"/>
                    <a:pt x="1405" y="5155"/>
                  </a:cubicBezTo>
                  <a:cubicBezTo>
                    <a:pt x="1465" y="5191"/>
                    <a:pt x="1525" y="5227"/>
                    <a:pt x="1596" y="5274"/>
                  </a:cubicBezTo>
                  <a:cubicBezTo>
                    <a:pt x="1655" y="5298"/>
                    <a:pt x="1715" y="5346"/>
                    <a:pt x="1786" y="5370"/>
                  </a:cubicBezTo>
                  <a:cubicBezTo>
                    <a:pt x="1798" y="5394"/>
                    <a:pt x="1834" y="5394"/>
                    <a:pt x="1846" y="5405"/>
                  </a:cubicBezTo>
                  <a:cubicBezTo>
                    <a:pt x="1894" y="5417"/>
                    <a:pt x="1929" y="5453"/>
                    <a:pt x="1977" y="5465"/>
                  </a:cubicBezTo>
                  <a:cubicBezTo>
                    <a:pt x="2013" y="5477"/>
                    <a:pt x="2036" y="5489"/>
                    <a:pt x="2048" y="5489"/>
                  </a:cubicBezTo>
                  <a:cubicBezTo>
                    <a:pt x="2096" y="5513"/>
                    <a:pt x="2132" y="5536"/>
                    <a:pt x="2167" y="5548"/>
                  </a:cubicBezTo>
                  <a:cubicBezTo>
                    <a:pt x="2203" y="5572"/>
                    <a:pt x="2227" y="5584"/>
                    <a:pt x="2263" y="5584"/>
                  </a:cubicBezTo>
                  <a:cubicBezTo>
                    <a:pt x="2287" y="5596"/>
                    <a:pt x="2334" y="5608"/>
                    <a:pt x="2370" y="5632"/>
                  </a:cubicBezTo>
                  <a:cubicBezTo>
                    <a:pt x="2453" y="5655"/>
                    <a:pt x="2548" y="5703"/>
                    <a:pt x="2644" y="5727"/>
                  </a:cubicBezTo>
                  <a:cubicBezTo>
                    <a:pt x="2668" y="5727"/>
                    <a:pt x="2679" y="5751"/>
                    <a:pt x="2691" y="5751"/>
                  </a:cubicBezTo>
                  <a:cubicBezTo>
                    <a:pt x="2787" y="5775"/>
                    <a:pt x="2858" y="5810"/>
                    <a:pt x="2941" y="5822"/>
                  </a:cubicBezTo>
                  <a:cubicBezTo>
                    <a:pt x="2977" y="5834"/>
                    <a:pt x="3001" y="5834"/>
                    <a:pt x="3037" y="5846"/>
                  </a:cubicBezTo>
                  <a:cubicBezTo>
                    <a:pt x="3096" y="5870"/>
                    <a:pt x="3144" y="5882"/>
                    <a:pt x="3203" y="5894"/>
                  </a:cubicBezTo>
                  <a:cubicBezTo>
                    <a:pt x="3227" y="5906"/>
                    <a:pt x="3263" y="5906"/>
                    <a:pt x="3310" y="5929"/>
                  </a:cubicBezTo>
                  <a:lnTo>
                    <a:pt x="3489" y="5965"/>
                  </a:lnTo>
                  <a:cubicBezTo>
                    <a:pt x="3513" y="5965"/>
                    <a:pt x="3549" y="5989"/>
                    <a:pt x="3572" y="5989"/>
                  </a:cubicBezTo>
                  <a:cubicBezTo>
                    <a:pt x="3632" y="6001"/>
                    <a:pt x="3680" y="6001"/>
                    <a:pt x="3739" y="6013"/>
                  </a:cubicBezTo>
                  <a:cubicBezTo>
                    <a:pt x="3763" y="6013"/>
                    <a:pt x="3799" y="6036"/>
                    <a:pt x="3822" y="6036"/>
                  </a:cubicBezTo>
                  <a:cubicBezTo>
                    <a:pt x="3906" y="6048"/>
                    <a:pt x="3977" y="6060"/>
                    <a:pt x="4049" y="6060"/>
                  </a:cubicBezTo>
                  <a:lnTo>
                    <a:pt x="4096" y="6060"/>
                  </a:lnTo>
                  <a:cubicBezTo>
                    <a:pt x="4180" y="6072"/>
                    <a:pt x="4263" y="6096"/>
                    <a:pt x="4346" y="6096"/>
                  </a:cubicBezTo>
                  <a:lnTo>
                    <a:pt x="4406" y="6096"/>
                  </a:lnTo>
                  <a:cubicBezTo>
                    <a:pt x="4465" y="6096"/>
                    <a:pt x="4537" y="6108"/>
                    <a:pt x="4596" y="6108"/>
                  </a:cubicBezTo>
                  <a:lnTo>
                    <a:pt x="4692" y="6108"/>
                  </a:lnTo>
                  <a:cubicBezTo>
                    <a:pt x="4751" y="6108"/>
                    <a:pt x="4799" y="6120"/>
                    <a:pt x="4846" y="6120"/>
                  </a:cubicBezTo>
                  <a:lnTo>
                    <a:pt x="5727" y="6120"/>
                  </a:lnTo>
                  <a:cubicBezTo>
                    <a:pt x="5787" y="6120"/>
                    <a:pt x="5846" y="6120"/>
                    <a:pt x="5906" y="6108"/>
                  </a:cubicBezTo>
                  <a:cubicBezTo>
                    <a:pt x="5942" y="6108"/>
                    <a:pt x="5989" y="6108"/>
                    <a:pt x="6013" y="6096"/>
                  </a:cubicBezTo>
                  <a:cubicBezTo>
                    <a:pt x="6073" y="6096"/>
                    <a:pt x="6132" y="6072"/>
                    <a:pt x="6180" y="6072"/>
                  </a:cubicBezTo>
                  <a:cubicBezTo>
                    <a:pt x="6204" y="6072"/>
                    <a:pt x="6251" y="6072"/>
                    <a:pt x="6287" y="6060"/>
                  </a:cubicBezTo>
                  <a:cubicBezTo>
                    <a:pt x="6370" y="6048"/>
                    <a:pt x="6466" y="6048"/>
                    <a:pt x="6549" y="6036"/>
                  </a:cubicBezTo>
                  <a:lnTo>
                    <a:pt x="6597" y="6036"/>
                  </a:lnTo>
                  <a:cubicBezTo>
                    <a:pt x="6704" y="6013"/>
                    <a:pt x="6787" y="6001"/>
                    <a:pt x="6894" y="5989"/>
                  </a:cubicBezTo>
                  <a:cubicBezTo>
                    <a:pt x="6918" y="5989"/>
                    <a:pt x="6966" y="5977"/>
                    <a:pt x="7001" y="5977"/>
                  </a:cubicBezTo>
                  <a:cubicBezTo>
                    <a:pt x="7037" y="5953"/>
                    <a:pt x="7085" y="5953"/>
                    <a:pt x="7132" y="5941"/>
                  </a:cubicBezTo>
                  <a:cubicBezTo>
                    <a:pt x="7180" y="5929"/>
                    <a:pt x="7204" y="5929"/>
                    <a:pt x="7240" y="5906"/>
                  </a:cubicBezTo>
                  <a:cubicBezTo>
                    <a:pt x="7275" y="5894"/>
                    <a:pt x="7323" y="5894"/>
                    <a:pt x="7370" y="5882"/>
                  </a:cubicBezTo>
                  <a:cubicBezTo>
                    <a:pt x="7394" y="5870"/>
                    <a:pt x="7442" y="5870"/>
                    <a:pt x="7478" y="5846"/>
                  </a:cubicBezTo>
                  <a:cubicBezTo>
                    <a:pt x="7513" y="5834"/>
                    <a:pt x="7561" y="5822"/>
                    <a:pt x="7609" y="5822"/>
                  </a:cubicBezTo>
                  <a:cubicBezTo>
                    <a:pt x="7632" y="5810"/>
                    <a:pt x="7680" y="5810"/>
                    <a:pt x="7716" y="5786"/>
                  </a:cubicBezTo>
                  <a:lnTo>
                    <a:pt x="7847" y="5751"/>
                  </a:lnTo>
                  <a:cubicBezTo>
                    <a:pt x="7871" y="5727"/>
                    <a:pt x="7906" y="5727"/>
                    <a:pt x="7930" y="5715"/>
                  </a:cubicBezTo>
                  <a:cubicBezTo>
                    <a:pt x="8013" y="5691"/>
                    <a:pt x="8085" y="5655"/>
                    <a:pt x="8156" y="5644"/>
                  </a:cubicBezTo>
                  <a:cubicBezTo>
                    <a:pt x="8168" y="5644"/>
                    <a:pt x="8192" y="5632"/>
                    <a:pt x="8204" y="5632"/>
                  </a:cubicBezTo>
                  <a:cubicBezTo>
                    <a:pt x="8287" y="5596"/>
                    <a:pt x="8383" y="5548"/>
                    <a:pt x="8466" y="5525"/>
                  </a:cubicBezTo>
                  <a:cubicBezTo>
                    <a:pt x="8502" y="5513"/>
                    <a:pt x="8513" y="5513"/>
                    <a:pt x="8525" y="5489"/>
                  </a:cubicBezTo>
                  <a:cubicBezTo>
                    <a:pt x="8585" y="5465"/>
                    <a:pt x="8668" y="5429"/>
                    <a:pt x="8728" y="5405"/>
                  </a:cubicBezTo>
                  <a:cubicBezTo>
                    <a:pt x="8752" y="5394"/>
                    <a:pt x="8764" y="5370"/>
                    <a:pt x="8799" y="5370"/>
                  </a:cubicBezTo>
                  <a:cubicBezTo>
                    <a:pt x="8883" y="5334"/>
                    <a:pt x="8966" y="5286"/>
                    <a:pt x="9037" y="5239"/>
                  </a:cubicBezTo>
                  <a:cubicBezTo>
                    <a:pt x="9097" y="5191"/>
                    <a:pt x="9156" y="5167"/>
                    <a:pt x="9228" y="5120"/>
                  </a:cubicBezTo>
                  <a:cubicBezTo>
                    <a:pt x="9240" y="5120"/>
                    <a:pt x="9240" y="5108"/>
                    <a:pt x="9264" y="5108"/>
                  </a:cubicBezTo>
                  <a:cubicBezTo>
                    <a:pt x="9275" y="5108"/>
                    <a:pt x="9275" y="5096"/>
                    <a:pt x="9287" y="5096"/>
                  </a:cubicBezTo>
                  <a:cubicBezTo>
                    <a:pt x="9335" y="5060"/>
                    <a:pt x="9359" y="5036"/>
                    <a:pt x="9406" y="5013"/>
                  </a:cubicBezTo>
                  <a:lnTo>
                    <a:pt x="9442" y="4989"/>
                  </a:lnTo>
                  <a:lnTo>
                    <a:pt x="9466" y="4953"/>
                  </a:lnTo>
                  <a:cubicBezTo>
                    <a:pt x="9502" y="4929"/>
                    <a:pt x="9526" y="4917"/>
                    <a:pt x="9573" y="4882"/>
                  </a:cubicBezTo>
                  <a:lnTo>
                    <a:pt x="9597" y="4858"/>
                  </a:lnTo>
                  <a:lnTo>
                    <a:pt x="9633" y="4822"/>
                  </a:lnTo>
                  <a:cubicBezTo>
                    <a:pt x="9656" y="4798"/>
                    <a:pt x="9692" y="4774"/>
                    <a:pt x="9716" y="4751"/>
                  </a:cubicBezTo>
                  <a:lnTo>
                    <a:pt x="9752" y="4715"/>
                  </a:lnTo>
                  <a:lnTo>
                    <a:pt x="9776" y="4691"/>
                  </a:lnTo>
                  <a:cubicBezTo>
                    <a:pt x="9811" y="4655"/>
                    <a:pt x="9835" y="4643"/>
                    <a:pt x="9859" y="4620"/>
                  </a:cubicBezTo>
                  <a:cubicBezTo>
                    <a:pt x="9871" y="4596"/>
                    <a:pt x="9883" y="4572"/>
                    <a:pt x="9918" y="4560"/>
                  </a:cubicBezTo>
                  <a:lnTo>
                    <a:pt x="9990" y="4477"/>
                  </a:lnTo>
                  <a:lnTo>
                    <a:pt x="10002" y="4465"/>
                  </a:lnTo>
                  <a:lnTo>
                    <a:pt x="10049" y="4417"/>
                  </a:lnTo>
                  <a:cubicBezTo>
                    <a:pt x="10061" y="4393"/>
                    <a:pt x="10097" y="4382"/>
                    <a:pt x="10109" y="4346"/>
                  </a:cubicBezTo>
                  <a:cubicBezTo>
                    <a:pt x="10121" y="4334"/>
                    <a:pt x="10133" y="4322"/>
                    <a:pt x="10133" y="4298"/>
                  </a:cubicBezTo>
                  <a:cubicBezTo>
                    <a:pt x="10133" y="4298"/>
                    <a:pt x="10133" y="4286"/>
                    <a:pt x="10157" y="4286"/>
                  </a:cubicBezTo>
                  <a:cubicBezTo>
                    <a:pt x="10168" y="4262"/>
                    <a:pt x="10180" y="4239"/>
                    <a:pt x="10216" y="4215"/>
                  </a:cubicBezTo>
                  <a:cubicBezTo>
                    <a:pt x="10216" y="4215"/>
                    <a:pt x="10216" y="4203"/>
                    <a:pt x="10228" y="4203"/>
                  </a:cubicBezTo>
                  <a:cubicBezTo>
                    <a:pt x="10240" y="4179"/>
                    <a:pt x="10240" y="4167"/>
                    <a:pt x="10252" y="4155"/>
                  </a:cubicBezTo>
                  <a:cubicBezTo>
                    <a:pt x="10276" y="4120"/>
                    <a:pt x="10288" y="4108"/>
                    <a:pt x="10299" y="4084"/>
                  </a:cubicBezTo>
                  <a:cubicBezTo>
                    <a:pt x="10299" y="4060"/>
                    <a:pt x="10311" y="4060"/>
                    <a:pt x="10311" y="4048"/>
                  </a:cubicBezTo>
                  <a:cubicBezTo>
                    <a:pt x="10335" y="4036"/>
                    <a:pt x="10335" y="4024"/>
                    <a:pt x="10335" y="4001"/>
                  </a:cubicBezTo>
                  <a:cubicBezTo>
                    <a:pt x="10347" y="3977"/>
                    <a:pt x="10359" y="3965"/>
                    <a:pt x="10371" y="3929"/>
                  </a:cubicBezTo>
                  <a:cubicBezTo>
                    <a:pt x="10371" y="3917"/>
                    <a:pt x="10395" y="3917"/>
                    <a:pt x="10395" y="3905"/>
                  </a:cubicBezTo>
                  <a:cubicBezTo>
                    <a:pt x="10395" y="3881"/>
                    <a:pt x="10407" y="3870"/>
                    <a:pt x="10407" y="3858"/>
                  </a:cubicBezTo>
                  <a:cubicBezTo>
                    <a:pt x="10418" y="3822"/>
                    <a:pt x="10430" y="3810"/>
                    <a:pt x="10430" y="3786"/>
                  </a:cubicBezTo>
                  <a:cubicBezTo>
                    <a:pt x="10430" y="3762"/>
                    <a:pt x="10454" y="3750"/>
                    <a:pt x="10454" y="3750"/>
                  </a:cubicBezTo>
                  <a:cubicBezTo>
                    <a:pt x="10454" y="3739"/>
                    <a:pt x="10466" y="3727"/>
                    <a:pt x="10466" y="3727"/>
                  </a:cubicBezTo>
                  <a:cubicBezTo>
                    <a:pt x="10478" y="3691"/>
                    <a:pt x="10478" y="3679"/>
                    <a:pt x="10490" y="3643"/>
                  </a:cubicBezTo>
                  <a:cubicBezTo>
                    <a:pt x="10490" y="3631"/>
                    <a:pt x="10490" y="3620"/>
                    <a:pt x="10502" y="3620"/>
                  </a:cubicBezTo>
                  <a:cubicBezTo>
                    <a:pt x="10502" y="3608"/>
                    <a:pt x="10502" y="3608"/>
                    <a:pt x="10526" y="3584"/>
                  </a:cubicBezTo>
                  <a:cubicBezTo>
                    <a:pt x="10526" y="3560"/>
                    <a:pt x="10538" y="3548"/>
                    <a:pt x="10538" y="3512"/>
                  </a:cubicBezTo>
                  <a:cubicBezTo>
                    <a:pt x="10538" y="3500"/>
                    <a:pt x="10538" y="3489"/>
                    <a:pt x="10549" y="3465"/>
                  </a:cubicBezTo>
                  <a:lnTo>
                    <a:pt x="10549" y="3441"/>
                  </a:lnTo>
                  <a:cubicBezTo>
                    <a:pt x="10549" y="3405"/>
                    <a:pt x="10561" y="3393"/>
                    <a:pt x="10561" y="3369"/>
                  </a:cubicBezTo>
                  <a:lnTo>
                    <a:pt x="10561" y="3322"/>
                  </a:lnTo>
                  <a:lnTo>
                    <a:pt x="10561" y="3286"/>
                  </a:lnTo>
                  <a:cubicBezTo>
                    <a:pt x="10561" y="3262"/>
                    <a:pt x="10561" y="3250"/>
                    <a:pt x="10585" y="3215"/>
                  </a:cubicBezTo>
                  <a:lnTo>
                    <a:pt x="10585" y="3167"/>
                  </a:lnTo>
                  <a:lnTo>
                    <a:pt x="10585" y="3143"/>
                  </a:lnTo>
                  <a:cubicBezTo>
                    <a:pt x="10609" y="2322"/>
                    <a:pt x="10085" y="1500"/>
                    <a:pt x="9014" y="893"/>
                  </a:cubicBezTo>
                  <a:cubicBezTo>
                    <a:pt x="7984" y="298"/>
                    <a:pt x="6629" y="0"/>
                    <a:pt x="5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42">
              <a:extLst>
                <a:ext uri="{FF2B5EF4-FFF2-40B4-BE49-F238E27FC236}">
                  <a16:creationId xmlns:a16="http://schemas.microsoft.com/office/drawing/2014/main" id="{08063070-4050-3ADC-8A31-9C95D0C9AE69}"/>
                </a:ext>
              </a:extLst>
            </p:cNvPr>
            <p:cNvSpPr/>
            <p:nvPr/>
          </p:nvSpPr>
          <p:spPr>
            <a:xfrm>
              <a:off x="5189982" y="3211475"/>
              <a:ext cx="260167" cy="149645"/>
            </a:xfrm>
            <a:custGeom>
              <a:avLst/>
              <a:gdLst/>
              <a:ahLst/>
              <a:cxnLst/>
              <a:rect l="l" t="t" r="r" b="b"/>
              <a:pathLst>
                <a:path w="8811" h="5068" extrusionOk="0">
                  <a:moveTo>
                    <a:pt x="4407" y="1"/>
                  </a:moveTo>
                  <a:cubicBezTo>
                    <a:pt x="3289" y="1"/>
                    <a:pt x="2173" y="245"/>
                    <a:pt x="1322" y="733"/>
                  </a:cubicBezTo>
                  <a:cubicBezTo>
                    <a:pt x="476" y="1221"/>
                    <a:pt x="60" y="1864"/>
                    <a:pt x="60" y="2519"/>
                  </a:cubicBezTo>
                  <a:lnTo>
                    <a:pt x="60" y="2579"/>
                  </a:lnTo>
                  <a:cubicBezTo>
                    <a:pt x="0" y="2638"/>
                    <a:pt x="0" y="2662"/>
                    <a:pt x="0" y="2686"/>
                  </a:cubicBezTo>
                  <a:cubicBezTo>
                    <a:pt x="0" y="2698"/>
                    <a:pt x="0" y="2733"/>
                    <a:pt x="12" y="2745"/>
                  </a:cubicBezTo>
                  <a:cubicBezTo>
                    <a:pt x="12" y="2757"/>
                    <a:pt x="12" y="2793"/>
                    <a:pt x="36" y="2805"/>
                  </a:cubicBezTo>
                  <a:cubicBezTo>
                    <a:pt x="36" y="2817"/>
                    <a:pt x="48" y="2852"/>
                    <a:pt x="48" y="2864"/>
                  </a:cubicBezTo>
                  <a:cubicBezTo>
                    <a:pt x="48" y="2876"/>
                    <a:pt x="60" y="2912"/>
                    <a:pt x="60" y="2924"/>
                  </a:cubicBezTo>
                  <a:cubicBezTo>
                    <a:pt x="60" y="2936"/>
                    <a:pt x="71" y="2972"/>
                    <a:pt x="71" y="2983"/>
                  </a:cubicBezTo>
                  <a:cubicBezTo>
                    <a:pt x="71" y="2995"/>
                    <a:pt x="95" y="3031"/>
                    <a:pt x="95" y="3043"/>
                  </a:cubicBezTo>
                  <a:cubicBezTo>
                    <a:pt x="95" y="3055"/>
                    <a:pt x="107" y="3091"/>
                    <a:pt x="119" y="3103"/>
                  </a:cubicBezTo>
                  <a:cubicBezTo>
                    <a:pt x="119" y="3114"/>
                    <a:pt x="131" y="3150"/>
                    <a:pt x="131" y="3162"/>
                  </a:cubicBezTo>
                  <a:cubicBezTo>
                    <a:pt x="155" y="3174"/>
                    <a:pt x="155" y="3210"/>
                    <a:pt x="167" y="3222"/>
                  </a:cubicBezTo>
                  <a:cubicBezTo>
                    <a:pt x="179" y="3233"/>
                    <a:pt x="179" y="3269"/>
                    <a:pt x="191" y="3281"/>
                  </a:cubicBezTo>
                  <a:cubicBezTo>
                    <a:pt x="214" y="3293"/>
                    <a:pt x="226" y="3329"/>
                    <a:pt x="226" y="3341"/>
                  </a:cubicBezTo>
                  <a:cubicBezTo>
                    <a:pt x="238" y="3353"/>
                    <a:pt x="238" y="3388"/>
                    <a:pt x="250" y="3400"/>
                  </a:cubicBezTo>
                  <a:cubicBezTo>
                    <a:pt x="274" y="3412"/>
                    <a:pt x="286" y="3448"/>
                    <a:pt x="298" y="3460"/>
                  </a:cubicBezTo>
                  <a:cubicBezTo>
                    <a:pt x="310" y="3472"/>
                    <a:pt x="333" y="3484"/>
                    <a:pt x="333" y="3519"/>
                  </a:cubicBezTo>
                  <a:cubicBezTo>
                    <a:pt x="345" y="3531"/>
                    <a:pt x="357" y="3567"/>
                    <a:pt x="369" y="3579"/>
                  </a:cubicBezTo>
                  <a:cubicBezTo>
                    <a:pt x="393" y="3591"/>
                    <a:pt x="405" y="3603"/>
                    <a:pt x="417" y="3638"/>
                  </a:cubicBezTo>
                  <a:cubicBezTo>
                    <a:pt x="429" y="3650"/>
                    <a:pt x="452" y="3686"/>
                    <a:pt x="464" y="3698"/>
                  </a:cubicBezTo>
                  <a:cubicBezTo>
                    <a:pt x="476" y="3710"/>
                    <a:pt x="488" y="3722"/>
                    <a:pt x="512" y="3757"/>
                  </a:cubicBezTo>
                  <a:lnTo>
                    <a:pt x="572" y="3817"/>
                  </a:lnTo>
                  <a:lnTo>
                    <a:pt x="607" y="3865"/>
                  </a:lnTo>
                  <a:lnTo>
                    <a:pt x="667" y="3924"/>
                  </a:lnTo>
                  <a:lnTo>
                    <a:pt x="714" y="3960"/>
                  </a:lnTo>
                  <a:cubicBezTo>
                    <a:pt x="750" y="3984"/>
                    <a:pt x="762" y="4007"/>
                    <a:pt x="786" y="4019"/>
                  </a:cubicBezTo>
                  <a:cubicBezTo>
                    <a:pt x="810" y="4043"/>
                    <a:pt x="822" y="4055"/>
                    <a:pt x="845" y="4067"/>
                  </a:cubicBezTo>
                  <a:cubicBezTo>
                    <a:pt x="881" y="4079"/>
                    <a:pt x="905" y="4115"/>
                    <a:pt x="929" y="4126"/>
                  </a:cubicBezTo>
                  <a:cubicBezTo>
                    <a:pt x="941" y="4138"/>
                    <a:pt x="953" y="4162"/>
                    <a:pt x="988" y="4174"/>
                  </a:cubicBezTo>
                  <a:cubicBezTo>
                    <a:pt x="1012" y="4198"/>
                    <a:pt x="1048" y="4222"/>
                    <a:pt x="1083" y="4234"/>
                  </a:cubicBezTo>
                  <a:cubicBezTo>
                    <a:pt x="1107" y="4246"/>
                    <a:pt x="1119" y="4246"/>
                    <a:pt x="1131" y="4257"/>
                  </a:cubicBezTo>
                  <a:cubicBezTo>
                    <a:pt x="1179" y="4293"/>
                    <a:pt x="1238" y="4317"/>
                    <a:pt x="1286" y="4353"/>
                  </a:cubicBezTo>
                  <a:cubicBezTo>
                    <a:pt x="1322" y="4376"/>
                    <a:pt x="1381" y="4412"/>
                    <a:pt x="1441" y="4436"/>
                  </a:cubicBezTo>
                  <a:cubicBezTo>
                    <a:pt x="1464" y="4460"/>
                    <a:pt x="1476" y="4460"/>
                    <a:pt x="1500" y="4472"/>
                  </a:cubicBezTo>
                  <a:cubicBezTo>
                    <a:pt x="1536" y="4484"/>
                    <a:pt x="1584" y="4496"/>
                    <a:pt x="1607" y="4531"/>
                  </a:cubicBezTo>
                  <a:cubicBezTo>
                    <a:pt x="1619" y="4543"/>
                    <a:pt x="1655" y="4543"/>
                    <a:pt x="1667" y="4555"/>
                  </a:cubicBezTo>
                  <a:cubicBezTo>
                    <a:pt x="1703" y="4579"/>
                    <a:pt x="1738" y="4591"/>
                    <a:pt x="1774" y="4603"/>
                  </a:cubicBezTo>
                  <a:cubicBezTo>
                    <a:pt x="1798" y="4615"/>
                    <a:pt x="1822" y="4615"/>
                    <a:pt x="1845" y="4638"/>
                  </a:cubicBezTo>
                  <a:cubicBezTo>
                    <a:pt x="1881" y="4650"/>
                    <a:pt x="1905" y="4662"/>
                    <a:pt x="1941" y="4662"/>
                  </a:cubicBezTo>
                  <a:cubicBezTo>
                    <a:pt x="2012" y="4698"/>
                    <a:pt x="2084" y="4722"/>
                    <a:pt x="2179" y="4757"/>
                  </a:cubicBezTo>
                  <a:cubicBezTo>
                    <a:pt x="2191" y="4757"/>
                    <a:pt x="2203" y="4769"/>
                    <a:pt x="2203" y="4769"/>
                  </a:cubicBezTo>
                  <a:cubicBezTo>
                    <a:pt x="2274" y="4793"/>
                    <a:pt x="2334" y="4817"/>
                    <a:pt x="2417" y="4829"/>
                  </a:cubicBezTo>
                  <a:cubicBezTo>
                    <a:pt x="2441" y="4829"/>
                    <a:pt x="2453" y="4841"/>
                    <a:pt x="2488" y="4841"/>
                  </a:cubicBezTo>
                  <a:cubicBezTo>
                    <a:pt x="2536" y="4853"/>
                    <a:pt x="2572" y="4877"/>
                    <a:pt x="2619" y="4877"/>
                  </a:cubicBezTo>
                  <a:cubicBezTo>
                    <a:pt x="2655" y="4877"/>
                    <a:pt x="2679" y="4888"/>
                    <a:pt x="2691" y="4888"/>
                  </a:cubicBezTo>
                  <a:cubicBezTo>
                    <a:pt x="2738" y="4900"/>
                    <a:pt x="2798" y="4912"/>
                    <a:pt x="2846" y="4912"/>
                  </a:cubicBezTo>
                  <a:cubicBezTo>
                    <a:pt x="2869" y="4912"/>
                    <a:pt x="2893" y="4936"/>
                    <a:pt x="2917" y="4936"/>
                  </a:cubicBezTo>
                  <a:cubicBezTo>
                    <a:pt x="2965" y="4948"/>
                    <a:pt x="3012" y="4948"/>
                    <a:pt x="3048" y="4960"/>
                  </a:cubicBezTo>
                  <a:cubicBezTo>
                    <a:pt x="3084" y="4960"/>
                    <a:pt x="3096" y="4972"/>
                    <a:pt x="3131" y="4972"/>
                  </a:cubicBezTo>
                  <a:cubicBezTo>
                    <a:pt x="3191" y="4996"/>
                    <a:pt x="3250" y="4996"/>
                    <a:pt x="3310" y="5008"/>
                  </a:cubicBezTo>
                  <a:lnTo>
                    <a:pt x="3334" y="5008"/>
                  </a:lnTo>
                  <a:cubicBezTo>
                    <a:pt x="3405" y="5019"/>
                    <a:pt x="3465" y="5019"/>
                    <a:pt x="3548" y="5031"/>
                  </a:cubicBezTo>
                  <a:lnTo>
                    <a:pt x="3584" y="5031"/>
                  </a:lnTo>
                  <a:cubicBezTo>
                    <a:pt x="3643" y="5031"/>
                    <a:pt x="3691" y="5055"/>
                    <a:pt x="3750" y="5055"/>
                  </a:cubicBezTo>
                  <a:lnTo>
                    <a:pt x="3822" y="5055"/>
                  </a:lnTo>
                  <a:cubicBezTo>
                    <a:pt x="3870" y="5055"/>
                    <a:pt x="3917" y="5055"/>
                    <a:pt x="3965" y="5067"/>
                  </a:cubicBezTo>
                  <a:lnTo>
                    <a:pt x="4929" y="5067"/>
                  </a:lnTo>
                  <a:cubicBezTo>
                    <a:pt x="4977" y="5067"/>
                    <a:pt x="5013" y="5067"/>
                    <a:pt x="5060" y="5055"/>
                  </a:cubicBezTo>
                  <a:cubicBezTo>
                    <a:pt x="5096" y="5055"/>
                    <a:pt x="5120" y="5055"/>
                    <a:pt x="5155" y="5031"/>
                  </a:cubicBezTo>
                  <a:cubicBezTo>
                    <a:pt x="5227" y="5019"/>
                    <a:pt x="5298" y="5019"/>
                    <a:pt x="5370" y="5008"/>
                  </a:cubicBezTo>
                  <a:lnTo>
                    <a:pt x="5405" y="5008"/>
                  </a:lnTo>
                  <a:cubicBezTo>
                    <a:pt x="5489" y="4996"/>
                    <a:pt x="5572" y="4972"/>
                    <a:pt x="5655" y="4960"/>
                  </a:cubicBezTo>
                  <a:cubicBezTo>
                    <a:pt x="5691" y="4960"/>
                    <a:pt x="5715" y="4948"/>
                    <a:pt x="5751" y="4948"/>
                  </a:cubicBezTo>
                  <a:cubicBezTo>
                    <a:pt x="5786" y="4948"/>
                    <a:pt x="5822" y="4936"/>
                    <a:pt x="5870" y="4912"/>
                  </a:cubicBezTo>
                  <a:cubicBezTo>
                    <a:pt x="5894" y="4912"/>
                    <a:pt x="5929" y="4900"/>
                    <a:pt x="5953" y="4900"/>
                  </a:cubicBezTo>
                  <a:cubicBezTo>
                    <a:pt x="6001" y="4888"/>
                    <a:pt x="6025" y="4888"/>
                    <a:pt x="6072" y="4877"/>
                  </a:cubicBezTo>
                  <a:cubicBezTo>
                    <a:pt x="6096" y="4877"/>
                    <a:pt x="6132" y="4853"/>
                    <a:pt x="6156" y="4841"/>
                  </a:cubicBezTo>
                  <a:cubicBezTo>
                    <a:pt x="6191" y="4829"/>
                    <a:pt x="6239" y="4829"/>
                    <a:pt x="6263" y="4817"/>
                  </a:cubicBezTo>
                  <a:cubicBezTo>
                    <a:pt x="6298" y="4793"/>
                    <a:pt x="6322" y="4793"/>
                    <a:pt x="6358" y="4781"/>
                  </a:cubicBezTo>
                  <a:cubicBezTo>
                    <a:pt x="6382" y="4769"/>
                    <a:pt x="6429" y="4769"/>
                    <a:pt x="6453" y="4757"/>
                  </a:cubicBezTo>
                  <a:cubicBezTo>
                    <a:pt x="6489" y="4734"/>
                    <a:pt x="6513" y="4734"/>
                    <a:pt x="6537" y="4722"/>
                  </a:cubicBezTo>
                  <a:cubicBezTo>
                    <a:pt x="6596" y="4710"/>
                    <a:pt x="6668" y="4674"/>
                    <a:pt x="6727" y="4662"/>
                  </a:cubicBezTo>
                  <a:cubicBezTo>
                    <a:pt x="6739" y="4662"/>
                    <a:pt x="6751" y="4650"/>
                    <a:pt x="6775" y="4650"/>
                  </a:cubicBezTo>
                  <a:lnTo>
                    <a:pt x="6989" y="4555"/>
                  </a:lnTo>
                  <a:cubicBezTo>
                    <a:pt x="7013" y="4543"/>
                    <a:pt x="7025" y="4543"/>
                    <a:pt x="7049" y="4531"/>
                  </a:cubicBezTo>
                  <a:cubicBezTo>
                    <a:pt x="7108" y="4496"/>
                    <a:pt x="7156" y="4484"/>
                    <a:pt x="7215" y="4460"/>
                  </a:cubicBezTo>
                  <a:cubicBezTo>
                    <a:pt x="7227" y="4436"/>
                    <a:pt x="7263" y="4436"/>
                    <a:pt x="7275" y="4424"/>
                  </a:cubicBezTo>
                  <a:cubicBezTo>
                    <a:pt x="7346" y="4400"/>
                    <a:pt x="7406" y="4353"/>
                    <a:pt x="7489" y="4317"/>
                  </a:cubicBezTo>
                  <a:cubicBezTo>
                    <a:pt x="7549" y="4293"/>
                    <a:pt x="7584" y="4257"/>
                    <a:pt x="7632" y="4234"/>
                  </a:cubicBezTo>
                  <a:cubicBezTo>
                    <a:pt x="7644" y="4234"/>
                    <a:pt x="7644" y="4222"/>
                    <a:pt x="7668" y="4222"/>
                  </a:cubicBezTo>
                  <a:lnTo>
                    <a:pt x="7680" y="4198"/>
                  </a:lnTo>
                  <a:cubicBezTo>
                    <a:pt x="7703" y="4186"/>
                    <a:pt x="7739" y="4162"/>
                    <a:pt x="7787" y="4138"/>
                  </a:cubicBezTo>
                  <a:cubicBezTo>
                    <a:pt x="7799" y="4138"/>
                    <a:pt x="7799" y="4126"/>
                    <a:pt x="7811" y="4126"/>
                  </a:cubicBezTo>
                  <a:cubicBezTo>
                    <a:pt x="7822" y="4126"/>
                    <a:pt x="7822" y="4115"/>
                    <a:pt x="7846" y="4115"/>
                  </a:cubicBezTo>
                  <a:cubicBezTo>
                    <a:pt x="7870" y="4103"/>
                    <a:pt x="7906" y="4067"/>
                    <a:pt x="7918" y="4055"/>
                  </a:cubicBezTo>
                  <a:cubicBezTo>
                    <a:pt x="7930" y="4055"/>
                    <a:pt x="7930" y="4043"/>
                    <a:pt x="7953" y="4043"/>
                  </a:cubicBezTo>
                  <a:lnTo>
                    <a:pt x="7977" y="4007"/>
                  </a:lnTo>
                  <a:cubicBezTo>
                    <a:pt x="8013" y="3995"/>
                    <a:pt x="8025" y="3960"/>
                    <a:pt x="8049" y="3948"/>
                  </a:cubicBezTo>
                  <a:lnTo>
                    <a:pt x="8084" y="3924"/>
                  </a:lnTo>
                  <a:lnTo>
                    <a:pt x="8108" y="3888"/>
                  </a:lnTo>
                  <a:lnTo>
                    <a:pt x="8168" y="3829"/>
                  </a:lnTo>
                  <a:lnTo>
                    <a:pt x="8215" y="3781"/>
                  </a:lnTo>
                  <a:lnTo>
                    <a:pt x="8275" y="3722"/>
                  </a:lnTo>
                  <a:cubicBezTo>
                    <a:pt x="8275" y="3722"/>
                    <a:pt x="8275" y="3710"/>
                    <a:pt x="8287" y="3710"/>
                  </a:cubicBezTo>
                  <a:cubicBezTo>
                    <a:pt x="8311" y="3698"/>
                    <a:pt x="8311" y="3686"/>
                    <a:pt x="8322" y="3662"/>
                  </a:cubicBezTo>
                  <a:cubicBezTo>
                    <a:pt x="8334" y="3650"/>
                    <a:pt x="8346" y="3626"/>
                    <a:pt x="8370" y="3603"/>
                  </a:cubicBezTo>
                  <a:cubicBezTo>
                    <a:pt x="8382" y="3591"/>
                    <a:pt x="8382" y="3579"/>
                    <a:pt x="8394" y="3567"/>
                  </a:cubicBezTo>
                  <a:lnTo>
                    <a:pt x="8406" y="3543"/>
                  </a:lnTo>
                  <a:cubicBezTo>
                    <a:pt x="8430" y="3531"/>
                    <a:pt x="8442" y="3507"/>
                    <a:pt x="8453" y="3484"/>
                  </a:cubicBezTo>
                  <a:cubicBezTo>
                    <a:pt x="8453" y="3484"/>
                    <a:pt x="8453" y="3472"/>
                    <a:pt x="8465" y="3472"/>
                  </a:cubicBezTo>
                  <a:cubicBezTo>
                    <a:pt x="8477" y="3460"/>
                    <a:pt x="8477" y="3448"/>
                    <a:pt x="8501" y="3424"/>
                  </a:cubicBezTo>
                  <a:cubicBezTo>
                    <a:pt x="8513" y="3412"/>
                    <a:pt x="8525" y="3388"/>
                    <a:pt x="8549" y="3364"/>
                  </a:cubicBezTo>
                  <a:cubicBezTo>
                    <a:pt x="8549" y="3353"/>
                    <a:pt x="8561" y="3353"/>
                    <a:pt x="8561" y="3341"/>
                  </a:cubicBezTo>
                  <a:cubicBezTo>
                    <a:pt x="8561" y="3329"/>
                    <a:pt x="8573" y="3329"/>
                    <a:pt x="8573" y="3305"/>
                  </a:cubicBezTo>
                  <a:cubicBezTo>
                    <a:pt x="8584" y="3293"/>
                    <a:pt x="8596" y="3269"/>
                    <a:pt x="8596" y="3245"/>
                  </a:cubicBezTo>
                  <a:cubicBezTo>
                    <a:pt x="8596" y="3233"/>
                    <a:pt x="8620" y="3233"/>
                    <a:pt x="8620" y="3222"/>
                  </a:cubicBezTo>
                  <a:cubicBezTo>
                    <a:pt x="8620" y="3210"/>
                    <a:pt x="8632" y="3210"/>
                    <a:pt x="8632" y="3186"/>
                  </a:cubicBezTo>
                  <a:cubicBezTo>
                    <a:pt x="8644" y="3174"/>
                    <a:pt x="8644" y="3150"/>
                    <a:pt x="8656" y="3126"/>
                  </a:cubicBezTo>
                  <a:cubicBezTo>
                    <a:pt x="8656" y="3114"/>
                    <a:pt x="8656" y="3114"/>
                    <a:pt x="8680" y="3103"/>
                  </a:cubicBezTo>
                  <a:cubicBezTo>
                    <a:pt x="8680" y="3091"/>
                    <a:pt x="8680" y="3091"/>
                    <a:pt x="8692" y="3067"/>
                  </a:cubicBezTo>
                  <a:cubicBezTo>
                    <a:pt x="8703" y="3055"/>
                    <a:pt x="8703" y="3031"/>
                    <a:pt x="8715" y="3007"/>
                  </a:cubicBezTo>
                  <a:cubicBezTo>
                    <a:pt x="8715" y="2995"/>
                    <a:pt x="8715" y="2995"/>
                    <a:pt x="8739" y="2983"/>
                  </a:cubicBezTo>
                  <a:cubicBezTo>
                    <a:pt x="8739" y="2972"/>
                    <a:pt x="8739" y="2972"/>
                    <a:pt x="8751" y="2948"/>
                  </a:cubicBezTo>
                  <a:cubicBezTo>
                    <a:pt x="8751" y="2936"/>
                    <a:pt x="8763" y="2912"/>
                    <a:pt x="8763" y="2888"/>
                  </a:cubicBezTo>
                  <a:lnTo>
                    <a:pt x="8763" y="2864"/>
                  </a:lnTo>
                  <a:lnTo>
                    <a:pt x="8763" y="2829"/>
                  </a:lnTo>
                  <a:cubicBezTo>
                    <a:pt x="8763" y="2817"/>
                    <a:pt x="8775" y="2793"/>
                    <a:pt x="8775" y="2769"/>
                  </a:cubicBezTo>
                  <a:lnTo>
                    <a:pt x="8775" y="2745"/>
                  </a:lnTo>
                  <a:lnTo>
                    <a:pt x="8775" y="2710"/>
                  </a:lnTo>
                  <a:lnTo>
                    <a:pt x="8775" y="2650"/>
                  </a:lnTo>
                  <a:lnTo>
                    <a:pt x="8775" y="2614"/>
                  </a:lnTo>
                  <a:lnTo>
                    <a:pt x="8775" y="2591"/>
                  </a:lnTo>
                  <a:cubicBezTo>
                    <a:pt x="8811" y="1924"/>
                    <a:pt x="8382" y="1257"/>
                    <a:pt x="7501" y="733"/>
                  </a:cubicBezTo>
                  <a:cubicBezTo>
                    <a:pt x="6644" y="245"/>
                    <a:pt x="5525" y="1"/>
                    <a:pt x="440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42">
              <a:extLst>
                <a:ext uri="{FF2B5EF4-FFF2-40B4-BE49-F238E27FC236}">
                  <a16:creationId xmlns:a16="http://schemas.microsoft.com/office/drawing/2014/main" id="{233C44F8-F755-A372-7FDA-894EDD7F7A46}"/>
                </a:ext>
              </a:extLst>
            </p:cNvPr>
            <p:cNvSpPr/>
            <p:nvPr/>
          </p:nvSpPr>
          <p:spPr>
            <a:xfrm>
              <a:off x="5163614" y="3291820"/>
              <a:ext cx="311486" cy="120266"/>
            </a:xfrm>
            <a:custGeom>
              <a:avLst/>
              <a:gdLst/>
              <a:ahLst/>
              <a:cxnLst/>
              <a:rect l="l" t="t" r="r" b="b"/>
              <a:pathLst>
                <a:path w="10549" h="4073" extrusionOk="0">
                  <a:moveTo>
                    <a:pt x="0" y="1"/>
                  </a:moveTo>
                  <a:lnTo>
                    <a:pt x="0" y="1036"/>
                  </a:lnTo>
                  <a:cubicBezTo>
                    <a:pt x="0" y="1822"/>
                    <a:pt x="524" y="2620"/>
                    <a:pt x="1560" y="3227"/>
                  </a:cubicBezTo>
                  <a:cubicBezTo>
                    <a:pt x="1619" y="3251"/>
                    <a:pt x="1679" y="3299"/>
                    <a:pt x="1762" y="3334"/>
                  </a:cubicBezTo>
                  <a:cubicBezTo>
                    <a:pt x="1774" y="3346"/>
                    <a:pt x="1798" y="3346"/>
                    <a:pt x="1822" y="3358"/>
                  </a:cubicBezTo>
                  <a:cubicBezTo>
                    <a:pt x="1857" y="3370"/>
                    <a:pt x="1905" y="3406"/>
                    <a:pt x="1953" y="3418"/>
                  </a:cubicBezTo>
                  <a:cubicBezTo>
                    <a:pt x="1976" y="3430"/>
                    <a:pt x="2012" y="3453"/>
                    <a:pt x="2024" y="3453"/>
                  </a:cubicBezTo>
                  <a:cubicBezTo>
                    <a:pt x="2072" y="3465"/>
                    <a:pt x="2096" y="3477"/>
                    <a:pt x="2143" y="3513"/>
                  </a:cubicBezTo>
                  <a:cubicBezTo>
                    <a:pt x="2179" y="3525"/>
                    <a:pt x="2203" y="3537"/>
                    <a:pt x="2238" y="3537"/>
                  </a:cubicBezTo>
                  <a:cubicBezTo>
                    <a:pt x="2262" y="3549"/>
                    <a:pt x="2298" y="3572"/>
                    <a:pt x="2322" y="3572"/>
                  </a:cubicBezTo>
                  <a:cubicBezTo>
                    <a:pt x="2334" y="3572"/>
                    <a:pt x="2334" y="3572"/>
                    <a:pt x="2357" y="3584"/>
                  </a:cubicBezTo>
                  <a:cubicBezTo>
                    <a:pt x="2441" y="3608"/>
                    <a:pt x="2536" y="3656"/>
                    <a:pt x="2631" y="3691"/>
                  </a:cubicBezTo>
                  <a:cubicBezTo>
                    <a:pt x="2655" y="3691"/>
                    <a:pt x="2667" y="3703"/>
                    <a:pt x="2679" y="3703"/>
                  </a:cubicBezTo>
                  <a:cubicBezTo>
                    <a:pt x="2774" y="3727"/>
                    <a:pt x="2846" y="3763"/>
                    <a:pt x="2929" y="3775"/>
                  </a:cubicBezTo>
                  <a:cubicBezTo>
                    <a:pt x="2953" y="3775"/>
                    <a:pt x="2965" y="3787"/>
                    <a:pt x="2977" y="3787"/>
                  </a:cubicBezTo>
                  <a:cubicBezTo>
                    <a:pt x="2989" y="3787"/>
                    <a:pt x="3012" y="3811"/>
                    <a:pt x="3024" y="3811"/>
                  </a:cubicBezTo>
                  <a:cubicBezTo>
                    <a:pt x="3084" y="3822"/>
                    <a:pt x="3131" y="3834"/>
                    <a:pt x="3191" y="3846"/>
                  </a:cubicBezTo>
                  <a:cubicBezTo>
                    <a:pt x="3215" y="3870"/>
                    <a:pt x="3250" y="3870"/>
                    <a:pt x="3286" y="3882"/>
                  </a:cubicBezTo>
                  <a:lnTo>
                    <a:pt x="3465" y="3930"/>
                  </a:lnTo>
                  <a:cubicBezTo>
                    <a:pt x="3489" y="3930"/>
                    <a:pt x="3512" y="3941"/>
                    <a:pt x="3524" y="3941"/>
                  </a:cubicBezTo>
                  <a:lnTo>
                    <a:pt x="3548" y="3941"/>
                  </a:lnTo>
                  <a:cubicBezTo>
                    <a:pt x="3608" y="3953"/>
                    <a:pt x="3643" y="3953"/>
                    <a:pt x="3703" y="3965"/>
                  </a:cubicBezTo>
                  <a:cubicBezTo>
                    <a:pt x="3739" y="3965"/>
                    <a:pt x="3762" y="3989"/>
                    <a:pt x="3798" y="3989"/>
                  </a:cubicBezTo>
                  <a:cubicBezTo>
                    <a:pt x="3870" y="4001"/>
                    <a:pt x="3941" y="4013"/>
                    <a:pt x="4024" y="4013"/>
                  </a:cubicBezTo>
                  <a:lnTo>
                    <a:pt x="4048" y="4013"/>
                  </a:lnTo>
                  <a:cubicBezTo>
                    <a:pt x="4143" y="4025"/>
                    <a:pt x="4215" y="4049"/>
                    <a:pt x="4298" y="4049"/>
                  </a:cubicBezTo>
                  <a:lnTo>
                    <a:pt x="4358" y="4049"/>
                  </a:lnTo>
                  <a:cubicBezTo>
                    <a:pt x="4417" y="4049"/>
                    <a:pt x="4501" y="4061"/>
                    <a:pt x="4560" y="4061"/>
                  </a:cubicBezTo>
                  <a:lnTo>
                    <a:pt x="4643" y="4061"/>
                  </a:lnTo>
                  <a:cubicBezTo>
                    <a:pt x="4703" y="4061"/>
                    <a:pt x="4751" y="4072"/>
                    <a:pt x="4810" y="4072"/>
                  </a:cubicBezTo>
                  <a:lnTo>
                    <a:pt x="5691" y="4072"/>
                  </a:lnTo>
                  <a:cubicBezTo>
                    <a:pt x="5751" y="4072"/>
                    <a:pt x="5810" y="4072"/>
                    <a:pt x="5870" y="4061"/>
                  </a:cubicBezTo>
                  <a:cubicBezTo>
                    <a:pt x="5894" y="4061"/>
                    <a:pt x="5941" y="4061"/>
                    <a:pt x="5965" y="4049"/>
                  </a:cubicBezTo>
                  <a:cubicBezTo>
                    <a:pt x="6025" y="4049"/>
                    <a:pt x="6084" y="4025"/>
                    <a:pt x="6132" y="4025"/>
                  </a:cubicBezTo>
                  <a:lnTo>
                    <a:pt x="6239" y="4025"/>
                  </a:lnTo>
                  <a:cubicBezTo>
                    <a:pt x="6322" y="4013"/>
                    <a:pt x="6418" y="4013"/>
                    <a:pt x="6501" y="4001"/>
                  </a:cubicBezTo>
                  <a:lnTo>
                    <a:pt x="6548" y="4001"/>
                  </a:lnTo>
                  <a:cubicBezTo>
                    <a:pt x="6656" y="3989"/>
                    <a:pt x="6739" y="3965"/>
                    <a:pt x="6846" y="3953"/>
                  </a:cubicBezTo>
                  <a:lnTo>
                    <a:pt x="6882" y="3953"/>
                  </a:lnTo>
                  <a:cubicBezTo>
                    <a:pt x="6906" y="3953"/>
                    <a:pt x="6941" y="3941"/>
                    <a:pt x="6953" y="3941"/>
                  </a:cubicBezTo>
                  <a:cubicBezTo>
                    <a:pt x="7001" y="3930"/>
                    <a:pt x="7037" y="3930"/>
                    <a:pt x="7084" y="3906"/>
                  </a:cubicBezTo>
                  <a:cubicBezTo>
                    <a:pt x="7132" y="3894"/>
                    <a:pt x="7156" y="3894"/>
                    <a:pt x="7203" y="3882"/>
                  </a:cubicBezTo>
                  <a:cubicBezTo>
                    <a:pt x="7251" y="3870"/>
                    <a:pt x="7299" y="3870"/>
                    <a:pt x="7334" y="3846"/>
                  </a:cubicBezTo>
                  <a:cubicBezTo>
                    <a:pt x="7382" y="3834"/>
                    <a:pt x="7418" y="3834"/>
                    <a:pt x="7441" y="3822"/>
                  </a:cubicBezTo>
                  <a:cubicBezTo>
                    <a:pt x="7489" y="3811"/>
                    <a:pt x="7537" y="3787"/>
                    <a:pt x="7572" y="3787"/>
                  </a:cubicBezTo>
                  <a:cubicBezTo>
                    <a:pt x="7608" y="3775"/>
                    <a:pt x="7656" y="3775"/>
                    <a:pt x="7680" y="3763"/>
                  </a:cubicBezTo>
                  <a:lnTo>
                    <a:pt x="7811" y="3715"/>
                  </a:lnTo>
                  <a:cubicBezTo>
                    <a:pt x="7834" y="3715"/>
                    <a:pt x="7858" y="3703"/>
                    <a:pt x="7870" y="3703"/>
                  </a:cubicBezTo>
                  <a:cubicBezTo>
                    <a:pt x="7894" y="3703"/>
                    <a:pt x="7906" y="3691"/>
                    <a:pt x="7918" y="3691"/>
                  </a:cubicBezTo>
                  <a:cubicBezTo>
                    <a:pt x="7989" y="3656"/>
                    <a:pt x="8072" y="3632"/>
                    <a:pt x="8144" y="3608"/>
                  </a:cubicBezTo>
                  <a:cubicBezTo>
                    <a:pt x="8156" y="3608"/>
                    <a:pt x="8168" y="3596"/>
                    <a:pt x="8192" y="3596"/>
                  </a:cubicBezTo>
                  <a:cubicBezTo>
                    <a:pt x="8275" y="3572"/>
                    <a:pt x="8370" y="3525"/>
                    <a:pt x="8453" y="3489"/>
                  </a:cubicBezTo>
                  <a:cubicBezTo>
                    <a:pt x="8489" y="3477"/>
                    <a:pt x="8501" y="3477"/>
                    <a:pt x="8525" y="3465"/>
                  </a:cubicBezTo>
                  <a:cubicBezTo>
                    <a:pt x="8584" y="3430"/>
                    <a:pt x="8668" y="3406"/>
                    <a:pt x="8727" y="3370"/>
                  </a:cubicBezTo>
                  <a:cubicBezTo>
                    <a:pt x="8751" y="3358"/>
                    <a:pt x="8763" y="3346"/>
                    <a:pt x="8799" y="3346"/>
                  </a:cubicBezTo>
                  <a:cubicBezTo>
                    <a:pt x="8882" y="3299"/>
                    <a:pt x="8965" y="3251"/>
                    <a:pt x="9037" y="3215"/>
                  </a:cubicBezTo>
                  <a:cubicBezTo>
                    <a:pt x="9049" y="3191"/>
                    <a:pt x="9085" y="3179"/>
                    <a:pt x="9096" y="3168"/>
                  </a:cubicBezTo>
                  <a:cubicBezTo>
                    <a:pt x="9108" y="3156"/>
                    <a:pt x="9144" y="3132"/>
                    <a:pt x="9156" y="3132"/>
                  </a:cubicBezTo>
                  <a:cubicBezTo>
                    <a:pt x="9180" y="3120"/>
                    <a:pt x="9215" y="3096"/>
                    <a:pt x="9239" y="3072"/>
                  </a:cubicBezTo>
                  <a:cubicBezTo>
                    <a:pt x="9275" y="3060"/>
                    <a:pt x="9299" y="3037"/>
                    <a:pt x="9335" y="3013"/>
                  </a:cubicBezTo>
                  <a:cubicBezTo>
                    <a:pt x="9358" y="3001"/>
                    <a:pt x="9394" y="2977"/>
                    <a:pt x="9418" y="2953"/>
                  </a:cubicBezTo>
                  <a:cubicBezTo>
                    <a:pt x="9454" y="2941"/>
                    <a:pt x="9477" y="2918"/>
                    <a:pt x="9501" y="2894"/>
                  </a:cubicBezTo>
                  <a:cubicBezTo>
                    <a:pt x="9525" y="2882"/>
                    <a:pt x="9561" y="2858"/>
                    <a:pt x="9585" y="2834"/>
                  </a:cubicBezTo>
                  <a:cubicBezTo>
                    <a:pt x="9620" y="2822"/>
                    <a:pt x="9632" y="2798"/>
                    <a:pt x="9656" y="2775"/>
                  </a:cubicBezTo>
                  <a:cubicBezTo>
                    <a:pt x="9692" y="2763"/>
                    <a:pt x="9704" y="2739"/>
                    <a:pt x="9739" y="2715"/>
                  </a:cubicBezTo>
                  <a:lnTo>
                    <a:pt x="9763" y="2691"/>
                  </a:lnTo>
                  <a:cubicBezTo>
                    <a:pt x="9775" y="2679"/>
                    <a:pt x="9811" y="2656"/>
                    <a:pt x="9823" y="2632"/>
                  </a:cubicBezTo>
                  <a:lnTo>
                    <a:pt x="9835" y="2620"/>
                  </a:lnTo>
                  <a:cubicBezTo>
                    <a:pt x="9882" y="2572"/>
                    <a:pt x="9918" y="2537"/>
                    <a:pt x="9942" y="2501"/>
                  </a:cubicBezTo>
                  <a:lnTo>
                    <a:pt x="9977" y="2465"/>
                  </a:lnTo>
                  <a:cubicBezTo>
                    <a:pt x="10001" y="2441"/>
                    <a:pt x="10037" y="2394"/>
                    <a:pt x="10061" y="2358"/>
                  </a:cubicBezTo>
                  <a:lnTo>
                    <a:pt x="10073" y="2346"/>
                  </a:lnTo>
                  <a:lnTo>
                    <a:pt x="10097" y="2334"/>
                  </a:lnTo>
                  <a:cubicBezTo>
                    <a:pt x="10108" y="2322"/>
                    <a:pt x="10108" y="2298"/>
                    <a:pt x="10120" y="2298"/>
                  </a:cubicBezTo>
                  <a:cubicBezTo>
                    <a:pt x="10156" y="2275"/>
                    <a:pt x="10168" y="2227"/>
                    <a:pt x="10192" y="2203"/>
                  </a:cubicBezTo>
                  <a:cubicBezTo>
                    <a:pt x="10216" y="2179"/>
                    <a:pt x="10228" y="2156"/>
                    <a:pt x="10228" y="2144"/>
                  </a:cubicBezTo>
                  <a:cubicBezTo>
                    <a:pt x="10239" y="2108"/>
                    <a:pt x="10275" y="2084"/>
                    <a:pt x="10287" y="2048"/>
                  </a:cubicBezTo>
                  <a:cubicBezTo>
                    <a:pt x="10287" y="2036"/>
                    <a:pt x="10299" y="2036"/>
                    <a:pt x="10299" y="2025"/>
                  </a:cubicBezTo>
                  <a:cubicBezTo>
                    <a:pt x="10299" y="2001"/>
                    <a:pt x="10311" y="1989"/>
                    <a:pt x="10311" y="1989"/>
                  </a:cubicBezTo>
                  <a:cubicBezTo>
                    <a:pt x="10335" y="1965"/>
                    <a:pt x="10347" y="1929"/>
                    <a:pt x="10358" y="1917"/>
                  </a:cubicBezTo>
                  <a:cubicBezTo>
                    <a:pt x="10370" y="1906"/>
                    <a:pt x="10370" y="1870"/>
                    <a:pt x="10394" y="1846"/>
                  </a:cubicBezTo>
                  <a:cubicBezTo>
                    <a:pt x="10406" y="1810"/>
                    <a:pt x="10418" y="1786"/>
                    <a:pt x="10418" y="1763"/>
                  </a:cubicBezTo>
                  <a:cubicBezTo>
                    <a:pt x="10418" y="1751"/>
                    <a:pt x="10430" y="1739"/>
                    <a:pt x="10430" y="1727"/>
                  </a:cubicBezTo>
                  <a:cubicBezTo>
                    <a:pt x="10430" y="1703"/>
                    <a:pt x="10430" y="1703"/>
                    <a:pt x="10454" y="1691"/>
                  </a:cubicBezTo>
                  <a:cubicBezTo>
                    <a:pt x="10466" y="1667"/>
                    <a:pt x="10466" y="1644"/>
                    <a:pt x="10478" y="1620"/>
                  </a:cubicBezTo>
                  <a:cubicBezTo>
                    <a:pt x="10478" y="1584"/>
                    <a:pt x="10489" y="1572"/>
                    <a:pt x="10489" y="1548"/>
                  </a:cubicBezTo>
                  <a:cubicBezTo>
                    <a:pt x="10489" y="1513"/>
                    <a:pt x="10513" y="1501"/>
                    <a:pt x="10513" y="1465"/>
                  </a:cubicBezTo>
                  <a:cubicBezTo>
                    <a:pt x="10513" y="1453"/>
                    <a:pt x="10513" y="1441"/>
                    <a:pt x="10525" y="1429"/>
                  </a:cubicBezTo>
                  <a:lnTo>
                    <a:pt x="10525" y="1405"/>
                  </a:lnTo>
                  <a:cubicBezTo>
                    <a:pt x="10525" y="1382"/>
                    <a:pt x="10537" y="1346"/>
                    <a:pt x="10537" y="1334"/>
                  </a:cubicBezTo>
                  <a:cubicBezTo>
                    <a:pt x="10537" y="1310"/>
                    <a:pt x="10537" y="1286"/>
                    <a:pt x="10549" y="1263"/>
                  </a:cubicBezTo>
                  <a:lnTo>
                    <a:pt x="10549" y="1191"/>
                  </a:lnTo>
                  <a:lnTo>
                    <a:pt x="10549" y="1108"/>
                  </a:lnTo>
                  <a:lnTo>
                    <a:pt x="10549" y="1096"/>
                  </a:lnTo>
                  <a:lnTo>
                    <a:pt x="10549" y="1"/>
                  </a:lnTo>
                  <a:cubicBezTo>
                    <a:pt x="10549" y="24"/>
                    <a:pt x="10549" y="36"/>
                    <a:pt x="10537" y="72"/>
                  </a:cubicBezTo>
                  <a:lnTo>
                    <a:pt x="10537" y="96"/>
                  </a:lnTo>
                  <a:lnTo>
                    <a:pt x="10537" y="143"/>
                  </a:lnTo>
                  <a:cubicBezTo>
                    <a:pt x="10537" y="179"/>
                    <a:pt x="10525" y="191"/>
                    <a:pt x="10525" y="215"/>
                  </a:cubicBezTo>
                  <a:lnTo>
                    <a:pt x="10525" y="251"/>
                  </a:lnTo>
                  <a:cubicBezTo>
                    <a:pt x="10525" y="262"/>
                    <a:pt x="10525" y="274"/>
                    <a:pt x="10513" y="298"/>
                  </a:cubicBezTo>
                  <a:cubicBezTo>
                    <a:pt x="10513" y="322"/>
                    <a:pt x="10489" y="334"/>
                    <a:pt x="10489" y="370"/>
                  </a:cubicBezTo>
                  <a:cubicBezTo>
                    <a:pt x="10489" y="382"/>
                    <a:pt x="10489" y="382"/>
                    <a:pt x="10478" y="393"/>
                  </a:cubicBezTo>
                  <a:cubicBezTo>
                    <a:pt x="10478" y="417"/>
                    <a:pt x="10478" y="429"/>
                    <a:pt x="10466" y="429"/>
                  </a:cubicBezTo>
                  <a:cubicBezTo>
                    <a:pt x="10454" y="453"/>
                    <a:pt x="10454" y="477"/>
                    <a:pt x="10430" y="501"/>
                  </a:cubicBezTo>
                  <a:cubicBezTo>
                    <a:pt x="10430" y="512"/>
                    <a:pt x="10418" y="536"/>
                    <a:pt x="10418" y="536"/>
                  </a:cubicBezTo>
                  <a:cubicBezTo>
                    <a:pt x="10418" y="548"/>
                    <a:pt x="10406" y="560"/>
                    <a:pt x="10406" y="560"/>
                  </a:cubicBezTo>
                  <a:cubicBezTo>
                    <a:pt x="10394" y="596"/>
                    <a:pt x="10370" y="608"/>
                    <a:pt x="10370" y="632"/>
                  </a:cubicBezTo>
                  <a:cubicBezTo>
                    <a:pt x="10370" y="655"/>
                    <a:pt x="10358" y="667"/>
                    <a:pt x="10358" y="679"/>
                  </a:cubicBezTo>
                  <a:cubicBezTo>
                    <a:pt x="10358" y="691"/>
                    <a:pt x="10347" y="691"/>
                    <a:pt x="10347" y="715"/>
                  </a:cubicBezTo>
                  <a:cubicBezTo>
                    <a:pt x="10335" y="739"/>
                    <a:pt x="10311" y="751"/>
                    <a:pt x="10299" y="786"/>
                  </a:cubicBezTo>
                  <a:cubicBezTo>
                    <a:pt x="10299" y="798"/>
                    <a:pt x="10287" y="810"/>
                    <a:pt x="10287" y="834"/>
                  </a:cubicBezTo>
                  <a:cubicBezTo>
                    <a:pt x="10287" y="846"/>
                    <a:pt x="10275" y="846"/>
                    <a:pt x="10275" y="858"/>
                  </a:cubicBezTo>
                  <a:cubicBezTo>
                    <a:pt x="10251" y="893"/>
                    <a:pt x="10239" y="905"/>
                    <a:pt x="10228" y="929"/>
                  </a:cubicBezTo>
                  <a:cubicBezTo>
                    <a:pt x="10216" y="953"/>
                    <a:pt x="10216" y="965"/>
                    <a:pt x="10192" y="977"/>
                  </a:cubicBezTo>
                  <a:cubicBezTo>
                    <a:pt x="10192" y="977"/>
                    <a:pt x="10192" y="989"/>
                    <a:pt x="10180" y="989"/>
                  </a:cubicBezTo>
                  <a:cubicBezTo>
                    <a:pt x="10168" y="1024"/>
                    <a:pt x="10156" y="1036"/>
                    <a:pt x="10120" y="1072"/>
                  </a:cubicBezTo>
                  <a:cubicBezTo>
                    <a:pt x="10120" y="1072"/>
                    <a:pt x="10120" y="1084"/>
                    <a:pt x="10108" y="1084"/>
                  </a:cubicBezTo>
                  <a:cubicBezTo>
                    <a:pt x="10097" y="1096"/>
                    <a:pt x="10073" y="1108"/>
                    <a:pt x="10073" y="1132"/>
                  </a:cubicBezTo>
                  <a:cubicBezTo>
                    <a:pt x="10061" y="1155"/>
                    <a:pt x="10037" y="1167"/>
                    <a:pt x="10013" y="1203"/>
                  </a:cubicBezTo>
                  <a:lnTo>
                    <a:pt x="9977" y="1251"/>
                  </a:lnTo>
                  <a:lnTo>
                    <a:pt x="9954" y="1263"/>
                  </a:lnTo>
                  <a:cubicBezTo>
                    <a:pt x="9942" y="1286"/>
                    <a:pt x="9918" y="1310"/>
                    <a:pt x="9882" y="1334"/>
                  </a:cubicBezTo>
                  <a:cubicBezTo>
                    <a:pt x="9870" y="1346"/>
                    <a:pt x="9858" y="1382"/>
                    <a:pt x="9823" y="1394"/>
                  </a:cubicBezTo>
                  <a:lnTo>
                    <a:pt x="9751" y="1465"/>
                  </a:lnTo>
                  <a:lnTo>
                    <a:pt x="9716" y="1501"/>
                  </a:lnTo>
                  <a:lnTo>
                    <a:pt x="9692" y="1525"/>
                  </a:lnTo>
                  <a:cubicBezTo>
                    <a:pt x="9656" y="1560"/>
                    <a:pt x="9632" y="1572"/>
                    <a:pt x="9596" y="1608"/>
                  </a:cubicBezTo>
                  <a:lnTo>
                    <a:pt x="9573" y="1632"/>
                  </a:lnTo>
                  <a:lnTo>
                    <a:pt x="9537" y="1667"/>
                  </a:lnTo>
                  <a:cubicBezTo>
                    <a:pt x="9513" y="1691"/>
                    <a:pt x="9477" y="1703"/>
                    <a:pt x="9442" y="1739"/>
                  </a:cubicBezTo>
                  <a:lnTo>
                    <a:pt x="9406" y="1763"/>
                  </a:lnTo>
                  <a:lnTo>
                    <a:pt x="9382" y="1798"/>
                  </a:lnTo>
                  <a:cubicBezTo>
                    <a:pt x="9335" y="1822"/>
                    <a:pt x="9299" y="1858"/>
                    <a:pt x="9263" y="1870"/>
                  </a:cubicBezTo>
                  <a:cubicBezTo>
                    <a:pt x="9239" y="1870"/>
                    <a:pt x="9239" y="1882"/>
                    <a:pt x="9227" y="1882"/>
                  </a:cubicBezTo>
                  <a:cubicBezTo>
                    <a:pt x="9215" y="1882"/>
                    <a:pt x="9215" y="1906"/>
                    <a:pt x="9204" y="1906"/>
                  </a:cubicBezTo>
                  <a:cubicBezTo>
                    <a:pt x="9144" y="1941"/>
                    <a:pt x="9085" y="1977"/>
                    <a:pt x="9001" y="2025"/>
                  </a:cubicBezTo>
                  <a:cubicBezTo>
                    <a:pt x="8930" y="2060"/>
                    <a:pt x="8846" y="2108"/>
                    <a:pt x="8763" y="2156"/>
                  </a:cubicBezTo>
                  <a:cubicBezTo>
                    <a:pt x="8739" y="2167"/>
                    <a:pt x="8727" y="2179"/>
                    <a:pt x="8692" y="2179"/>
                  </a:cubicBezTo>
                  <a:cubicBezTo>
                    <a:pt x="8632" y="2215"/>
                    <a:pt x="8561" y="2239"/>
                    <a:pt x="8501" y="2275"/>
                  </a:cubicBezTo>
                  <a:cubicBezTo>
                    <a:pt x="8465" y="2287"/>
                    <a:pt x="8453" y="2287"/>
                    <a:pt x="8442" y="2298"/>
                  </a:cubicBezTo>
                  <a:cubicBezTo>
                    <a:pt x="8346" y="2346"/>
                    <a:pt x="8263" y="2382"/>
                    <a:pt x="8168" y="2406"/>
                  </a:cubicBezTo>
                  <a:cubicBezTo>
                    <a:pt x="8156" y="2406"/>
                    <a:pt x="8144" y="2417"/>
                    <a:pt x="8132" y="2417"/>
                  </a:cubicBezTo>
                  <a:cubicBezTo>
                    <a:pt x="8049" y="2453"/>
                    <a:pt x="7977" y="2477"/>
                    <a:pt x="7906" y="2501"/>
                  </a:cubicBezTo>
                  <a:cubicBezTo>
                    <a:pt x="7870" y="2513"/>
                    <a:pt x="7846" y="2513"/>
                    <a:pt x="7811" y="2525"/>
                  </a:cubicBezTo>
                  <a:lnTo>
                    <a:pt x="7680" y="2572"/>
                  </a:lnTo>
                  <a:cubicBezTo>
                    <a:pt x="7656" y="2584"/>
                    <a:pt x="7608" y="2584"/>
                    <a:pt x="7572" y="2596"/>
                  </a:cubicBezTo>
                  <a:cubicBezTo>
                    <a:pt x="7537" y="2620"/>
                    <a:pt x="7489" y="2632"/>
                    <a:pt x="7441" y="2632"/>
                  </a:cubicBezTo>
                  <a:cubicBezTo>
                    <a:pt x="7418" y="2644"/>
                    <a:pt x="7370" y="2644"/>
                    <a:pt x="7334" y="2656"/>
                  </a:cubicBezTo>
                  <a:cubicBezTo>
                    <a:pt x="7299" y="2679"/>
                    <a:pt x="7251" y="2679"/>
                    <a:pt x="7203" y="2691"/>
                  </a:cubicBezTo>
                  <a:cubicBezTo>
                    <a:pt x="7180" y="2703"/>
                    <a:pt x="7132" y="2703"/>
                    <a:pt x="7096" y="2715"/>
                  </a:cubicBezTo>
                  <a:cubicBezTo>
                    <a:pt x="7060" y="2739"/>
                    <a:pt x="7013" y="2739"/>
                    <a:pt x="6965" y="2751"/>
                  </a:cubicBezTo>
                  <a:cubicBezTo>
                    <a:pt x="6941" y="2751"/>
                    <a:pt x="6894" y="2763"/>
                    <a:pt x="6858" y="2763"/>
                  </a:cubicBezTo>
                  <a:cubicBezTo>
                    <a:pt x="6763" y="2775"/>
                    <a:pt x="6668" y="2798"/>
                    <a:pt x="6560" y="2810"/>
                  </a:cubicBezTo>
                  <a:lnTo>
                    <a:pt x="6525" y="2810"/>
                  </a:lnTo>
                  <a:cubicBezTo>
                    <a:pt x="6429" y="2822"/>
                    <a:pt x="6346" y="2822"/>
                    <a:pt x="6251" y="2834"/>
                  </a:cubicBezTo>
                  <a:cubicBezTo>
                    <a:pt x="6227" y="2834"/>
                    <a:pt x="6179" y="2834"/>
                    <a:pt x="6144" y="2858"/>
                  </a:cubicBezTo>
                  <a:cubicBezTo>
                    <a:pt x="6084" y="2858"/>
                    <a:pt x="6025" y="2870"/>
                    <a:pt x="5989" y="2870"/>
                  </a:cubicBezTo>
                  <a:cubicBezTo>
                    <a:pt x="5953" y="2870"/>
                    <a:pt x="5906" y="2870"/>
                    <a:pt x="5882" y="2882"/>
                  </a:cubicBezTo>
                  <a:cubicBezTo>
                    <a:pt x="5822" y="2882"/>
                    <a:pt x="5763" y="2882"/>
                    <a:pt x="5703" y="2894"/>
                  </a:cubicBezTo>
                  <a:lnTo>
                    <a:pt x="4822" y="2894"/>
                  </a:lnTo>
                  <a:cubicBezTo>
                    <a:pt x="4763" y="2894"/>
                    <a:pt x="4715" y="2894"/>
                    <a:pt x="4655" y="2882"/>
                  </a:cubicBezTo>
                  <a:lnTo>
                    <a:pt x="4572" y="2882"/>
                  </a:lnTo>
                  <a:cubicBezTo>
                    <a:pt x="4513" y="2882"/>
                    <a:pt x="4441" y="2870"/>
                    <a:pt x="4382" y="2870"/>
                  </a:cubicBezTo>
                  <a:lnTo>
                    <a:pt x="4322" y="2870"/>
                  </a:lnTo>
                  <a:cubicBezTo>
                    <a:pt x="4227" y="2858"/>
                    <a:pt x="4155" y="2858"/>
                    <a:pt x="4060" y="2834"/>
                  </a:cubicBezTo>
                  <a:lnTo>
                    <a:pt x="4024" y="2834"/>
                  </a:lnTo>
                  <a:cubicBezTo>
                    <a:pt x="3941" y="2822"/>
                    <a:pt x="3870" y="2822"/>
                    <a:pt x="3798" y="2810"/>
                  </a:cubicBezTo>
                  <a:cubicBezTo>
                    <a:pt x="3762" y="2810"/>
                    <a:pt x="3739" y="2798"/>
                    <a:pt x="3703" y="2798"/>
                  </a:cubicBezTo>
                  <a:cubicBezTo>
                    <a:pt x="3643" y="2775"/>
                    <a:pt x="3608" y="2775"/>
                    <a:pt x="3548" y="2763"/>
                  </a:cubicBezTo>
                  <a:cubicBezTo>
                    <a:pt x="3512" y="2763"/>
                    <a:pt x="3489" y="2751"/>
                    <a:pt x="3453" y="2751"/>
                  </a:cubicBezTo>
                  <a:lnTo>
                    <a:pt x="3274" y="2703"/>
                  </a:lnTo>
                  <a:cubicBezTo>
                    <a:pt x="3250" y="2691"/>
                    <a:pt x="3215" y="2691"/>
                    <a:pt x="3167" y="2679"/>
                  </a:cubicBezTo>
                  <a:cubicBezTo>
                    <a:pt x="3108" y="2656"/>
                    <a:pt x="3072" y="2644"/>
                    <a:pt x="3012" y="2632"/>
                  </a:cubicBezTo>
                  <a:cubicBezTo>
                    <a:pt x="2977" y="2620"/>
                    <a:pt x="2953" y="2620"/>
                    <a:pt x="2917" y="2596"/>
                  </a:cubicBezTo>
                  <a:cubicBezTo>
                    <a:pt x="2834" y="2572"/>
                    <a:pt x="2750" y="2560"/>
                    <a:pt x="2667" y="2525"/>
                  </a:cubicBezTo>
                  <a:cubicBezTo>
                    <a:pt x="2655" y="2525"/>
                    <a:pt x="2631" y="2513"/>
                    <a:pt x="2619" y="2513"/>
                  </a:cubicBezTo>
                  <a:cubicBezTo>
                    <a:pt x="2536" y="2477"/>
                    <a:pt x="2429" y="2453"/>
                    <a:pt x="2334" y="2406"/>
                  </a:cubicBezTo>
                  <a:cubicBezTo>
                    <a:pt x="2298" y="2394"/>
                    <a:pt x="2262" y="2382"/>
                    <a:pt x="2238" y="2358"/>
                  </a:cubicBezTo>
                  <a:cubicBezTo>
                    <a:pt x="2203" y="2346"/>
                    <a:pt x="2179" y="2334"/>
                    <a:pt x="2143" y="2334"/>
                  </a:cubicBezTo>
                  <a:cubicBezTo>
                    <a:pt x="2096" y="2322"/>
                    <a:pt x="2060" y="2298"/>
                    <a:pt x="2024" y="2275"/>
                  </a:cubicBezTo>
                  <a:cubicBezTo>
                    <a:pt x="2000" y="2263"/>
                    <a:pt x="1965" y="2239"/>
                    <a:pt x="1953" y="2239"/>
                  </a:cubicBezTo>
                  <a:cubicBezTo>
                    <a:pt x="1905" y="2227"/>
                    <a:pt x="1857" y="2203"/>
                    <a:pt x="1822" y="2179"/>
                  </a:cubicBezTo>
                  <a:cubicBezTo>
                    <a:pt x="1798" y="2167"/>
                    <a:pt x="1774" y="2167"/>
                    <a:pt x="1762" y="2156"/>
                  </a:cubicBezTo>
                  <a:cubicBezTo>
                    <a:pt x="1703" y="2120"/>
                    <a:pt x="1619" y="2084"/>
                    <a:pt x="1560" y="2048"/>
                  </a:cubicBezTo>
                  <a:cubicBezTo>
                    <a:pt x="1500" y="2001"/>
                    <a:pt x="1429" y="1977"/>
                    <a:pt x="1369" y="1929"/>
                  </a:cubicBezTo>
                  <a:cubicBezTo>
                    <a:pt x="1357" y="1917"/>
                    <a:pt x="1322" y="1906"/>
                    <a:pt x="1310" y="1882"/>
                  </a:cubicBezTo>
                  <a:cubicBezTo>
                    <a:pt x="1262" y="1858"/>
                    <a:pt x="1238" y="1822"/>
                    <a:pt x="1191" y="1810"/>
                  </a:cubicBezTo>
                  <a:cubicBezTo>
                    <a:pt x="1167" y="1798"/>
                    <a:pt x="1143" y="1786"/>
                    <a:pt x="1119" y="1763"/>
                  </a:cubicBezTo>
                  <a:cubicBezTo>
                    <a:pt x="1084" y="1739"/>
                    <a:pt x="1060" y="1727"/>
                    <a:pt x="1024" y="1691"/>
                  </a:cubicBezTo>
                  <a:cubicBezTo>
                    <a:pt x="1000" y="1679"/>
                    <a:pt x="988" y="1667"/>
                    <a:pt x="964" y="1632"/>
                  </a:cubicBezTo>
                  <a:cubicBezTo>
                    <a:pt x="941" y="1608"/>
                    <a:pt x="905" y="1584"/>
                    <a:pt x="881" y="1560"/>
                  </a:cubicBezTo>
                  <a:lnTo>
                    <a:pt x="822" y="1501"/>
                  </a:lnTo>
                  <a:cubicBezTo>
                    <a:pt x="786" y="1465"/>
                    <a:pt x="762" y="1453"/>
                    <a:pt x="750" y="1429"/>
                  </a:cubicBezTo>
                  <a:lnTo>
                    <a:pt x="691" y="1370"/>
                  </a:lnTo>
                  <a:lnTo>
                    <a:pt x="607" y="1286"/>
                  </a:lnTo>
                  <a:cubicBezTo>
                    <a:pt x="595" y="1274"/>
                    <a:pt x="583" y="1251"/>
                    <a:pt x="548" y="1227"/>
                  </a:cubicBezTo>
                  <a:cubicBezTo>
                    <a:pt x="536" y="1203"/>
                    <a:pt x="512" y="1191"/>
                    <a:pt x="488" y="1155"/>
                  </a:cubicBezTo>
                  <a:cubicBezTo>
                    <a:pt x="476" y="1144"/>
                    <a:pt x="464" y="1108"/>
                    <a:pt x="452" y="1096"/>
                  </a:cubicBezTo>
                  <a:cubicBezTo>
                    <a:pt x="429" y="1072"/>
                    <a:pt x="405" y="1048"/>
                    <a:pt x="393" y="1024"/>
                  </a:cubicBezTo>
                  <a:cubicBezTo>
                    <a:pt x="369" y="1013"/>
                    <a:pt x="357" y="977"/>
                    <a:pt x="345" y="965"/>
                  </a:cubicBezTo>
                  <a:cubicBezTo>
                    <a:pt x="333" y="929"/>
                    <a:pt x="310" y="917"/>
                    <a:pt x="298" y="893"/>
                  </a:cubicBezTo>
                  <a:cubicBezTo>
                    <a:pt x="286" y="858"/>
                    <a:pt x="274" y="846"/>
                    <a:pt x="250" y="810"/>
                  </a:cubicBezTo>
                  <a:cubicBezTo>
                    <a:pt x="238" y="786"/>
                    <a:pt x="226" y="774"/>
                    <a:pt x="214" y="739"/>
                  </a:cubicBezTo>
                  <a:cubicBezTo>
                    <a:pt x="191" y="715"/>
                    <a:pt x="191" y="691"/>
                    <a:pt x="179" y="667"/>
                  </a:cubicBezTo>
                  <a:cubicBezTo>
                    <a:pt x="167" y="632"/>
                    <a:pt x="155" y="620"/>
                    <a:pt x="155" y="596"/>
                  </a:cubicBezTo>
                  <a:cubicBezTo>
                    <a:pt x="131" y="560"/>
                    <a:pt x="131" y="548"/>
                    <a:pt x="119" y="512"/>
                  </a:cubicBezTo>
                  <a:cubicBezTo>
                    <a:pt x="107" y="489"/>
                    <a:pt x="107" y="477"/>
                    <a:pt x="95" y="441"/>
                  </a:cubicBezTo>
                  <a:cubicBezTo>
                    <a:pt x="71" y="417"/>
                    <a:pt x="71" y="393"/>
                    <a:pt x="71" y="370"/>
                  </a:cubicBezTo>
                  <a:cubicBezTo>
                    <a:pt x="60" y="334"/>
                    <a:pt x="60" y="322"/>
                    <a:pt x="60" y="298"/>
                  </a:cubicBezTo>
                  <a:cubicBezTo>
                    <a:pt x="60" y="262"/>
                    <a:pt x="48" y="251"/>
                    <a:pt x="48" y="215"/>
                  </a:cubicBezTo>
                  <a:cubicBezTo>
                    <a:pt x="48" y="191"/>
                    <a:pt x="36" y="179"/>
                    <a:pt x="36" y="143"/>
                  </a:cubicBezTo>
                  <a:cubicBezTo>
                    <a:pt x="36" y="120"/>
                    <a:pt x="36" y="96"/>
                    <a:pt x="12" y="72"/>
                  </a:cubicBezTo>
                  <a:cubicBezTo>
                    <a:pt x="12" y="36"/>
                    <a:pt x="12" y="24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42">
              <a:extLst>
                <a:ext uri="{FF2B5EF4-FFF2-40B4-BE49-F238E27FC236}">
                  <a16:creationId xmlns:a16="http://schemas.microsoft.com/office/drawing/2014/main" id="{FC1A468A-CB7E-E2BA-926E-356285894F64}"/>
                </a:ext>
              </a:extLst>
            </p:cNvPr>
            <p:cNvSpPr/>
            <p:nvPr/>
          </p:nvSpPr>
          <p:spPr>
            <a:xfrm>
              <a:off x="5250070" y="3245757"/>
              <a:ext cx="137864" cy="73878"/>
            </a:xfrm>
            <a:custGeom>
              <a:avLst/>
              <a:gdLst/>
              <a:ahLst/>
              <a:cxnLst/>
              <a:rect l="l" t="t" r="r" b="b"/>
              <a:pathLst>
                <a:path w="4669" h="2502" extrusionOk="0">
                  <a:moveTo>
                    <a:pt x="2766" y="521"/>
                  </a:moveTo>
                  <a:cubicBezTo>
                    <a:pt x="2863" y="521"/>
                    <a:pt x="2975" y="540"/>
                    <a:pt x="3097" y="584"/>
                  </a:cubicBezTo>
                  <a:lnTo>
                    <a:pt x="2513" y="929"/>
                  </a:lnTo>
                  <a:cubicBezTo>
                    <a:pt x="2406" y="787"/>
                    <a:pt x="2358" y="668"/>
                    <a:pt x="2489" y="584"/>
                  </a:cubicBezTo>
                  <a:cubicBezTo>
                    <a:pt x="2559" y="546"/>
                    <a:pt x="2653" y="521"/>
                    <a:pt x="2766" y="521"/>
                  </a:cubicBezTo>
                  <a:close/>
                  <a:moveTo>
                    <a:pt x="2239" y="1572"/>
                  </a:moveTo>
                  <a:cubicBezTo>
                    <a:pt x="2358" y="1703"/>
                    <a:pt x="2394" y="1822"/>
                    <a:pt x="2251" y="1918"/>
                  </a:cubicBezTo>
                  <a:cubicBezTo>
                    <a:pt x="2183" y="1955"/>
                    <a:pt x="2096" y="1976"/>
                    <a:pt x="1993" y="1976"/>
                  </a:cubicBezTo>
                  <a:cubicBezTo>
                    <a:pt x="1897" y="1976"/>
                    <a:pt x="1788" y="1958"/>
                    <a:pt x="1668" y="1918"/>
                  </a:cubicBezTo>
                  <a:lnTo>
                    <a:pt x="2239" y="1572"/>
                  </a:lnTo>
                  <a:close/>
                  <a:moveTo>
                    <a:pt x="4109" y="1"/>
                  </a:moveTo>
                  <a:lnTo>
                    <a:pt x="3656" y="275"/>
                  </a:lnTo>
                  <a:cubicBezTo>
                    <a:pt x="3283" y="106"/>
                    <a:pt x="2926" y="32"/>
                    <a:pt x="2608" y="32"/>
                  </a:cubicBezTo>
                  <a:cubicBezTo>
                    <a:pt x="2296" y="32"/>
                    <a:pt x="2023" y="103"/>
                    <a:pt x="1811" y="227"/>
                  </a:cubicBezTo>
                  <a:cubicBezTo>
                    <a:pt x="1227" y="572"/>
                    <a:pt x="1585" y="953"/>
                    <a:pt x="1930" y="1287"/>
                  </a:cubicBezTo>
                  <a:lnTo>
                    <a:pt x="1239" y="1691"/>
                  </a:lnTo>
                  <a:cubicBezTo>
                    <a:pt x="977" y="1489"/>
                    <a:pt x="799" y="1275"/>
                    <a:pt x="739" y="1060"/>
                  </a:cubicBezTo>
                  <a:lnTo>
                    <a:pt x="1" y="1227"/>
                  </a:lnTo>
                  <a:cubicBezTo>
                    <a:pt x="49" y="1465"/>
                    <a:pt x="322" y="1763"/>
                    <a:pt x="703" y="2013"/>
                  </a:cubicBezTo>
                  <a:lnTo>
                    <a:pt x="263" y="2263"/>
                  </a:lnTo>
                  <a:lnTo>
                    <a:pt x="346" y="2311"/>
                  </a:lnTo>
                  <a:lnTo>
                    <a:pt x="680" y="2501"/>
                  </a:lnTo>
                  <a:lnTo>
                    <a:pt x="1132" y="2239"/>
                  </a:lnTo>
                  <a:cubicBezTo>
                    <a:pt x="1485" y="2386"/>
                    <a:pt x="1833" y="2455"/>
                    <a:pt x="2144" y="2455"/>
                  </a:cubicBezTo>
                  <a:cubicBezTo>
                    <a:pt x="2463" y="2455"/>
                    <a:pt x="2743" y="2383"/>
                    <a:pt x="2954" y="2251"/>
                  </a:cubicBezTo>
                  <a:cubicBezTo>
                    <a:pt x="3537" y="1918"/>
                    <a:pt x="3180" y="1537"/>
                    <a:pt x="2835" y="1215"/>
                  </a:cubicBezTo>
                  <a:lnTo>
                    <a:pt x="3537" y="810"/>
                  </a:lnTo>
                  <a:cubicBezTo>
                    <a:pt x="3716" y="941"/>
                    <a:pt x="3859" y="1108"/>
                    <a:pt x="3954" y="1299"/>
                  </a:cubicBezTo>
                  <a:lnTo>
                    <a:pt x="4668" y="1120"/>
                  </a:lnTo>
                  <a:cubicBezTo>
                    <a:pt x="4573" y="918"/>
                    <a:pt x="4371" y="691"/>
                    <a:pt x="4085" y="501"/>
                  </a:cubicBezTo>
                  <a:lnTo>
                    <a:pt x="4525" y="239"/>
                  </a:lnTo>
                  <a:lnTo>
                    <a:pt x="410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42">
              <a:extLst>
                <a:ext uri="{FF2B5EF4-FFF2-40B4-BE49-F238E27FC236}">
                  <a16:creationId xmlns:a16="http://schemas.microsoft.com/office/drawing/2014/main" id="{D96103C2-E580-583C-679B-828FC1FB5061}"/>
                </a:ext>
              </a:extLst>
            </p:cNvPr>
            <p:cNvSpPr/>
            <p:nvPr/>
          </p:nvSpPr>
          <p:spPr>
            <a:xfrm>
              <a:off x="4103636" y="2629488"/>
              <a:ext cx="877173" cy="507312"/>
            </a:xfrm>
            <a:custGeom>
              <a:avLst/>
              <a:gdLst/>
              <a:ahLst/>
              <a:cxnLst/>
              <a:rect l="l" t="t" r="r" b="b"/>
              <a:pathLst>
                <a:path w="29707" h="17181" extrusionOk="0">
                  <a:moveTo>
                    <a:pt x="19813" y="0"/>
                  </a:moveTo>
                  <a:cubicBezTo>
                    <a:pt x="19319" y="0"/>
                    <a:pt x="18824" y="107"/>
                    <a:pt x="18443" y="322"/>
                  </a:cubicBezTo>
                  <a:lnTo>
                    <a:pt x="596" y="10668"/>
                  </a:lnTo>
                  <a:cubicBezTo>
                    <a:pt x="227" y="10894"/>
                    <a:pt x="36" y="11168"/>
                    <a:pt x="36" y="11454"/>
                  </a:cubicBezTo>
                  <a:lnTo>
                    <a:pt x="36" y="11514"/>
                  </a:lnTo>
                  <a:cubicBezTo>
                    <a:pt x="1" y="11549"/>
                    <a:pt x="1" y="11561"/>
                    <a:pt x="1" y="11573"/>
                  </a:cubicBezTo>
                  <a:cubicBezTo>
                    <a:pt x="1" y="11597"/>
                    <a:pt x="13" y="11621"/>
                    <a:pt x="13" y="11633"/>
                  </a:cubicBezTo>
                  <a:cubicBezTo>
                    <a:pt x="13" y="11656"/>
                    <a:pt x="13" y="11668"/>
                    <a:pt x="36" y="11680"/>
                  </a:cubicBezTo>
                  <a:cubicBezTo>
                    <a:pt x="36" y="11692"/>
                    <a:pt x="48" y="11728"/>
                    <a:pt x="60" y="11740"/>
                  </a:cubicBezTo>
                  <a:cubicBezTo>
                    <a:pt x="60" y="11752"/>
                    <a:pt x="72" y="11775"/>
                    <a:pt x="72" y="11787"/>
                  </a:cubicBezTo>
                  <a:cubicBezTo>
                    <a:pt x="96" y="11799"/>
                    <a:pt x="108" y="11823"/>
                    <a:pt x="108" y="11847"/>
                  </a:cubicBezTo>
                  <a:cubicBezTo>
                    <a:pt x="120" y="11859"/>
                    <a:pt x="120" y="11871"/>
                    <a:pt x="132" y="11883"/>
                  </a:cubicBezTo>
                  <a:cubicBezTo>
                    <a:pt x="155" y="11906"/>
                    <a:pt x="167" y="11930"/>
                    <a:pt x="179" y="11942"/>
                  </a:cubicBezTo>
                  <a:cubicBezTo>
                    <a:pt x="191" y="11966"/>
                    <a:pt x="191" y="11978"/>
                    <a:pt x="215" y="11990"/>
                  </a:cubicBezTo>
                  <a:lnTo>
                    <a:pt x="275" y="12049"/>
                  </a:lnTo>
                  <a:lnTo>
                    <a:pt x="310" y="12097"/>
                  </a:lnTo>
                  <a:cubicBezTo>
                    <a:pt x="346" y="12109"/>
                    <a:pt x="358" y="12145"/>
                    <a:pt x="394" y="12156"/>
                  </a:cubicBezTo>
                  <a:cubicBezTo>
                    <a:pt x="406" y="12168"/>
                    <a:pt x="417" y="12168"/>
                    <a:pt x="429" y="12180"/>
                  </a:cubicBezTo>
                  <a:lnTo>
                    <a:pt x="572" y="12276"/>
                  </a:lnTo>
                  <a:lnTo>
                    <a:pt x="8502" y="16859"/>
                  </a:lnTo>
                  <a:cubicBezTo>
                    <a:pt x="8549" y="16883"/>
                    <a:pt x="8585" y="16907"/>
                    <a:pt x="8645" y="16931"/>
                  </a:cubicBezTo>
                  <a:cubicBezTo>
                    <a:pt x="8668" y="16943"/>
                    <a:pt x="8680" y="16943"/>
                    <a:pt x="8692" y="16943"/>
                  </a:cubicBezTo>
                  <a:cubicBezTo>
                    <a:pt x="8728" y="16967"/>
                    <a:pt x="8752" y="16978"/>
                    <a:pt x="8799" y="16990"/>
                  </a:cubicBezTo>
                  <a:cubicBezTo>
                    <a:pt x="8871" y="17026"/>
                    <a:pt x="8930" y="17038"/>
                    <a:pt x="9002" y="17062"/>
                  </a:cubicBezTo>
                  <a:cubicBezTo>
                    <a:pt x="9026" y="17062"/>
                    <a:pt x="9049" y="17086"/>
                    <a:pt x="9061" y="17086"/>
                  </a:cubicBezTo>
                  <a:cubicBezTo>
                    <a:pt x="9109" y="17098"/>
                    <a:pt x="9145" y="17098"/>
                    <a:pt x="9180" y="17109"/>
                  </a:cubicBezTo>
                  <a:cubicBezTo>
                    <a:pt x="9216" y="17109"/>
                    <a:pt x="9240" y="17121"/>
                    <a:pt x="9264" y="17121"/>
                  </a:cubicBezTo>
                  <a:cubicBezTo>
                    <a:pt x="9288" y="17121"/>
                    <a:pt x="9335" y="17145"/>
                    <a:pt x="9359" y="17145"/>
                  </a:cubicBezTo>
                  <a:cubicBezTo>
                    <a:pt x="9395" y="17145"/>
                    <a:pt x="9419" y="17157"/>
                    <a:pt x="9454" y="17157"/>
                  </a:cubicBezTo>
                  <a:cubicBezTo>
                    <a:pt x="9478" y="17157"/>
                    <a:pt x="9514" y="17169"/>
                    <a:pt x="9538" y="17169"/>
                  </a:cubicBezTo>
                  <a:cubicBezTo>
                    <a:pt x="9573" y="17169"/>
                    <a:pt x="9597" y="17169"/>
                    <a:pt x="9633" y="17181"/>
                  </a:cubicBezTo>
                  <a:lnTo>
                    <a:pt x="10014" y="17181"/>
                  </a:lnTo>
                  <a:cubicBezTo>
                    <a:pt x="10061" y="17181"/>
                    <a:pt x="10109" y="17181"/>
                    <a:pt x="10157" y="17169"/>
                  </a:cubicBezTo>
                  <a:lnTo>
                    <a:pt x="10228" y="17169"/>
                  </a:lnTo>
                  <a:cubicBezTo>
                    <a:pt x="10300" y="17157"/>
                    <a:pt x="10371" y="17157"/>
                    <a:pt x="10454" y="17145"/>
                  </a:cubicBezTo>
                  <a:cubicBezTo>
                    <a:pt x="10478" y="17145"/>
                    <a:pt x="10490" y="17121"/>
                    <a:pt x="10526" y="17121"/>
                  </a:cubicBezTo>
                  <a:cubicBezTo>
                    <a:pt x="10550" y="17121"/>
                    <a:pt x="10597" y="17109"/>
                    <a:pt x="10633" y="17098"/>
                  </a:cubicBezTo>
                  <a:cubicBezTo>
                    <a:pt x="10657" y="17098"/>
                    <a:pt x="10669" y="17086"/>
                    <a:pt x="10704" y="17086"/>
                  </a:cubicBezTo>
                  <a:cubicBezTo>
                    <a:pt x="10728" y="17062"/>
                    <a:pt x="10764" y="17062"/>
                    <a:pt x="10812" y="17050"/>
                  </a:cubicBezTo>
                  <a:cubicBezTo>
                    <a:pt x="10823" y="17050"/>
                    <a:pt x="10835" y="17038"/>
                    <a:pt x="10871" y="17038"/>
                  </a:cubicBezTo>
                  <a:cubicBezTo>
                    <a:pt x="10907" y="17026"/>
                    <a:pt x="10966" y="17002"/>
                    <a:pt x="11014" y="16978"/>
                  </a:cubicBezTo>
                  <a:cubicBezTo>
                    <a:pt x="11026" y="16967"/>
                    <a:pt x="11050" y="16967"/>
                    <a:pt x="11074" y="16943"/>
                  </a:cubicBezTo>
                  <a:lnTo>
                    <a:pt x="11252" y="16859"/>
                  </a:lnTo>
                  <a:lnTo>
                    <a:pt x="29100" y="6513"/>
                  </a:lnTo>
                  <a:lnTo>
                    <a:pt x="29231" y="6430"/>
                  </a:lnTo>
                  <a:lnTo>
                    <a:pt x="29242" y="6406"/>
                  </a:lnTo>
                  <a:cubicBezTo>
                    <a:pt x="29266" y="6406"/>
                    <a:pt x="29266" y="6394"/>
                    <a:pt x="29278" y="6382"/>
                  </a:cubicBezTo>
                  <a:cubicBezTo>
                    <a:pt x="29302" y="6370"/>
                    <a:pt x="29326" y="6334"/>
                    <a:pt x="29350" y="6322"/>
                  </a:cubicBezTo>
                  <a:lnTo>
                    <a:pt x="29362" y="6310"/>
                  </a:lnTo>
                  <a:lnTo>
                    <a:pt x="29397" y="6275"/>
                  </a:lnTo>
                  <a:lnTo>
                    <a:pt x="29457" y="6215"/>
                  </a:lnTo>
                  <a:lnTo>
                    <a:pt x="29469" y="6203"/>
                  </a:lnTo>
                  <a:lnTo>
                    <a:pt x="29504" y="6168"/>
                  </a:lnTo>
                  <a:cubicBezTo>
                    <a:pt x="29516" y="6156"/>
                    <a:pt x="29528" y="6132"/>
                    <a:pt x="29540" y="6108"/>
                  </a:cubicBezTo>
                  <a:cubicBezTo>
                    <a:pt x="29564" y="6096"/>
                    <a:pt x="29564" y="6084"/>
                    <a:pt x="29576" y="6072"/>
                  </a:cubicBezTo>
                  <a:cubicBezTo>
                    <a:pt x="29588" y="6049"/>
                    <a:pt x="29600" y="6025"/>
                    <a:pt x="29600" y="6013"/>
                  </a:cubicBezTo>
                  <a:cubicBezTo>
                    <a:pt x="29600" y="5989"/>
                    <a:pt x="29623" y="5977"/>
                    <a:pt x="29623" y="5965"/>
                  </a:cubicBezTo>
                  <a:cubicBezTo>
                    <a:pt x="29635" y="5953"/>
                    <a:pt x="29635" y="5918"/>
                    <a:pt x="29647" y="5906"/>
                  </a:cubicBezTo>
                  <a:cubicBezTo>
                    <a:pt x="29647" y="5894"/>
                    <a:pt x="29647" y="5870"/>
                    <a:pt x="29659" y="5858"/>
                  </a:cubicBezTo>
                  <a:cubicBezTo>
                    <a:pt x="29659" y="5846"/>
                    <a:pt x="29683" y="5810"/>
                    <a:pt x="29683" y="5799"/>
                  </a:cubicBezTo>
                  <a:lnTo>
                    <a:pt x="29683" y="5751"/>
                  </a:lnTo>
                  <a:cubicBezTo>
                    <a:pt x="29707" y="5441"/>
                    <a:pt x="29516" y="5132"/>
                    <a:pt x="29111" y="4906"/>
                  </a:cubicBezTo>
                  <a:lnTo>
                    <a:pt x="21182" y="322"/>
                  </a:lnTo>
                  <a:cubicBezTo>
                    <a:pt x="20801" y="107"/>
                    <a:pt x="20307" y="0"/>
                    <a:pt x="19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42">
              <a:extLst>
                <a:ext uri="{FF2B5EF4-FFF2-40B4-BE49-F238E27FC236}">
                  <a16:creationId xmlns:a16="http://schemas.microsoft.com/office/drawing/2014/main" id="{9FC345E7-59A9-B1AD-E145-CAFB65998D21}"/>
                </a:ext>
              </a:extLst>
            </p:cNvPr>
            <p:cNvSpPr/>
            <p:nvPr/>
          </p:nvSpPr>
          <p:spPr>
            <a:xfrm>
              <a:off x="4103636" y="2821092"/>
              <a:ext cx="875431" cy="355806"/>
            </a:xfrm>
            <a:custGeom>
              <a:avLst/>
              <a:gdLst/>
              <a:ahLst/>
              <a:cxnLst/>
              <a:rect l="l" t="t" r="r" b="b"/>
              <a:pathLst>
                <a:path w="29648" h="12050" extrusionOk="0">
                  <a:moveTo>
                    <a:pt x="29647" y="0"/>
                  </a:moveTo>
                  <a:cubicBezTo>
                    <a:pt x="29647" y="12"/>
                    <a:pt x="29635" y="36"/>
                    <a:pt x="29635" y="60"/>
                  </a:cubicBezTo>
                  <a:cubicBezTo>
                    <a:pt x="29635" y="72"/>
                    <a:pt x="29635" y="83"/>
                    <a:pt x="29623" y="95"/>
                  </a:cubicBezTo>
                  <a:cubicBezTo>
                    <a:pt x="29623" y="119"/>
                    <a:pt x="29600" y="143"/>
                    <a:pt x="29588" y="155"/>
                  </a:cubicBezTo>
                  <a:cubicBezTo>
                    <a:pt x="29588" y="179"/>
                    <a:pt x="29576" y="191"/>
                    <a:pt x="29576" y="202"/>
                  </a:cubicBezTo>
                  <a:cubicBezTo>
                    <a:pt x="29552" y="214"/>
                    <a:pt x="29540" y="250"/>
                    <a:pt x="29540" y="262"/>
                  </a:cubicBezTo>
                  <a:cubicBezTo>
                    <a:pt x="29528" y="274"/>
                    <a:pt x="29528" y="298"/>
                    <a:pt x="29516" y="310"/>
                  </a:cubicBezTo>
                  <a:cubicBezTo>
                    <a:pt x="29492" y="322"/>
                    <a:pt x="29481" y="357"/>
                    <a:pt x="29469" y="369"/>
                  </a:cubicBezTo>
                  <a:lnTo>
                    <a:pt x="29433" y="393"/>
                  </a:lnTo>
                  <a:lnTo>
                    <a:pt x="29421" y="417"/>
                  </a:lnTo>
                  <a:lnTo>
                    <a:pt x="29362" y="476"/>
                  </a:lnTo>
                  <a:lnTo>
                    <a:pt x="29338" y="500"/>
                  </a:lnTo>
                  <a:lnTo>
                    <a:pt x="29314" y="512"/>
                  </a:lnTo>
                  <a:cubicBezTo>
                    <a:pt x="29290" y="536"/>
                    <a:pt x="29278" y="560"/>
                    <a:pt x="29242" y="572"/>
                  </a:cubicBezTo>
                  <a:cubicBezTo>
                    <a:pt x="29231" y="572"/>
                    <a:pt x="29231" y="595"/>
                    <a:pt x="29219" y="607"/>
                  </a:cubicBezTo>
                  <a:lnTo>
                    <a:pt x="29195" y="619"/>
                  </a:lnTo>
                  <a:lnTo>
                    <a:pt x="29064" y="714"/>
                  </a:lnTo>
                  <a:lnTo>
                    <a:pt x="11216" y="11049"/>
                  </a:lnTo>
                  <a:lnTo>
                    <a:pt x="11038" y="11144"/>
                  </a:lnTo>
                  <a:cubicBezTo>
                    <a:pt x="11026" y="11156"/>
                    <a:pt x="11014" y="11156"/>
                    <a:pt x="10978" y="11180"/>
                  </a:cubicBezTo>
                  <a:cubicBezTo>
                    <a:pt x="10943" y="11192"/>
                    <a:pt x="10883" y="11216"/>
                    <a:pt x="10835" y="11240"/>
                  </a:cubicBezTo>
                  <a:cubicBezTo>
                    <a:pt x="10823" y="11240"/>
                    <a:pt x="10800" y="11251"/>
                    <a:pt x="10776" y="11251"/>
                  </a:cubicBezTo>
                  <a:cubicBezTo>
                    <a:pt x="10740" y="11263"/>
                    <a:pt x="10716" y="11263"/>
                    <a:pt x="10669" y="11275"/>
                  </a:cubicBezTo>
                  <a:cubicBezTo>
                    <a:pt x="10645" y="11275"/>
                    <a:pt x="10621" y="11299"/>
                    <a:pt x="10597" y="11299"/>
                  </a:cubicBezTo>
                  <a:cubicBezTo>
                    <a:pt x="10562" y="11311"/>
                    <a:pt x="10526" y="11311"/>
                    <a:pt x="10490" y="11323"/>
                  </a:cubicBezTo>
                  <a:cubicBezTo>
                    <a:pt x="10466" y="11323"/>
                    <a:pt x="10442" y="11335"/>
                    <a:pt x="10419" y="11335"/>
                  </a:cubicBezTo>
                  <a:cubicBezTo>
                    <a:pt x="10347" y="11359"/>
                    <a:pt x="10264" y="11371"/>
                    <a:pt x="10192" y="11371"/>
                  </a:cubicBezTo>
                  <a:lnTo>
                    <a:pt x="10121" y="11371"/>
                  </a:lnTo>
                  <a:cubicBezTo>
                    <a:pt x="10073" y="11371"/>
                    <a:pt x="10026" y="11371"/>
                    <a:pt x="9990" y="11382"/>
                  </a:cubicBezTo>
                  <a:lnTo>
                    <a:pt x="9597" y="11382"/>
                  </a:lnTo>
                  <a:cubicBezTo>
                    <a:pt x="9573" y="11382"/>
                    <a:pt x="9538" y="11382"/>
                    <a:pt x="9514" y="11371"/>
                  </a:cubicBezTo>
                  <a:cubicBezTo>
                    <a:pt x="9478" y="11371"/>
                    <a:pt x="9454" y="11371"/>
                    <a:pt x="9419" y="11359"/>
                  </a:cubicBezTo>
                  <a:cubicBezTo>
                    <a:pt x="9395" y="11359"/>
                    <a:pt x="9359" y="11335"/>
                    <a:pt x="9335" y="11335"/>
                  </a:cubicBezTo>
                  <a:cubicBezTo>
                    <a:pt x="9299" y="11335"/>
                    <a:pt x="9252" y="11323"/>
                    <a:pt x="9228" y="11323"/>
                  </a:cubicBezTo>
                  <a:cubicBezTo>
                    <a:pt x="9192" y="11323"/>
                    <a:pt x="9169" y="11311"/>
                    <a:pt x="9157" y="11311"/>
                  </a:cubicBezTo>
                  <a:cubicBezTo>
                    <a:pt x="9109" y="11299"/>
                    <a:pt x="9073" y="11299"/>
                    <a:pt x="9038" y="11275"/>
                  </a:cubicBezTo>
                  <a:cubicBezTo>
                    <a:pt x="9014" y="11275"/>
                    <a:pt x="8990" y="11263"/>
                    <a:pt x="8978" y="11263"/>
                  </a:cubicBezTo>
                  <a:cubicBezTo>
                    <a:pt x="8895" y="11251"/>
                    <a:pt x="8835" y="11216"/>
                    <a:pt x="8764" y="11192"/>
                  </a:cubicBezTo>
                  <a:cubicBezTo>
                    <a:pt x="8740" y="11180"/>
                    <a:pt x="8704" y="11156"/>
                    <a:pt x="8657" y="11144"/>
                  </a:cubicBezTo>
                  <a:cubicBezTo>
                    <a:pt x="8645" y="11144"/>
                    <a:pt x="8633" y="11132"/>
                    <a:pt x="8621" y="11132"/>
                  </a:cubicBezTo>
                  <a:cubicBezTo>
                    <a:pt x="8573" y="11097"/>
                    <a:pt x="8526" y="11085"/>
                    <a:pt x="8466" y="11061"/>
                  </a:cubicBezTo>
                  <a:lnTo>
                    <a:pt x="572" y="6441"/>
                  </a:lnTo>
                  <a:lnTo>
                    <a:pt x="429" y="6358"/>
                  </a:lnTo>
                  <a:cubicBezTo>
                    <a:pt x="417" y="6334"/>
                    <a:pt x="406" y="6334"/>
                    <a:pt x="394" y="6322"/>
                  </a:cubicBezTo>
                  <a:cubicBezTo>
                    <a:pt x="358" y="6310"/>
                    <a:pt x="334" y="6275"/>
                    <a:pt x="310" y="6263"/>
                  </a:cubicBezTo>
                  <a:lnTo>
                    <a:pt x="275" y="6215"/>
                  </a:lnTo>
                  <a:lnTo>
                    <a:pt x="215" y="6156"/>
                  </a:lnTo>
                  <a:cubicBezTo>
                    <a:pt x="191" y="6144"/>
                    <a:pt x="179" y="6132"/>
                    <a:pt x="179" y="6120"/>
                  </a:cubicBezTo>
                  <a:cubicBezTo>
                    <a:pt x="167" y="6096"/>
                    <a:pt x="155" y="6072"/>
                    <a:pt x="132" y="6060"/>
                  </a:cubicBezTo>
                  <a:cubicBezTo>
                    <a:pt x="120" y="6037"/>
                    <a:pt x="120" y="6025"/>
                    <a:pt x="108" y="6013"/>
                  </a:cubicBezTo>
                  <a:cubicBezTo>
                    <a:pt x="96" y="6001"/>
                    <a:pt x="72" y="5965"/>
                    <a:pt x="72" y="5953"/>
                  </a:cubicBezTo>
                  <a:cubicBezTo>
                    <a:pt x="60" y="5941"/>
                    <a:pt x="60" y="5917"/>
                    <a:pt x="60" y="5906"/>
                  </a:cubicBezTo>
                  <a:cubicBezTo>
                    <a:pt x="48" y="5894"/>
                    <a:pt x="48" y="5858"/>
                    <a:pt x="36" y="5846"/>
                  </a:cubicBezTo>
                  <a:cubicBezTo>
                    <a:pt x="36" y="5834"/>
                    <a:pt x="13" y="5822"/>
                    <a:pt x="13" y="5798"/>
                  </a:cubicBezTo>
                  <a:cubicBezTo>
                    <a:pt x="13" y="5787"/>
                    <a:pt x="1" y="5763"/>
                    <a:pt x="1" y="5739"/>
                  </a:cubicBezTo>
                  <a:lnTo>
                    <a:pt x="1" y="6370"/>
                  </a:lnTo>
                  <a:cubicBezTo>
                    <a:pt x="1" y="6656"/>
                    <a:pt x="191" y="6953"/>
                    <a:pt x="560" y="7168"/>
                  </a:cubicBezTo>
                  <a:lnTo>
                    <a:pt x="8502" y="11752"/>
                  </a:lnTo>
                  <a:cubicBezTo>
                    <a:pt x="8537" y="11787"/>
                    <a:pt x="8585" y="11799"/>
                    <a:pt x="8645" y="11835"/>
                  </a:cubicBezTo>
                  <a:cubicBezTo>
                    <a:pt x="8657" y="11847"/>
                    <a:pt x="8680" y="11847"/>
                    <a:pt x="8692" y="11847"/>
                  </a:cubicBezTo>
                  <a:lnTo>
                    <a:pt x="8776" y="11894"/>
                  </a:lnTo>
                  <a:lnTo>
                    <a:pt x="8799" y="11894"/>
                  </a:lnTo>
                  <a:cubicBezTo>
                    <a:pt x="8871" y="11918"/>
                    <a:pt x="8930" y="11930"/>
                    <a:pt x="9002" y="11966"/>
                  </a:cubicBezTo>
                  <a:lnTo>
                    <a:pt x="9014" y="11966"/>
                  </a:lnTo>
                  <a:cubicBezTo>
                    <a:pt x="9038" y="11966"/>
                    <a:pt x="9049" y="11978"/>
                    <a:pt x="9061" y="11978"/>
                  </a:cubicBezTo>
                  <a:cubicBezTo>
                    <a:pt x="9109" y="11990"/>
                    <a:pt x="9133" y="11990"/>
                    <a:pt x="9180" y="12013"/>
                  </a:cubicBezTo>
                  <a:lnTo>
                    <a:pt x="9216" y="12013"/>
                  </a:lnTo>
                  <a:cubicBezTo>
                    <a:pt x="9228" y="12013"/>
                    <a:pt x="9240" y="12013"/>
                    <a:pt x="9252" y="12025"/>
                  </a:cubicBezTo>
                  <a:cubicBezTo>
                    <a:pt x="9288" y="12025"/>
                    <a:pt x="9335" y="12037"/>
                    <a:pt x="9359" y="12037"/>
                  </a:cubicBezTo>
                  <a:lnTo>
                    <a:pt x="9454" y="12037"/>
                  </a:lnTo>
                  <a:cubicBezTo>
                    <a:pt x="9478" y="12037"/>
                    <a:pt x="9514" y="12049"/>
                    <a:pt x="9538" y="12049"/>
                  </a:cubicBezTo>
                  <a:lnTo>
                    <a:pt x="10014" y="12049"/>
                  </a:lnTo>
                  <a:cubicBezTo>
                    <a:pt x="10061" y="12049"/>
                    <a:pt x="10109" y="12049"/>
                    <a:pt x="10145" y="12037"/>
                  </a:cubicBezTo>
                  <a:lnTo>
                    <a:pt x="10228" y="12037"/>
                  </a:lnTo>
                  <a:cubicBezTo>
                    <a:pt x="10300" y="12025"/>
                    <a:pt x="10371" y="12025"/>
                    <a:pt x="10442" y="12013"/>
                  </a:cubicBezTo>
                  <a:lnTo>
                    <a:pt x="10466" y="12013"/>
                  </a:lnTo>
                  <a:cubicBezTo>
                    <a:pt x="10478" y="12013"/>
                    <a:pt x="10502" y="11990"/>
                    <a:pt x="10526" y="11990"/>
                  </a:cubicBezTo>
                  <a:cubicBezTo>
                    <a:pt x="10550" y="11990"/>
                    <a:pt x="10597" y="11978"/>
                    <a:pt x="10621" y="11966"/>
                  </a:cubicBezTo>
                  <a:cubicBezTo>
                    <a:pt x="10657" y="11966"/>
                    <a:pt x="10669" y="11954"/>
                    <a:pt x="10704" y="11954"/>
                  </a:cubicBezTo>
                  <a:cubicBezTo>
                    <a:pt x="10728" y="11930"/>
                    <a:pt x="10764" y="11930"/>
                    <a:pt x="10800" y="11918"/>
                  </a:cubicBezTo>
                  <a:lnTo>
                    <a:pt x="10823" y="11918"/>
                  </a:lnTo>
                  <a:cubicBezTo>
                    <a:pt x="10835" y="11918"/>
                    <a:pt x="10847" y="11906"/>
                    <a:pt x="10847" y="11906"/>
                  </a:cubicBezTo>
                  <a:cubicBezTo>
                    <a:pt x="10895" y="11894"/>
                    <a:pt x="10954" y="11871"/>
                    <a:pt x="11002" y="11847"/>
                  </a:cubicBezTo>
                  <a:cubicBezTo>
                    <a:pt x="11014" y="11835"/>
                    <a:pt x="11026" y="11835"/>
                    <a:pt x="11062" y="11811"/>
                  </a:cubicBezTo>
                  <a:lnTo>
                    <a:pt x="11240" y="11728"/>
                  </a:lnTo>
                  <a:lnTo>
                    <a:pt x="29076" y="1381"/>
                  </a:lnTo>
                  <a:cubicBezTo>
                    <a:pt x="29100" y="1381"/>
                    <a:pt x="29100" y="1369"/>
                    <a:pt x="29111" y="1369"/>
                  </a:cubicBezTo>
                  <a:cubicBezTo>
                    <a:pt x="29123" y="1357"/>
                    <a:pt x="29135" y="1357"/>
                    <a:pt x="29159" y="1334"/>
                  </a:cubicBezTo>
                  <a:cubicBezTo>
                    <a:pt x="29183" y="1322"/>
                    <a:pt x="29195" y="1310"/>
                    <a:pt x="29231" y="1298"/>
                  </a:cubicBezTo>
                  <a:cubicBezTo>
                    <a:pt x="29242" y="1274"/>
                    <a:pt x="29254" y="1262"/>
                    <a:pt x="29290" y="1250"/>
                  </a:cubicBezTo>
                  <a:cubicBezTo>
                    <a:pt x="29302" y="1238"/>
                    <a:pt x="29338" y="1215"/>
                    <a:pt x="29350" y="1203"/>
                  </a:cubicBezTo>
                  <a:lnTo>
                    <a:pt x="29362" y="1191"/>
                  </a:lnTo>
                  <a:lnTo>
                    <a:pt x="29433" y="1119"/>
                  </a:lnTo>
                  <a:lnTo>
                    <a:pt x="29457" y="1095"/>
                  </a:lnTo>
                  <a:lnTo>
                    <a:pt x="29492" y="1060"/>
                  </a:lnTo>
                  <a:lnTo>
                    <a:pt x="29516" y="1036"/>
                  </a:lnTo>
                  <a:cubicBezTo>
                    <a:pt x="29528" y="1024"/>
                    <a:pt x="29540" y="1000"/>
                    <a:pt x="29552" y="964"/>
                  </a:cubicBezTo>
                  <a:cubicBezTo>
                    <a:pt x="29552" y="953"/>
                    <a:pt x="29576" y="953"/>
                    <a:pt x="29576" y="941"/>
                  </a:cubicBezTo>
                  <a:lnTo>
                    <a:pt x="29576" y="917"/>
                  </a:lnTo>
                  <a:cubicBezTo>
                    <a:pt x="29588" y="905"/>
                    <a:pt x="29588" y="881"/>
                    <a:pt x="29600" y="857"/>
                  </a:cubicBezTo>
                  <a:cubicBezTo>
                    <a:pt x="29600" y="845"/>
                    <a:pt x="29612" y="834"/>
                    <a:pt x="29612" y="822"/>
                  </a:cubicBezTo>
                  <a:lnTo>
                    <a:pt x="29612" y="798"/>
                  </a:lnTo>
                  <a:cubicBezTo>
                    <a:pt x="29612" y="786"/>
                    <a:pt x="29635" y="762"/>
                    <a:pt x="29635" y="738"/>
                  </a:cubicBezTo>
                  <a:cubicBezTo>
                    <a:pt x="29635" y="726"/>
                    <a:pt x="29647" y="714"/>
                    <a:pt x="29647" y="703"/>
                  </a:cubicBezTo>
                  <a:lnTo>
                    <a:pt x="29647" y="643"/>
                  </a:lnTo>
                  <a:lnTo>
                    <a:pt x="29647" y="583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42">
              <a:extLst>
                <a:ext uri="{FF2B5EF4-FFF2-40B4-BE49-F238E27FC236}">
                  <a16:creationId xmlns:a16="http://schemas.microsoft.com/office/drawing/2014/main" id="{32CE31E8-E993-0385-9570-77903D03AA5B}"/>
                </a:ext>
              </a:extLst>
            </p:cNvPr>
            <p:cNvSpPr/>
            <p:nvPr/>
          </p:nvSpPr>
          <p:spPr>
            <a:xfrm>
              <a:off x="4103636" y="2801043"/>
              <a:ext cx="875431" cy="356161"/>
            </a:xfrm>
            <a:custGeom>
              <a:avLst/>
              <a:gdLst/>
              <a:ahLst/>
              <a:cxnLst/>
              <a:rect l="l" t="t" r="r" b="b"/>
              <a:pathLst>
                <a:path w="29648" h="12062" extrusionOk="0">
                  <a:moveTo>
                    <a:pt x="29647" y="0"/>
                  </a:moveTo>
                  <a:cubicBezTo>
                    <a:pt x="29647" y="24"/>
                    <a:pt x="29635" y="48"/>
                    <a:pt x="29635" y="60"/>
                  </a:cubicBezTo>
                  <a:cubicBezTo>
                    <a:pt x="29635" y="84"/>
                    <a:pt x="29635" y="96"/>
                    <a:pt x="29623" y="108"/>
                  </a:cubicBezTo>
                  <a:cubicBezTo>
                    <a:pt x="29623" y="119"/>
                    <a:pt x="29600" y="155"/>
                    <a:pt x="29588" y="167"/>
                  </a:cubicBezTo>
                  <a:cubicBezTo>
                    <a:pt x="29588" y="179"/>
                    <a:pt x="29576" y="203"/>
                    <a:pt x="29576" y="215"/>
                  </a:cubicBezTo>
                  <a:cubicBezTo>
                    <a:pt x="29552" y="227"/>
                    <a:pt x="29540" y="262"/>
                    <a:pt x="29540" y="274"/>
                  </a:cubicBezTo>
                  <a:cubicBezTo>
                    <a:pt x="29528" y="286"/>
                    <a:pt x="29528" y="298"/>
                    <a:pt x="29516" y="322"/>
                  </a:cubicBezTo>
                  <a:cubicBezTo>
                    <a:pt x="29492" y="334"/>
                    <a:pt x="29481" y="358"/>
                    <a:pt x="29469" y="381"/>
                  </a:cubicBezTo>
                  <a:lnTo>
                    <a:pt x="29433" y="405"/>
                  </a:lnTo>
                  <a:lnTo>
                    <a:pt x="29421" y="417"/>
                  </a:lnTo>
                  <a:lnTo>
                    <a:pt x="29362" y="477"/>
                  </a:lnTo>
                  <a:lnTo>
                    <a:pt x="29338" y="512"/>
                  </a:lnTo>
                  <a:lnTo>
                    <a:pt x="29314" y="524"/>
                  </a:lnTo>
                  <a:cubicBezTo>
                    <a:pt x="29290" y="536"/>
                    <a:pt x="29278" y="572"/>
                    <a:pt x="29242" y="584"/>
                  </a:cubicBezTo>
                  <a:cubicBezTo>
                    <a:pt x="29231" y="584"/>
                    <a:pt x="29231" y="596"/>
                    <a:pt x="29219" y="620"/>
                  </a:cubicBezTo>
                  <a:lnTo>
                    <a:pt x="29195" y="631"/>
                  </a:lnTo>
                  <a:lnTo>
                    <a:pt x="29064" y="715"/>
                  </a:lnTo>
                  <a:lnTo>
                    <a:pt x="11216" y="11061"/>
                  </a:lnTo>
                  <a:lnTo>
                    <a:pt x="11038" y="11157"/>
                  </a:lnTo>
                  <a:cubicBezTo>
                    <a:pt x="11026" y="11168"/>
                    <a:pt x="11014" y="11168"/>
                    <a:pt x="10978" y="11180"/>
                  </a:cubicBezTo>
                  <a:cubicBezTo>
                    <a:pt x="10943" y="11204"/>
                    <a:pt x="10883" y="11228"/>
                    <a:pt x="10835" y="11240"/>
                  </a:cubicBezTo>
                  <a:cubicBezTo>
                    <a:pt x="10823" y="11240"/>
                    <a:pt x="10800" y="11264"/>
                    <a:pt x="10776" y="11264"/>
                  </a:cubicBezTo>
                  <a:cubicBezTo>
                    <a:pt x="10740" y="11276"/>
                    <a:pt x="10716" y="11276"/>
                    <a:pt x="10669" y="11288"/>
                  </a:cubicBezTo>
                  <a:cubicBezTo>
                    <a:pt x="10645" y="11288"/>
                    <a:pt x="10621" y="11299"/>
                    <a:pt x="10597" y="11299"/>
                  </a:cubicBezTo>
                  <a:cubicBezTo>
                    <a:pt x="10562" y="11323"/>
                    <a:pt x="10526" y="11323"/>
                    <a:pt x="10490" y="11335"/>
                  </a:cubicBezTo>
                  <a:cubicBezTo>
                    <a:pt x="10466" y="11335"/>
                    <a:pt x="10442" y="11347"/>
                    <a:pt x="10419" y="11347"/>
                  </a:cubicBezTo>
                  <a:cubicBezTo>
                    <a:pt x="10347" y="11359"/>
                    <a:pt x="10264" y="11383"/>
                    <a:pt x="10192" y="11383"/>
                  </a:cubicBezTo>
                  <a:lnTo>
                    <a:pt x="10121" y="11383"/>
                  </a:lnTo>
                  <a:cubicBezTo>
                    <a:pt x="10073" y="11383"/>
                    <a:pt x="10026" y="11383"/>
                    <a:pt x="9990" y="11395"/>
                  </a:cubicBezTo>
                  <a:lnTo>
                    <a:pt x="9597" y="11395"/>
                  </a:lnTo>
                  <a:cubicBezTo>
                    <a:pt x="9573" y="11395"/>
                    <a:pt x="9538" y="11395"/>
                    <a:pt x="9514" y="11383"/>
                  </a:cubicBezTo>
                  <a:cubicBezTo>
                    <a:pt x="9478" y="11383"/>
                    <a:pt x="9454" y="11383"/>
                    <a:pt x="9419" y="11359"/>
                  </a:cubicBezTo>
                  <a:cubicBezTo>
                    <a:pt x="9395" y="11359"/>
                    <a:pt x="9359" y="11347"/>
                    <a:pt x="9335" y="11347"/>
                  </a:cubicBezTo>
                  <a:cubicBezTo>
                    <a:pt x="9299" y="11347"/>
                    <a:pt x="9252" y="11335"/>
                    <a:pt x="9228" y="11335"/>
                  </a:cubicBezTo>
                  <a:cubicBezTo>
                    <a:pt x="9192" y="11335"/>
                    <a:pt x="9169" y="11323"/>
                    <a:pt x="9157" y="11323"/>
                  </a:cubicBezTo>
                  <a:cubicBezTo>
                    <a:pt x="9109" y="11299"/>
                    <a:pt x="9073" y="11299"/>
                    <a:pt x="9038" y="11288"/>
                  </a:cubicBezTo>
                  <a:cubicBezTo>
                    <a:pt x="9014" y="11288"/>
                    <a:pt x="8990" y="11276"/>
                    <a:pt x="8978" y="11276"/>
                  </a:cubicBezTo>
                  <a:cubicBezTo>
                    <a:pt x="8895" y="11264"/>
                    <a:pt x="8835" y="11228"/>
                    <a:pt x="8764" y="11204"/>
                  </a:cubicBezTo>
                  <a:cubicBezTo>
                    <a:pt x="8740" y="11180"/>
                    <a:pt x="8704" y="11168"/>
                    <a:pt x="8657" y="11157"/>
                  </a:cubicBezTo>
                  <a:cubicBezTo>
                    <a:pt x="8645" y="11157"/>
                    <a:pt x="8633" y="11145"/>
                    <a:pt x="8621" y="11145"/>
                  </a:cubicBezTo>
                  <a:cubicBezTo>
                    <a:pt x="8573" y="11109"/>
                    <a:pt x="8526" y="11097"/>
                    <a:pt x="8466" y="11061"/>
                  </a:cubicBezTo>
                  <a:lnTo>
                    <a:pt x="572" y="6454"/>
                  </a:lnTo>
                  <a:lnTo>
                    <a:pt x="429" y="6358"/>
                  </a:lnTo>
                  <a:cubicBezTo>
                    <a:pt x="417" y="6346"/>
                    <a:pt x="406" y="6346"/>
                    <a:pt x="394" y="6335"/>
                  </a:cubicBezTo>
                  <a:cubicBezTo>
                    <a:pt x="358" y="6323"/>
                    <a:pt x="334" y="6287"/>
                    <a:pt x="310" y="6275"/>
                  </a:cubicBezTo>
                  <a:lnTo>
                    <a:pt x="275" y="6227"/>
                  </a:lnTo>
                  <a:lnTo>
                    <a:pt x="215" y="6168"/>
                  </a:lnTo>
                  <a:cubicBezTo>
                    <a:pt x="191" y="6156"/>
                    <a:pt x="179" y="6144"/>
                    <a:pt x="179" y="6120"/>
                  </a:cubicBezTo>
                  <a:cubicBezTo>
                    <a:pt x="167" y="6108"/>
                    <a:pt x="155" y="6085"/>
                    <a:pt x="132" y="6061"/>
                  </a:cubicBezTo>
                  <a:cubicBezTo>
                    <a:pt x="120" y="6049"/>
                    <a:pt x="120" y="6037"/>
                    <a:pt x="108" y="6025"/>
                  </a:cubicBezTo>
                  <a:cubicBezTo>
                    <a:pt x="96" y="6001"/>
                    <a:pt x="72" y="5977"/>
                    <a:pt x="72" y="5965"/>
                  </a:cubicBezTo>
                  <a:cubicBezTo>
                    <a:pt x="60" y="5942"/>
                    <a:pt x="60" y="5930"/>
                    <a:pt x="60" y="5918"/>
                  </a:cubicBezTo>
                  <a:cubicBezTo>
                    <a:pt x="48" y="5906"/>
                    <a:pt x="48" y="5870"/>
                    <a:pt x="36" y="5858"/>
                  </a:cubicBezTo>
                  <a:cubicBezTo>
                    <a:pt x="36" y="5846"/>
                    <a:pt x="13" y="5823"/>
                    <a:pt x="13" y="5811"/>
                  </a:cubicBezTo>
                  <a:cubicBezTo>
                    <a:pt x="13" y="5799"/>
                    <a:pt x="1" y="5763"/>
                    <a:pt x="1" y="5751"/>
                  </a:cubicBezTo>
                  <a:lnTo>
                    <a:pt x="1" y="6382"/>
                  </a:lnTo>
                  <a:cubicBezTo>
                    <a:pt x="1" y="6656"/>
                    <a:pt x="191" y="6954"/>
                    <a:pt x="560" y="7180"/>
                  </a:cubicBezTo>
                  <a:lnTo>
                    <a:pt x="8502" y="11764"/>
                  </a:lnTo>
                  <a:cubicBezTo>
                    <a:pt x="8537" y="11799"/>
                    <a:pt x="8585" y="11811"/>
                    <a:pt x="8645" y="11835"/>
                  </a:cubicBezTo>
                  <a:cubicBezTo>
                    <a:pt x="8657" y="11859"/>
                    <a:pt x="8680" y="11859"/>
                    <a:pt x="8692" y="11859"/>
                  </a:cubicBezTo>
                  <a:lnTo>
                    <a:pt x="8776" y="11895"/>
                  </a:lnTo>
                  <a:lnTo>
                    <a:pt x="8799" y="11895"/>
                  </a:lnTo>
                  <a:cubicBezTo>
                    <a:pt x="8871" y="11930"/>
                    <a:pt x="8930" y="11942"/>
                    <a:pt x="9002" y="11978"/>
                  </a:cubicBezTo>
                  <a:lnTo>
                    <a:pt x="9014" y="11978"/>
                  </a:lnTo>
                  <a:cubicBezTo>
                    <a:pt x="9038" y="11978"/>
                    <a:pt x="9049" y="11990"/>
                    <a:pt x="9061" y="11990"/>
                  </a:cubicBezTo>
                  <a:cubicBezTo>
                    <a:pt x="9109" y="12002"/>
                    <a:pt x="9133" y="12002"/>
                    <a:pt x="9180" y="12014"/>
                  </a:cubicBezTo>
                  <a:lnTo>
                    <a:pt x="9216" y="12014"/>
                  </a:lnTo>
                  <a:cubicBezTo>
                    <a:pt x="9228" y="12014"/>
                    <a:pt x="9240" y="12014"/>
                    <a:pt x="9252" y="12038"/>
                  </a:cubicBezTo>
                  <a:cubicBezTo>
                    <a:pt x="9288" y="12038"/>
                    <a:pt x="9335" y="12050"/>
                    <a:pt x="9359" y="12050"/>
                  </a:cubicBezTo>
                  <a:lnTo>
                    <a:pt x="9454" y="12050"/>
                  </a:lnTo>
                  <a:cubicBezTo>
                    <a:pt x="9478" y="12050"/>
                    <a:pt x="9514" y="12061"/>
                    <a:pt x="9538" y="12061"/>
                  </a:cubicBezTo>
                  <a:lnTo>
                    <a:pt x="10014" y="12061"/>
                  </a:lnTo>
                  <a:cubicBezTo>
                    <a:pt x="10061" y="12061"/>
                    <a:pt x="10109" y="12061"/>
                    <a:pt x="10145" y="12050"/>
                  </a:cubicBezTo>
                  <a:lnTo>
                    <a:pt x="10228" y="12050"/>
                  </a:lnTo>
                  <a:cubicBezTo>
                    <a:pt x="10300" y="12038"/>
                    <a:pt x="10371" y="12038"/>
                    <a:pt x="10442" y="12014"/>
                  </a:cubicBezTo>
                  <a:lnTo>
                    <a:pt x="10466" y="12014"/>
                  </a:lnTo>
                  <a:cubicBezTo>
                    <a:pt x="10478" y="12014"/>
                    <a:pt x="10502" y="12002"/>
                    <a:pt x="10526" y="12002"/>
                  </a:cubicBezTo>
                  <a:cubicBezTo>
                    <a:pt x="10550" y="12002"/>
                    <a:pt x="10597" y="11990"/>
                    <a:pt x="10621" y="11978"/>
                  </a:cubicBezTo>
                  <a:cubicBezTo>
                    <a:pt x="10657" y="11978"/>
                    <a:pt x="10669" y="11954"/>
                    <a:pt x="10704" y="11954"/>
                  </a:cubicBezTo>
                  <a:cubicBezTo>
                    <a:pt x="10728" y="11942"/>
                    <a:pt x="10764" y="11942"/>
                    <a:pt x="10800" y="11930"/>
                  </a:cubicBezTo>
                  <a:lnTo>
                    <a:pt x="10823" y="11930"/>
                  </a:lnTo>
                  <a:cubicBezTo>
                    <a:pt x="10835" y="11930"/>
                    <a:pt x="10847" y="11919"/>
                    <a:pt x="10847" y="11919"/>
                  </a:cubicBezTo>
                  <a:cubicBezTo>
                    <a:pt x="10895" y="11895"/>
                    <a:pt x="10954" y="11883"/>
                    <a:pt x="11002" y="11859"/>
                  </a:cubicBezTo>
                  <a:cubicBezTo>
                    <a:pt x="11014" y="11835"/>
                    <a:pt x="11026" y="11835"/>
                    <a:pt x="11062" y="11823"/>
                  </a:cubicBezTo>
                  <a:lnTo>
                    <a:pt x="11240" y="11740"/>
                  </a:lnTo>
                  <a:lnTo>
                    <a:pt x="29076" y="1393"/>
                  </a:lnTo>
                  <a:cubicBezTo>
                    <a:pt x="29100" y="1393"/>
                    <a:pt x="29100" y="1382"/>
                    <a:pt x="29111" y="1382"/>
                  </a:cubicBezTo>
                  <a:cubicBezTo>
                    <a:pt x="29123" y="1358"/>
                    <a:pt x="29135" y="1358"/>
                    <a:pt x="29159" y="1346"/>
                  </a:cubicBezTo>
                  <a:cubicBezTo>
                    <a:pt x="29183" y="1334"/>
                    <a:pt x="29195" y="1322"/>
                    <a:pt x="29231" y="1298"/>
                  </a:cubicBezTo>
                  <a:cubicBezTo>
                    <a:pt x="29242" y="1286"/>
                    <a:pt x="29254" y="1274"/>
                    <a:pt x="29290" y="1262"/>
                  </a:cubicBezTo>
                  <a:cubicBezTo>
                    <a:pt x="29302" y="1239"/>
                    <a:pt x="29338" y="1227"/>
                    <a:pt x="29350" y="1215"/>
                  </a:cubicBezTo>
                  <a:lnTo>
                    <a:pt x="29362" y="1203"/>
                  </a:lnTo>
                  <a:lnTo>
                    <a:pt x="29433" y="1120"/>
                  </a:lnTo>
                  <a:lnTo>
                    <a:pt x="29457" y="1108"/>
                  </a:lnTo>
                  <a:lnTo>
                    <a:pt x="29492" y="1060"/>
                  </a:lnTo>
                  <a:lnTo>
                    <a:pt x="29516" y="1048"/>
                  </a:lnTo>
                  <a:cubicBezTo>
                    <a:pt x="29528" y="1036"/>
                    <a:pt x="29540" y="1001"/>
                    <a:pt x="29552" y="977"/>
                  </a:cubicBezTo>
                  <a:cubicBezTo>
                    <a:pt x="29552" y="965"/>
                    <a:pt x="29576" y="965"/>
                    <a:pt x="29576" y="941"/>
                  </a:cubicBezTo>
                  <a:lnTo>
                    <a:pt x="29576" y="929"/>
                  </a:lnTo>
                  <a:cubicBezTo>
                    <a:pt x="29588" y="917"/>
                    <a:pt x="29588" y="881"/>
                    <a:pt x="29600" y="870"/>
                  </a:cubicBezTo>
                  <a:cubicBezTo>
                    <a:pt x="29600" y="858"/>
                    <a:pt x="29612" y="846"/>
                    <a:pt x="29612" y="822"/>
                  </a:cubicBezTo>
                  <a:lnTo>
                    <a:pt x="29612" y="810"/>
                  </a:lnTo>
                  <a:cubicBezTo>
                    <a:pt x="29612" y="798"/>
                    <a:pt x="29635" y="762"/>
                    <a:pt x="29635" y="751"/>
                  </a:cubicBezTo>
                  <a:cubicBezTo>
                    <a:pt x="29635" y="739"/>
                    <a:pt x="29647" y="727"/>
                    <a:pt x="29647" y="703"/>
                  </a:cubicBezTo>
                  <a:lnTo>
                    <a:pt x="29647" y="643"/>
                  </a:lnTo>
                  <a:lnTo>
                    <a:pt x="29647" y="584"/>
                  </a:lnTo>
                  <a:lnTo>
                    <a:pt x="296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42">
              <a:extLst>
                <a:ext uri="{FF2B5EF4-FFF2-40B4-BE49-F238E27FC236}">
                  <a16:creationId xmlns:a16="http://schemas.microsoft.com/office/drawing/2014/main" id="{61047AA1-FF63-DEE4-7111-6A09971289D2}"/>
                </a:ext>
              </a:extLst>
            </p:cNvPr>
            <p:cNvSpPr/>
            <p:nvPr/>
          </p:nvSpPr>
          <p:spPr>
            <a:xfrm>
              <a:off x="4187317" y="2659016"/>
              <a:ext cx="746042" cy="427174"/>
            </a:xfrm>
            <a:custGeom>
              <a:avLst/>
              <a:gdLst/>
              <a:ahLst/>
              <a:cxnLst/>
              <a:rect l="l" t="t" r="r" b="b"/>
              <a:pathLst>
                <a:path w="25266" h="14467" extrusionOk="0">
                  <a:moveTo>
                    <a:pt x="16014" y="0"/>
                  </a:moveTo>
                  <a:lnTo>
                    <a:pt x="0" y="9192"/>
                  </a:lnTo>
                  <a:lnTo>
                    <a:pt x="9263" y="14466"/>
                  </a:lnTo>
                  <a:lnTo>
                    <a:pt x="25265" y="5275"/>
                  </a:lnTo>
                  <a:lnTo>
                    <a:pt x="160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42">
              <a:extLst>
                <a:ext uri="{FF2B5EF4-FFF2-40B4-BE49-F238E27FC236}">
                  <a16:creationId xmlns:a16="http://schemas.microsoft.com/office/drawing/2014/main" id="{A8FD29F5-16BA-390A-6714-0B0E077FC35C}"/>
                </a:ext>
              </a:extLst>
            </p:cNvPr>
            <p:cNvSpPr/>
            <p:nvPr/>
          </p:nvSpPr>
          <p:spPr>
            <a:xfrm>
              <a:off x="4753683" y="2690374"/>
              <a:ext cx="109370" cy="62451"/>
            </a:xfrm>
            <a:custGeom>
              <a:avLst/>
              <a:gdLst/>
              <a:ahLst/>
              <a:cxnLst/>
              <a:rect l="l" t="t" r="r" b="b"/>
              <a:pathLst>
                <a:path w="3704" h="2115" extrusionOk="0">
                  <a:moveTo>
                    <a:pt x="288" y="1"/>
                  </a:moveTo>
                  <a:cubicBezTo>
                    <a:pt x="221" y="1"/>
                    <a:pt x="155" y="16"/>
                    <a:pt x="108" y="46"/>
                  </a:cubicBezTo>
                  <a:cubicBezTo>
                    <a:pt x="0" y="105"/>
                    <a:pt x="0" y="212"/>
                    <a:pt x="108" y="272"/>
                  </a:cubicBezTo>
                  <a:lnTo>
                    <a:pt x="3227" y="2070"/>
                  </a:lnTo>
                  <a:cubicBezTo>
                    <a:pt x="3281" y="2099"/>
                    <a:pt x="3349" y="2114"/>
                    <a:pt x="3416" y="2114"/>
                  </a:cubicBezTo>
                  <a:cubicBezTo>
                    <a:pt x="3483" y="2114"/>
                    <a:pt x="3548" y="2099"/>
                    <a:pt x="3596" y="2070"/>
                  </a:cubicBezTo>
                  <a:cubicBezTo>
                    <a:pt x="3703" y="2010"/>
                    <a:pt x="3703" y="1927"/>
                    <a:pt x="3596" y="1855"/>
                  </a:cubicBezTo>
                  <a:lnTo>
                    <a:pt x="477" y="46"/>
                  </a:lnTo>
                  <a:cubicBezTo>
                    <a:pt x="423" y="16"/>
                    <a:pt x="355" y="1"/>
                    <a:pt x="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42">
              <a:extLst>
                <a:ext uri="{FF2B5EF4-FFF2-40B4-BE49-F238E27FC236}">
                  <a16:creationId xmlns:a16="http://schemas.microsoft.com/office/drawing/2014/main" id="{DBB4F64A-302E-AD09-0808-B034974FC864}"/>
                </a:ext>
              </a:extLst>
            </p:cNvPr>
            <p:cNvSpPr/>
            <p:nvPr/>
          </p:nvSpPr>
          <p:spPr>
            <a:xfrm>
              <a:off x="4368733" y="2848937"/>
              <a:ext cx="227480" cy="129685"/>
            </a:xfrm>
            <a:custGeom>
              <a:avLst/>
              <a:gdLst/>
              <a:ahLst/>
              <a:cxnLst/>
              <a:rect l="l" t="t" r="r" b="b"/>
              <a:pathLst>
                <a:path w="7704" h="4392" extrusionOk="0">
                  <a:moveTo>
                    <a:pt x="1095" y="450"/>
                  </a:moveTo>
                  <a:lnTo>
                    <a:pt x="1155" y="569"/>
                  </a:lnTo>
                  <a:lnTo>
                    <a:pt x="1298" y="486"/>
                  </a:lnTo>
                  <a:lnTo>
                    <a:pt x="1381" y="533"/>
                  </a:lnTo>
                  <a:lnTo>
                    <a:pt x="1238" y="617"/>
                  </a:lnTo>
                  <a:lnTo>
                    <a:pt x="1441" y="653"/>
                  </a:lnTo>
                  <a:lnTo>
                    <a:pt x="1405" y="724"/>
                  </a:lnTo>
                  <a:lnTo>
                    <a:pt x="1214" y="688"/>
                  </a:lnTo>
                  <a:lnTo>
                    <a:pt x="1274" y="807"/>
                  </a:lnTo>
                  <a:lnTo>
                    <a:pt x="1179" y="831"/>
                  </a:lnTo>
                  <a:lnTo>
                    <a:pt x="1119" y="712"/>
                  </a:lnTo>
                  <a:lnTo>
                    <a:pt x="964" y="795"/>
                  </a:lnTo>
                  <a:lnTo>
                    <a:pt x="881" y="748"/>
                  </a:lnTo>
                  <a:lnTo>
                    <a:pt x="1024" y="664"/>
                  </a:lnTo>
                  <a:lnTo>
                    <a:pt x="822" y="629"/>
                  </a:lnTo>
                  <a:lnTo>
                    <a:pt x="845" y="557"/>
                  </a:lnTo>
                  <a:lnTo>
                    <a:pt x="1036" y="593"/>
                  </a:lnTo>
                  <a:lnTo>
                    <a:pt x="976" y="474"/>
                  </a:lnTo>
                  <a:lnTo>
                    <a:pt x="1095" y="450"/>
                  </a:lnTo>
                  <a:close/>
                  <a:moveTo>
                    <a:pt x="1715" y="807"/>
                  </a:moveTo>
                  <a:lnTo>
                    <a:pt x="1774" y="926"/>
                  </a:lnTo>
                  <a:lnTo>
                    <a:pt x="1905" y="843"/>
                  </a:lnTo>
                  <a:lnTo>
                    <a:pt x="1988" y="891"/>
                  </a:lnTo>
                  <a:lnTo>
                    <a:pt x="1845" y="974"/>
                  </a:lnTo>
                  <a:lnTo>
                    <a:pt x="2048" y="1010"/>
                  </a:lnTo>
                  <a:lnTo>
                    <a:pt x="2024" y="1081"/>
                  </a:lnTo>
                  <a:lnTo>
                    <a:pt x="1834" y="1045"/>
                  </a:lnTo>
                  <a:lnTo>
                    <a:pt x="1893" y="1164"/>
                  </a:lnTo>
                  <a:lnTo>
                    <a:pt x="1786" y="1164"/>
                  </a:lnTo>
                  <a:lnTo>
                    <a:pt x="1726" y="1045"/>
                  </a:lnTo>
                  <a:lnTo>
                    <a:pt x="1572" y="1141"/>
                  </a:lnTo>
                  <a:lnTo>
                    <a:pt x="1488" y="1093"/>
                  </a:lnTo>
                  <a:lnTo>
                    <a:pt x="1631" y="1022"/>
                  </a:lnTo>
                  <a:lnTo>
                    <a:pt x="1429" y="986"/>
                  </a:lnTo>
                  <a:lnTo>
                    <a:pt x="1453" y="914"/>
                  </a:lnTo>
                  <a:lnTo>
                    <a:pt x="1655" y="950"/>
                  </a:lnTo>
                  <a:lnTo>
                    <a:pt x="1595" y="831"/>
                  </a:lnTo>
                  <a:lnTo>
                    <a:pt x="1715" y="807"/>
                  </a:lnTo>
                  <a:close/>
                  <a:moveTo>
                    <a:pt x="2310" y="1153"/>
                  </a:moveTo>
                  <a:lnTo>
                    <a:pt x="2369" y="1272"/>
                  </a:lnTo>
                  <a:lnTo>
                    <a:pt x="2500" y="1188"/>
                  </a:lnTo>
                  <a:lnTo>
                    <a:pt x="2584" y="1224"/>
                  </a:lnTo>
                  <a:lnTo>
                    <a:pt x="2441" y="1319"/>
                  </a:lnTo>
                  <a:lnTo>
                    <a:pt x="2643" y="1343"/>
                  </a:lnTo>
                  <a:lnTo>
                    <a:pt x="2619" y="1426"/>
                  </a:lnTo>
                  <a:lnTo>
                    <a:pt x="2429" y="1391"/>
                  </a:lnTo>
                  <a:lnTo>
                    <a:pt x="2488" y="1510"/>
                  </a:lnTo>
                  <a:lnTo>
                    <a:pt x="2381" y="1510"/>
                  </a:lnTo>
                  <a:lnTo>
                    <a:pt x="2322" y="1391"/>
                  </a:lnTo>
                  <a:lnTo>
                    <a:pt x="2167" y="1486"/>
                  </a:lnTo>
                  <a:lnTo>
                    <a:pt x="2084" y="1438"/>
                  </a:lnTo>
                  <a:lnTo>
                    <a:pt x="2226" y="1367"/>
                  </a:lnTo>
                  <a:lnTo>
                    <a:pt x="2024" y="1331"/>
                  </a:lnTo>
                  <a:lnTo>
                    <a:pt x="2048" y="1260"/>
                  </a:lnTo>
                  <a:lnTo>
                    <a:pt x="2250" y="1284"/>
                  </a:lnTo>
                  <a:lnTo>
                    <a:pt x="2250" y="1284"/>
                  </a:lnTo>
                  <a:lnTo>
                    <a:pt x="2191" y="1164"/>
                  </a:lnTo>
                  <a:lnTo>
                    <a:pt x="2310" y="1153"/>
                  </a:lnTo>
                  <a:close/>
                  <a:moveTo>
                    <a:pt x="2905" y="1498"/>
                  </a:moveTo>
                  <a:lnTo>
                    <a:pt x="2965" y="1617"/>
                  </a:lnTo>
                  <a:lnTo>
                    <a:pt x="3096" y="1522"/>
                  </a:lnTo>
                  <a:lnTo>
                    <a:pt x="3179" y="1569"/>
                  </a:lnTo>
                  <a:lnTo>
                    <a:pt x="3036" y="1665"/>
                  </a:lnTo>
                  <a:lnTo>
                    <a:pt x="3239" y="1688"/>
                  </a:lnTo>
                  <a:lnTo>
                    <a:pt x="3215" y="1760"/>
                  </a:lnTo>
                  <a:lnTo>
                    <a:pt x="3024" y="1736"/>
                  </a:lnTo>
                  <a:lnTo>
                    <a:pt x="3024" y="1736"/>
                  </a:lnTo>
                  <a:lnTo>
                    <a:pt x="3084" y="1855"/>
                  </a:lnTo>
                  <a:lnTo>
                    <a:pt x="2977" y="1867"/>
                  </a:lnTo>
                  <a:lnTo>
                    <a:pt x="2917" y="1748"/>
                  </a:lnTo>
                  <a:lnTo>
                    <a:pt x="2762" y="1843"/>
                  </a:lnTo>
                  <a:lnTo>
                    <a:pt x="2679" y="1796"/>
                  </a:lnTo>
                  <a:lnTo>
                    <a:pt x="2822" y="1700"/>
                  </a:lnTo>
                  <a:lnTo>
                    <a:pt x="2619" y="1676"/>
                  </a:lnTo>
                  <a:lnTo>
                    <a:pt x="2643" y="1605"/>
                  </a:lnTo>
                  <a:lnTo>
                    <a:pt x="2846" y="1629"/>
                  </a:lnTo>
                  <a:lnTo>
                    <a:pt x="2786" y="1510"/>
                  </a:lnTo>
                  <a:lnTo>
                    <a:pt x="2905" y="1498"/>
                  </a:lnTo>
                  <a:close/>
                  <a:moveTo>
                    <a:pt x="3500" y="1843"/>
                  </a:moveTo>
                  <a:lnTo>
                    <a:pt x="3560" y="1962"/>
                  </a:lnTo>
                  <a:lnTo>
                    <a:pt x="3691" y="1867"/>
                  </a:lnTo>
                  <a:lnTo>
                    <a:pt x="3774" y="1915"/>
                  </a:lnTo>
                  <a:lnTo>
                    <a:pt x="3631" y="1998"/>
                  </a:lnTo>
                  <a:lnTo>
                    <a:pt x="3834" y="2034"/>
                  </a:lnTo>
                  <a:lnTo>
                    <a:pt x="3810" y="2105"/>
                  </a:lnTo>
                  <a:lnTo>
                    <a:pt x="3620" y="2081"/>
                  </a:lnTo>
                  <a:lnTo>
                    <a:pt x="3679" y="2200"/>
                  </a:lnTo>
                  <a:lnTo>
                    <a:pt x="3572" y="2212"/>
                  </a:lnTo>
                  <a:lnTo>
                    <a:pt x="3512" y="2093"/>
                  </a:lnTo>
                  <a:lnTo>
                    <a:pt x="3358" y="2177"/>
                  </a:lnTo>
                  <a:lnTo>
                    <a:pt x="3274" y="2141"/>
                  </a:lnTo>
                  <a:lnTo>
                    <a:pt x="3417" y="2046"/>
                  </a:lnTo>
                  <a:lnTo>
                    <a:pt x="3215" y="2022"/>
                  </a:lnTo>
                  <a:lnTo>
                    <a:pt x="3239" y="1938"/>
                  </a:lnTo>
                  <a:lnTo>
                    <a:pt x="3441" y="1974"/>
                  </a:lnTo>
                  <a:lnTo>
                    <a:pt x="3381" y="1855"/>
                  </a:lnTo>
                  <a:lnTo>
                    <a:pt x="3500" y="1843"/>
                  </a:lnTo>
                  <a:close/>
                  <a:moveTo>
                    <a:pt x="4108" y="2200"/>
                  </a:moveTo>
                  <a:lnTo>
                    <a:pt x="4167" y="2319"/>
                  </a:lnTo>
                  <a:lnTo>
                    <a:pt x="4298" y="2224"/>
                  </a:lnTo>
                  <a:lnTo>
                    <a:pt x="4393" y="2272"/>
                  </a:lnTo>
                  <a:lnTo>
                    <a:pt x="4239" y="2355"/>
                  </a:lnTo>
                  <a:lnTo>
                    <a:pt x="4453" y="2391"/>
                  </a:lnTo>
                  <a:lnTo>
                    <a:pt x="4417" y="2462"/>
                  </a:lnTo>
                  <a:lnTo>
                    <a:pt x="4227" y="2438"/>
                  </a:lnTo>
                  <a:lnTo>
                    <a:pt x="4286" y="2558"/>
                  </a:lnTo>
                  <a:lnTo>
                    <a:pt x="4179" y="2558"/>
                  </a:lnTo>
                  <a:lnTo>
                    <a:pt x="4120" y="2438"/>
                  </a:lnTo>
                  <a:lnTo>
                    <a:pt x="3977" y="2522"/>
                  </a:lnTo>
                  <a:lnTo>
                    <a:pt x="3881" y="2474"/>
                  </a:lnTo>
                  <a:lnTo>
                    <a:pt x="4036" y="2403"/>
                  </a:lnTo>
                  <a:lnTo>
                    <a:pt x="3822" y="2379"/>
                  </a:lnTo>
                  <a:lnTo>
                    <a:pt x="3858" y="2296"/>
                  </a:lnTo>
                  <a:lnTo>
                    <a:pt x="4048" y="2331"/>
                  </a:lnTo>
                  <a:lnTo>
                    <a:pt x="3989" y="2212"/>
                  </a:lnTo>
                  <a:lnTo>
                    <a:pt x="4108" y="2200"/>
                  </a:lnTo>
                  <a:close/>
                  <a:moveTo>
                    <a:pt x="4703" y="2534"/>
                  </a:moveTo>
                  <a:lnTo>
                    <a:pt x="4763" y="2653"/>
                  </a:lnTo>
                  <a:lnTo>
                    <a:pt x="4893" y="2569"/>
                  </a:lnTo>
                  <a:lnTo>
                    <a:pt x="4989" y="2617"/>
                  </a:lnTo>
                  <a:lnTo>
                    <a:pt x="4834" y="2700"/>
                  </a:lnTo>
                  <a:lnTo>
                    <a:pt x="5048" y="2736"/>
                  </a:lnTo>
                  <a:lnTo>
                    <a:pt x="5013" y="2808"/>
                  </a:lnTo>
                  <a:lnTo>
                    <a:pt x="4822" y="2772"/>
                  </a:lnTo>
                  <a:lnTo>
                    <a:pt x="4822" y="2772"/>
                  </a:lnTo>
                  <a:lnTo>
                    <a:pt x="4882" y="2891"/>
                  </a:lnTo>
                  <a:lnTo>
                    <a:pt x="4774" y="2891"/>
                  </a:lnTo>
                  <a:lnTo>
                    <a:pt x="4715" y="2772"/>
                  </a:lnTo>
                  <a:lnTo>
                    <a:pt x="4572" y="2867"/>
                  </a:lnTo>
                  <a:lnTo>
                    <a:pt x="4477" y="2819"/>
                  </a:lnTo>
                  <a:lnTo>
                    <a:pt x="4632" y="2748"/>
                  </a:lnTo>
                  <a:lnTo>
                    <a:pt x="4417" y="2712"/>
                  </a:lnTo>
                  <a:lnTo>
                    <a:pt x="4453" y="2641"/>
                  </a:lnTo>
                  <a:lnTo>
                    <a:pt x="4643" y="2677"/>
                  </a:lnTo>
                  <a:lnTo>
                    <a:pt x="4643" y="2677"/>
                  </a:lnTo>
                  <a:lnTo>
                    <a:pt x="4584" y="2558"/>
                  </a:lnTo>
                  <a:lnTo>
                    <a:pt x="4703" y="2534"/>
                  </a:lnTo>
                  <a:close/>
                  <a:moveTo>
                    <a:pt x="5298" y="2879"/>
                  </a:moveTo>
                  <a:lnTo>
                    <a:pt x="5358" y="2998"/>
                  </a:lnTo>
                  <a:lnTo>
                    <a:pt x="5489" y="2915"/>
                  </a:lnTo>
                  <a:lnTo>
                    <a:pt x="5584" y="2950"/>
                  </a:lnTo>
                  <a:lnTo>
                    <a:pt x="5429" y="3046"/>
                  </a:lnTo>
                  <a:lnTo>
                    <a:pt x="5644" y="3069"/>
                  </a:lnTo>
                  <a:lnTo>
                    <a:pt x="5608" y="3153"/>
                  </a:lnTo>
                  <a:lnTo>
                    <a:pt x="5417" y="3117"/>
                  </a:lnTo>
                  <a:lnTo>
                    <a:pt x="5477" y="3236"/>
                  </a:lnTo>
                  <a:lnTo>
                    <a:pt x="5370" y="3248"/>
                  </a:lnTo>
                  <a:lnTo>
                    <a:pt x="5310" y="3129"/>
                  </a:lnTo>
                  <a:lnTo>
                    <a:pt x="5167" y="3224"/>
                  </a:lnTo>
                  <a:lnTo>
                    <a:pt x="5072" y="3177"/>
                  </a:lnTo>
                  <a:lnTo>
                    <a:pt x="5227" y="3093"/>
                  </a:lnTo>
                  <a:lnTo>
                    <a:pt x="5013" y="3058"/>
                  </a:lnTo>
                  <a:lnTo>
                    <a:pt x="5048" y="2986"/>
                  </a:lnTo>
                  <a:lnTo>
                    <a:pt x="5239" y="3010"/>
                  </a:lnTo>
                  <a:lnTo>
                    <a:pt x="5179" y="2891"/>
                  </a:lnTo>
                  <a:lnTo>
                    <a:pt x="5298" y="2879"/>
                  </a:lnTo>
                  <a:close/>
                  <a:moveTo>
                    <a:pt x="5894" y="3224"/>
                  </a:moveTo>
                  <a:lnTo>
                    <a:pt x="5953" y="3343"/>
                  </a:lnTo>
                  <a:lnTo>
                    <a:pt x="6084" y="3248"/>
                  </a:lnTo>
                  <a:lnTo>
                    <a:pt x="6179" y="3296"/>
                  </a:lnTo>
                  <a:lnTo>
                    <a:pt x="6025" y="3391"/>
                  </a:lnTo>
                  <a:lnTo>
                    <a:pt x="6239" y="3415"/>
                  </a:lnTo>
                  <a:lnTo>
                    <a:pt x="6203" y="3486"/>
                  </a:lnTo>
                  <a:lnTo>
                    <a:pt x="6013" y="3462"/>
                  </a:lnTo>
                  <a:lnTo>
                    <a:pt x="6072" y="3581"/>
                  </a:lnTo>
                  <a:lnTo>
                    <a:pt x="5965" y="3593"/>
                  </a:lnTo>
                  <a:lnTo>
                    <a:pt x="5906" y="3474"/>
                  </a:lnTo>
                  <a:lnTo>
                    <a:pt x="5763" y="3570"/>
                  </a:lnTo>
                  <a:lnTo>
                    <a:pt x="5667" y="3522"/>
                  </a:lnTo>
                  <a:lnTo>
                    <a:pt x="5822" y="3427"/>
                  </a:lnTo>
                  <a:lnTo>
                    <a:pt x="5608" y="3403"/>
                  </a:lnTo>
                  <a:lnTo>
                    <a:pt x="5644" y="3331"/>
                  </a:lnTo>
                  <a:lnTo>
                    <a:pt x="5834" y="3355"/>
                  </a:lnTo>
                  <a:lnTo>
                    <a:pt x="5775" y="3236"/>
                  </a:lnTo>
                  <a:lnTo>
                    <a:pt x="5894" y="3224"/>
                  </a:lnTo>
                  <a:close/>
                  <a:moveTo>
                    <a:pt x="6501" y="3581"/>
                  </a:moveTo>
                  <a:lnTo>
                    <a:pt x="6560" y="3701"/>
                  </a:lnTo>
                  <a:lnTo>
                    <a:pt x="6691" y="3605"/>
                  </a:lnTo>
                  <a:lnTo>
                    <a:pt x="6787" y="3653"/>
                  </a:lnTo>
                  <a:lnTo>
                    <a:pt x="6632" y="3748"/>
                  </a:lnTo>
                  <a:lnTo>
                    <a:pt x="6846" y="3772"/>
                  </a:lnTo>
                  <a:lnTo>
                    <a:pt x="6834" y="3831"/>
                  </a:lnTo>
                  <a:lnTo>
                    <a:pt x="6632" y="3808"/>
                  </a:lnTo>
                  <a:lnTo>
                    <a:pt x="6691" y="3915"/>
                  </a:lnTo>
                  <a:lnTo>
                    <a:pt x="6572" y="3939"/>
                  </a:lnTo>
                  <a:lnTo>
                    <a:pt x="6513" y="3820"/>
                  </a:lnTo>
                  <a:lnTo>
                    <a:pt x="6370" y="3903"/>
                  </a:lnTo>
                  <a:lnTo>
                    <a:pt x="6275" y="3867"/>
                  </a:lnTo>
                  <a:lnTo>
                    <a:pt x="6429" y="3784"/>
                  </a:lnTo>
                  <a:lnTo>
                    <a:pt x="6215" y="3760"/>
                  </a:lnTo>
                  <a:lnTo>
                    <a:pt x="6251" y="3689"/>
                  </a:lnTo>
                  <a:lnTo>
                    <a:pt x="6441" y="3712"/>
                  </a:lnTo>
                  <a:lnTo>
                    <a:pt x="6382" y="3593"/>
                  </a:lnTo>
                  <a:lnTo>
                    <a:pt x="6501" y="3581"/>
                  </a:lnTo>
                  <a:close/>
                  <a:moveTo>
                    <a:pt x="710" y="1"/>
                  </a:moveTo>
                  <a:cubicBezTo>
                    <a:pt x="542" y="1"/>
                    <a:pt x="375" y="39"/>
                    <a:pt x="250" y="117"/>
                  </a:cubicBezTo>
                  <a:cubicBezTo>
                    <a:pt x="0" y="260"/>
                    <a:pt x="0" y="498"/>
                    <a:pt x="250" y="653"/>
                  </a:cubicBezTo>
                  <a:lnTo>
                    <a:pt x="6537" y="4284"/>
                  </a:lnTo>
                  <a:cubicBezTo>
                    <a:pt x="6662" y="4355"/>
                    <a:pt x="6828" y="4391"/>
                    <a:pt x="6995" y="4391"/>
                  </a:cubicBezTo>
                  <a:cubicBezTo>
                    <a:pt x="7162" y="4391"/>
                    <a:pt x="7328" y="4355"/>
                    <a:pt x="7453" y="4284"/>
                  </a:cubicBezTo>
                  <a:cubicBezTo>
                    <a:pt x="7703" y="4129"/>
                    <a:pt x="7703" y="3891"/>
                    <a:pt x="7453" y="3748"/>
                  </a:cubicBezTo>
                  <a:lnTo>
                    <a:pt x="1179" y="117"/>
                  </a:lnTo>
                  <a:cubicBezTo>
                    <a:pt x="1048" y="39"/>
                    <a:pt x="878" y="1"/>
                    <a:pt x="710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42">
              <a:extLst>
                <a:ext uri="{FF2B5EF4-FFF2-40B4-BE49-F238E27FC236}">
                  <a16:creationId xmlns:a16="http://schemas.microsoft.com/office/drawing/2014/main" id="{AB32AF33-7F52-7A82-3F95-EE43CD933032}"/>
                </a:ext>
              </a:extLst>
            </p:cNvPr>
            <p:cNvSpPr/>
            <p:nvPr/>
          </p:nvSpPr>
          <p:spPr>
            <a:xfrm>
              <a:off x="4393684" y="2862224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0"/>
                  </a:moveTo>
                  <a:lnTo>
                    <a:pt x="167" y="36"/>
                  </a:lnTo>
                  <a:lnTo>
                    <a:pt x="227" y="143"/>
                  </a:lnTo>
                  <a:lnTo>
                    <a:pt x="36" y="107"/>
                  </a:lnTo>
                  <a:lnTo>
                    <a:pt x="0" y="179"/>
                  </a:lnTo>
                  <a:lnTo>
                    <a:pt x="191" y="214"/>
                  </a:lnTo>
                  <a:lnTo>
                    <a:pt x="60" y="286"/>
                  </a:lnTo>
                  <a:lnTo>
                    <a:pt x="131" y="345"/>
                  </a:lnTo>
                  <a:lnTo>
                    <a:pt x="286" y="262"/>
                  </a:lnTo>
                  <a:lnTo>
                    <a:pt x="334" y="381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74"/>
                  </a:lnTo>
                  <a:lnTo>
                    <a:pt x="631" y="214"/>
                  </a:lnTo>
                  <a:lnTo>
                    <a:pt x="417" y="167"/>
                  </a:lnTo>
                  <a:lnTo>
                    <a:pt x="572" y="95"/>
                  </a:lnTo>
                  <a:lnTo>
                    <a:pt x="477" y="48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42">
              <a:extLst>
                <a:ext uri="{FF2B5EF4-FFF2-40B4-BE49-F238E27FC236}">
                  <a16:creationId xmlns:a16="http://schemas.microsoft.com/office/drawing/2014/main" id="{618AFB8B-E331-6DB3-290E-B10AD441A0BA}"/>
                </a:ext>
              </a:extLst>
            </p:cNvPr>
            <p:cNvSpPr/>
            <p:nvPr/>
          </p:nvSpPr>
          <p:spPr>
            <a:xfrm>
              <a:off x="4411253" y="2872765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7" y="143"/>
                  </a:lnTo>
                  <a:lnTo>
                    <a:pt x="36" y="96"/>
                  </a:lnTo>
                  <a:lnTo>
                    <a:pt x="1" y="167"/>
                  </a:lnTo>
                  <a:lnTo>
                    <a:pt x="191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7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62"/>
                  </a:lnTo>
                  <a:lnTo>
                    <a:pt x="632" y="203"/>
                  </a:lnTo>
                  <a:lnTo>
                    <a:pt x="417" y="167"/>
                  </a:lnTo>
                  <a:lnTo>
                    <a:pt x="572" y="84"/>
                  </a:lnTo>
                  <a:lnTo>
                    <a:pt x="477" y="36"/>
                  </a:lnTo>
                  <a:lnTo>
                    <a:pt x="346" y="107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42">
              <a:extLst>
                <a:ext uri="{FF2B5EF4-FFF2-40B4-BE49-F238E27FC236}">
                  <a16:creationId xmlns:a16="http://schemas.microsoft.com/office/drawing/2014/main" id="{DC1FC643-BA92-BE50-B8C7-BA6C32D3665E}"/>
                </a:ext>
              </a:extLst>
            </p:cNvPr>
            <p:cNvSpPr/>
            <p:nvPr/>
          </p:nvSpPr>
          <p:spPr>
            <a:xfrm>
              <a:off x="4428822" y="2882952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9" y="1"/>
                  </a:moveTo>
                  <a:lnTo>
                    <a:pt x="180" y="12"/>
                  </a:lnTo>
                  <a:lnTo>
                    <a:pt x="227" y="132"/>
                  </a:lnTo>
                  <a:lnTo>
                    <a:pt x="37" y="108"/>
                  </a:lnTo>
                  <a:lnTo>
                    <a:pt x="1" y="167"/>
                  </a:lnTo>
                  <a:lnTo>
                    <a:pt x="215" y="191"/>
                  </a:lnTo>
                  <a:lnTo>
                    <a:pt x="61" y="286"/>
                  </a:lnTo>
                  <a:lnTo>
                    <a:pt x="156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596" y="274"/>
                  </a:lnTo>
                  <a:lnTo>
                    <a:pt x="644" y="191"/>
                  </a:lnTo>
                  <a:lnTo>
                    <a:pt x="430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20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42">
              <a:extLst>
                <a:ext uri="{FF2B5EF4-FFF2-40B4-BE49-F238E27FC236}">
                  <a16:creationId xmlns:a16="http://schemas.microsoft.com/office/drawing/2014/main" id="{85C5E8D4-31D0-3A98-5FB5-6B45277F9F52}"/>
                </a:ext>
              </a:extLst>
            </p:cNvPr>
            <p:cNvSpPr/>
            <p:nvPr/>
          </p:nvSpPr>
          <p:spPr>
            <a:xfrm>
              <a:off x="4446420" y="2893139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1"/>
                  </a:moveTo>
                  <a:lnTo>
                    <a:pt x="179" y="13"/>
                  </a:lnTo>
                  <a:lnTo>
                    <a:pt x="238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08" y="263"/>
                  </a:lnTo>
                  <a:lnTo>
                    <a:pt x="643" y="191"/>
                  </a:lnTo>
                  <a:lnTo>
                    <a:pt x="429" y="168"/>
                  </a:lnTo>
                  <a:lnTo>
                    <a:pt x="584" y="84"/>
                  </a:lnTo>
                  <a:lnTo>
                    <a:pt x="488" y="25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42">
              <a:extLst>
                <a:ext uri="{FF2B5EF4-FFF2-40B4-BE49-F238E27FC236}">
                  <a16:creationId xmlns:a16="http://schemas.microsoft.com/office/drawing/2014/main" id="{AB5D39C6-7707-988A-3BBA-1FE0CB8E530D}"/>
                </a:ext>
              </a:extLst>
            </p:cNvPr>
            <p:cNvSpPr/>
            <p:nvPr/>
          </p:nvSpPr>
          <p:spPr>
            <a:xfrm>
              <a:off x="4464344" y="2903356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86" y="0"/>
                  </a:moveTo>
                  <a:lnTo>
                    <a:pt x="167" y="12"/>
                  </a:lnTo>
                  <a:lnTo>
                    <a:pt x="227" y="131"/>
                  </a:lnTo>
                  <a:lnTo>
                    <a:pt x="36" y="95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34"/>
                  </a:lnTo>
                  <a:lnTo>
                    <a:pt x="286" y="250"/>
                  </a:lnTo>
                  <a:lnTo>
                    <a:pt x="334" y="369"/>
                  </a:lnTo>
                  <a:lnTo>
                    <a:pt x="453" y="357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32" y="191"/>
                  </a:lnTo>
                  <a:lnTo>
                    <a:pt x="417" y="155"/>
                  </a:lnTo>
                  <a:lnTo>
                    <a:pt x="572" y="83"/>
                  </a:lnTo>
                  <a:lnTo>
                    <a:pt x="477" y="36"/>
                  </a:lnTo>
                  <a:lnTo>
                    <a:pt x="346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42">
              <a:extLst>
                <a:ext uri="{FF2B5EF4-FFF2-40B4-BE49-F238E27FC236}">
                  <a16:creationId xmlns:a16="http://schemas.microsoft.com/office/drawing/2014/main" id="{6D5264FB-7272-5A2E-E187-A67C47AB4836}"/>
                </a:ext>
              </a:extLst>
            </p:cNvPr>
            <p:cNvSpPr/>
            <p:nvPr/>
          </p:nvSpPr>
          <p:spPr>
            <a:xfrm>
              <a:off x="4481912" y="2913188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7" y="1"/>
                  </a:moveTo>
                  <a:lnTo>
                    <a:pt x="168" y="36"/>
                  </a:lnTo>
                  <a:lnTo>
                    <a:pt x="227" y="143"/>
                  </a:lnTo>
                  <a:lnTo>
                    <a:pt x="37" y="108"/>
                  </a:lnTo>
                  <a:lnTo>
                    <a:pt x="1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4" y="346"/>
                  </a:lnTo>
                  <a:lnTo>
                    <a:pt x="287" y="262"/>
                  </a:lnTo>
                  <a:lnTo>
                    <a:pt x="346" y="382"/>
                  </a:lnTo>
                  <a:lnTo>
                    <a:pt x="465" y="358"/>
                  </a:lnTo>
                  <a:lnTo>
                    <a:pt x="406" y="239"/>
                  </a:lnTo>
                  <a:lnTo>
                    <a:pt x="596" y="274"/>
                  </a:lnTo>
                  <a:lnTo>
                    <a:pt x="632" y="215"/>
                  </a:lnTo>
                  <a:lnTo>
                    <a:pt x="418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42">
              <a:extLst>
                <a:ext uri="{FF2B5EF4-FFF2-40B4-BE49-F238E27FC236}">
                  <a16:creationId xmlns:a16="http://schemas.microsoft.com/office/drawing/2014/main" id="{7E7F7C98-A473-0ACF-A9A0-0DB6BC8E3405}"/>
                </a:ext>
              </a:extLst>
            </p:cNvPr>
            <p:cNvSpPr/>
            <p:nvPr/>
          </p:nvSpPr>
          <p:spPr>
            <a:xfrm>
              <a:off x="4499511" y="292373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98" y="1"/>
                  </a:moveTo>
                  <a:lnTo>
                    <a:pt x="167" y="25"/>
                  </a:lnTo>
                  <a:lnTo>
                    <a:pt x="226" y="144"/>
                  </a:lnTo>
                  <a:lnTo>
                    <a:pt x="36" y="96"/>
                  </a:lnTo>
                  <a:lnTo>
                    <a:pt x="0" y="167"/>
                  </a:lnTo>
                  <a:lnTo>
                    <a:pt x="214" y="203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9"/>
                  </a:lnTo>
                  <a:lnTo>
                    <a:pt x="345" y="358"/>
                  </a:lnTo>
                  <a:lnTo>
                    <a:pt x="464" y="346"/>
                  </a:lnTo>
                  <a:lnTo>
                    <a:pt x="405" y="227"/>
                  </a:lnTo>
                  <a:lnTo>
                    <a:pt x="405" y="227"/>
                  </a:lnTo>
                  <a:lnTo>
                    <a:pt x="595" y="275"/>
                  </a:lnTo>
                  <a:lnTo>
                    <a:pt x="631" y="203"/>
                  </a:lnTo>
                  <a:lnTo>
                    <a:pt x="441" y="167"/>
                  </a:lnTo>
                  <a:lnTo>
                    <a:pt x="572" y="84"/>
                  </a:lnTo>
                  <a:lnTo>
                    <a:pt x="500" y="36"/>
                  </a:lnTo>
                  <a:lnTo>
                    <a:pt x="345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42">
              <a:extLst>
                <a:ext uri="{FF2B5EF4-FFF2-40B4-BE49-F238E27FC236}">
                  <a16:creationId xmlns:a16="http://schemas.microsoft.com/office/drawing/2014/main" id="{2406C788-062E-F515-99DB-F924EAFA8D49}"/>
                </a:ext>
              </a:extLst>
            </p:cNvPr>
            <p:cNvSpPr/>
            <p:nvPr/>
          </p:nvSpPr>
          <p:spPr>
            <a:xfrm>
              <a:off x="4517080" y="2933917"/>
              <a:ext cx="19016" cy="10955"/>
            </a:xfrm>
            <a:custGeom>
              <a:avLst/>
              <a:gdLst/>
              <a:ahLst/>
              <a:cxnLst/>
              <a:rect l="l" t="t" r="r" b="b"/>
              <a:pathLst>
                <a:path w="644" h="371" extrusionOk="0">
                  <a:moveTo>
                    <a:pt x="298" y="1"/>
                  </a:moveTo>
                  <a:lnTo>
                    <a:pt x="179" y="13"/>
                  </a:lnTo>
                  <a:lnTo>
                    <a:pt x="239" y="132"/>
                  </a:lnTo>
                  <a:lnTo>
                    <a:pt x="36" y="108"/>
                  </a:lnTo>
                  <a:lnTo>
                    <a:pt x="0" y="168"/>
                  </a:lnTo>
                  <a:lnTo>
                    <a:pt x="215" y="191"/>
                  </a:lnTo>
                  <a:lnTo>
                    <a:pt x="60" y="287"/>
                  </a:lnTo>
                  <a:lnTo>
                    <a:pt x="155" y="334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46"/>
                  </a:lnTo>
                  <a:lnTo>
                    <a:pt x="405" y="239"/>
                  </a:lnTo>
                  <a:lnTo>
                    <a:pt x="620" y="275"/>
                  </a:lnTo>
                  <a:lnTo>
                    <a:pt x="643" y="191"/>
                  </a:lnTo>
                  <a:lnTo>
                    <a:pt x="441" y="168"/>
                  </a:lnTo>
                  <a:lnTo>
                    <a:pt x="584" y="96"/>
                  </a:lnTo>
                  <a:lnTo>
                    <a:pt x="501" y="37"/>
                  </a:lnTo>
                  <a:lnTo>
                    <a:pt x="346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42">
              <a:extLst>
                <a:ext uri="{FF2B5EF4-FFF2-40B4-BE49-F238E27FC236}">
                  <a16:creationId xmlns:a16="http://schemas.microsoft.com/office/drawing/2014/main" id="{22E5E503-51F1-A94E-A529-4BC566344376}"/>
                </a:ext>
              </a:extLst>
            </p:cNvPr>
            <p:cNvSpPr/>
            <p:nvPr/>
          </p:nvSpPr>
          <p:spPr>
            <a:xfrm>
              <a:off x="4534649" y="2944133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48" y="107"/>
                  </a:lnTo>
                  <a:lnTo>
                    <a:pt x="1" y="179"/>
                  </a:lnTo>
                  <a:lnTo>
                    <a:pt x="215" y="203"/>
                  </a:lnTo>
                  <a:lnTo>
                    <a:pt x="60" y="286"/>
                  </a:lnTo>
                  <a:lnTo>
                    <a:pt x="156" y="322"/>
                  </a:lnTo>
                  <a:lnTo>
                    <a:pt x="298" y="250"/>
                  </a:lnTo>
                  <a:lnTo>
                    <a:pt x="346" y="369"/>
                  </a:lnTo>
                  <a:lnTo>
                    <a:pt x="465" y="357"/>
                  </a:lnTo>
                  <a:lnTo>
                    <a:pt x="417" y="238"/>
                  </a:lnTo>
                  <a:lnTo>
                    <a:pt x="620" y="262"/>
                  </a:lnTo>
                  <a:lnTo>
                    <a:pt x="644" y="191"/>
                  </a:lnTo>
                  <a:lnTo>
                    <a:pt x="441" y="167"/>
                  </a:lnTo>
                  <a:lnTo>
                    <a:pt x="584" y="84"/>
                  </a:lnTo>
                  <a:lnTo>
                    <a:pt x="501" y="48"/>
                  </a:lnTo>
                  <a:lnTo>
                    <a:pt x="358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42">
              <a:extLst>
                <a:ext uri="{FF2B5EF4-FFF2-40B4-BE49-F238E27FC236}">
                  <a16:creationId xmlns:a16="http://schemas.microsoft.com/office/drawing/2014/main" id="{88DED80C-C5E2-5FEF-FC00-796DF66A8C77}"/>
                </a:ext>
              </a:extLst>
            </p:cNvPr>
            <p:cNvSpPr/>
            <p:nvPr/>
          </p:nvSpPr>
          <p:spPr>
            <a:xfrm>
              <a:off x="4552926" y="2954320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75" y="1"/>
                  </a:moveTo>
                  <a:lnTo>
                    <a:pt x="156" y="24"/>
                  </a:lnTo>
                  <a:lnTo>
                    <a:pt x="215" y="132"/>
                  </a:lnTo>
                  <a:lnTo>
                    <a:pt x="25" y="96"/>
                  </a:lnTo>
                  <a:lnTo>
                    <a:pt x="1" y="179"/>
                  </a:lnTo>
                  <a:lnTo>
                    <a:pt x="191" y="203"/>
                  </a:lnTo>
                  <a:lnTo>
                    <a:pt x="60" y="274"/>
                  </a:lnTo>
                  <a:lnTo>
                    <a:pt x="132" y="334"/>
                  </a:lnTo>
                  <a:lnTo>
                    <a:pt x="275" y="251"/>
                  </a:lnTo>
                  <a:lnTo>
                    <a:pt x="334" y="370"/>
                  </a:lnTo>
                  <a:lnTo>
                    <a:pt x="453" y="358"/>
                  </a:lnTo>
                  <a:lnTo>
                    <a:pt x="394" y="239"/>
                  </a:lnTo>
                  <a:lnTo>
                    <a:pt x="596" y="262"/>
                  </a:lnTo>
                  <a:lnTo>
                    <a:pt x="620" y="203"/>
                  </a:lnTo>
                  <a:lnTo>
                    <a:pt x="418" y="179"/>
                  </a:lnTo>
                  <a:lnTo>
                    <a:pt x="560" y="84"/>
                  </a:lnTo>
                  <a:lnTo>
                    <a:pt x="477" y="36"/>
                  </a:lnTo>
                  <a:lnTo>
                    <a:pt x="334" y="120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2">
              <a:extLst>
                <a:ext uri="{FF2B5EF4-FFF2-40B4-BE49-F238E27FC236}">
                  <a16:creationId xmlns:a16="http://schemas.microsoft.com/office/drawing/2014/main" id="{CFA1B0CB-42F0-70B8-5C90-E7651C8DE707}"/>
                </a:ext>
              </a:extLst>
            </p:cNvPr>
            <p:cNvSpPr/>
            <p:nvPr/>
          </p:nvSpPr>
          <p:spPr>
            <a:xfrm>
              <a:off x="4321962" y="2875659"/>
              <a:ext cx="227834" cy="129655"/>
            </a:xfrm>
            <a:custGeom>
              <a:avLst/>
              <a:gdLst/>
              <a:ahLst/>
              <a:cxnLst/>
              <a:rect l="l" t="t" r="r" b="b"/>
              <a:pathLst>
                <a:path w="7716" h="4391" extrusionOk="0">
                  <a:moveTo>
                    <a:pt x="1120" y="462"/>
                  </a:moveTo>
                  <a:lnTo>
                    <a:pt x="1179" y="581"/>
                  </a:lnTo>
                  <a:lnTo>
                    <a:pt x="1310" y="486"/>
                  </a:lnTo>
                  <a:lnTo>
                    <a:pt x="1405" y="533"/>
                  </a:lnTo>
                  <a:lnTo>
                    <a:pt x="1251" y="617"/>
                  </a:lnTo>
                  <a:lnTo>
                    <a:pt x="1465" y="652"/>
                  </a:lnTo>
                  <a:lnTo>
                    <a:pt x="1429" y="724"/>
                  </a:lnTo>
                  <a:lnTo>
                    <a:pt x="1239" y="700"/>
                  </a:lnTo>
                  <a:lnTo>
                    <a:pt x="1298" y="819"/>
                  </a:lnTo>
                  <a:lnTo>
                    <a:pt x="1191" y="831"/>
                  </a:lnTo>
                  <a:lnTo>
                    <a:pt x="1132" y="712"/>
                  </a:lnTo>
                  <a:lnTo>
                    <a:pt x="989" y="795"/>
                  </a:lnTo>
                  <a:lnTo>
                    <a:pt x="893" y="760"/>
                  </a:lnTo>
                  <a:lnTo>
                    <a:pt x="1048" y="664"/>
                  </a:lnTo>
                  <a:lnTo>
                    <a:pt x="834" y="640"/>
                  </a:lnTo>
                  <a:lnTo>
                    <a:pt x="870" y="557"/>
                  </a:lnTo>
                  <a:lnTo>
                    <a:pt x="1060" y="593"/>
                  </a:lnTo>
                  <a:lnTo>
                    <a:pt x="1001" y="474"/>
                  </a:lnTo>
                  <a:lnTo>
                    <a:pt x="1120" y="462"/>
                  </a:lnTo>
                  <a:close/>
                  <a:moveTo>
                    <a:pt x="1715" y="831"/>
                  </a:moveTo>
                  <a:lnTo>
                    <a:pt x="1775" y="950"/>
                  </a:lnTo>
                  <a:lnTo>
                    <a:pt x="1905" y="855"/>
                  </a:lnTo>
                  <a:lnTo>
                    <a:pt x="2001" y="902"/>
                  </a:lnTo>
                  <a:lnTo>
                    <a:pt x="1846" y="998"/>
                  </a:lnTo>
                  <a:lnTo>
                    <a:pt x="2060" y="1021"/>
                  </a:lnTo>
                  <a:lnTo>
                    <a:pt x="2025" y="1093"/>
                  </a:lnTo>
                  <a:lnTo>
                    <a:pt x="1834" y="1069"/>
                  </a:lnTo>
                  <a:lnTo>
                    <a:pt x="1894" y="1188"/>
                  </a:lnTo>
                  <a:lnTo>
                    <a:pt x="1786" y="1188"/>
                  </a:lnTo>
                  <a:lnTo>
                    <a:pt x="1727" y="1069"/>
                  </a:lnTo>
                  <a:lnTo>
                    <a:pt x="1584" y="1152"/>
                  </a:lnTo>
                  <a:lnTo>
                    <a:pt x="1489" y="1117"/>
                  </a:lnTo>
                  <a:lnTo>
                    <a:pt x="1644" y="1033"/>
                  </a:lnTo>
                  <a:lnTo>
                    <a:pt x="1429" y="1010"/>
                  </a:lnTo>
                  <a:lnTo>
                    <a:pt x="1465" y="938"/>
                  </a:lnTo>
                  <a:lnTo>
                    <a:pt x="1655" y="962"/>
                  </a:lnTo>
                  <a:lnTo>
                    <a:pt x="1596" y="843"/>
                  </a:lnTo>
                  <a:lnTo>
                    <a:pt x="1715" y="831"/>
                  </a:lnTo>
                  <a:close/>
                  <a:moveTo>
                    <a:pt x="2310" y="1176"/>
                  </a:moveTo>
                  <a:lnTo>
                    <a:pt x="2370" y="1295"/>
                  </a:lnTo>
                  <a:lnTo>
                    <a:pt x="2501" y="1200"/>
                  </a:lnTo>
                  <a:lnTo>
                    <a:pt x="2596" y="1248"/>
                  </a:lnTo>
                  <a:lnTo>
                    <a:pt x="2441" y="1331"/>
                  </a:lnTo>
                  <a:lnTo>
                    <a:pt x="2656" y="1367"/>
                  </a:lnTo>
                  <a:lnTo>
                    <a:pt x="2620" y="1438"/>
                  </a:lnTo>
                  <a:lnTo>
                    <a:pt x="2429" y="1414"/>
                  </a:lnTo>
                  <a:lnTo>
                    <a:pt x="2489" y="1533"/>
                  </a:lnTo>
                  <a:lnTo>
                    <a:pt x="2382" y="1533"/>
                  </a:lnTo>
                  <a:lnTo>
                    <a:pt x="2322" y="1414"/>
                  </a:lnTo>
                  <a:lnTo>
                    <a:pt x="2179" y="1498"/>
                  </a:lnTo>
                  <a:lnTo>
                    <a:pt x="2084" y="1450"/>
                  </a:lnTo>
                  <a:lnTo>
                    <a:pt x="2239" y="1379"/>
                  </a:lnTo>
                  <a:lnTo>
                    <a:pt x="2025" y="1355"/>
                  </a:lnTo>
                  <a:lnTo>
                    <a:pt x="2060" y="1272"/>
                  </a:lnTo>
                  <a:lnTo>
                    <a:pt x="2251" y="1307"/>
                  </a:lnTo>
                  <a:lnTo>
                    <a:pt x="2191" y="1188"/>
                  </a:lnTo>
                  <a:lnTo>
                    <a:pt x="2310" y="1176"/>
                  </a:lnTo>
                  <a:close/>
                  <a:moveTo>
                    <a:pt x="2918" y="1498"/>
                  </a:moveTo>
                  <a:lnTo>
                    <a:pt x="2977" y="1617"/>
                  </a:lnTo>
                  <a:lnTo>
                    <a:pt x="3120" y="1533"/>
                  </a:lnTo>
                  <a:lnTo>
                    <a:pt x="3203" y="1569"/>
                  </a:lnTo>
                  <a:lnTo>
                    <a:pt x="3060" y="1664"/>
                  </a:lnTo>
                  <a:lnTo>
                    <a:pt x="3263" y="1688"/>
                  </a:lnTo>
                  <a:lnTo>
                    <a:pt x="3227" y="1772"/>
                  </a:lnTo>
                  <a:lnTo>
                    <a:pt x="3037" y="1736"/>
                  </a:lnTo>
                  <a:lnTo>
                    <a:pt x="3096" y="1855"/>
                  </a:lnTo>
                  <a:lnTo>
                    <a:pt x="3001" y="1867"/>
                  </a:lnTo>
                  <a:lnTo>
                    <a:pt x="2941" y="1748"/>
                  </a:lnTo>
                  <a:lnTo>
                    <a:pt x="2787" y="1843"/>
                  </a:lnTo>
                  <a:lnTo>
                    <a:pt x="2703" y="1795"/>
                  </a:lnTo>
                  <a:lnTo>
                    <a:pt x="2846" y="1712"/>
                  </a:lnTo>
                  <a:lnTo>
                    <a:pt x="2644" y="1676"/>
                  </a:lnTo>
                  <a:lnTo>
                    <a:pt x="2667" y="1605"/>
                  </a:lnTo>
                  <a:lnTo>
                    <a:pt x="2858" y="1629"/>
                  </a:lnTo>
                  <a:lnTo>
                    <a:pt x="2798" y="1510"/>
                  </a:lnTo>
                  <a:lnTo>
                    <a:pt x="2918" y="1498"/>
                  </a:lnTo>
                  <a:close/>
                  <a:moveTo>
                    <a:pt x="3513" y="1843"/>
                  </a:moveTo>
                  <a:lnTo>
                    <a:pt x="3572" y="1962"/>
                  </a:lnTo>
                  <a:lnTo>
                    <a:pt x="3715" y="1867"/>
                  </a:lnTo>
                  <a:lnTo>
                    <a:pt x="3799" y="1914"/>
                  </a:lnTo>
                  <a:lnTo>
                    <a:pt x="3656" y="2010"/>
                  </a:lnTo>
                  <a:lnTo>
                    <a:pt x="3858" y="2034"/>
                  </a:lnTo>
                  <a:lnTo>
                    <a:pt x="3822" y="2105"/>
                  </a:lnTo>
                  <a:lnTo>
                    <a:pt x="3632" y="2081"/>
                  </a:lnTo>
                  <a:lnTo>
                    <a:pt x="3632" y="2081"/>
                  </a:lnTo>
                  <a:lnTo>
                    <a:pt x="3691" y="2200"/>
                  </a:lnTo>
                  <a:lnTo>
                    <a:pt x="3596" y="2212"/>
                  </a:lnTo>
                  <a:lnTo>
                    <a:pt x="3537" y="2093"/>
                  </a:lnTo>
                  <a:lnTo>
                    <a:pt x="3382" y="2188"/>
                  </a:lnTo>
                  <a:lnTo>
                    <a:pt x="3299" y="2141"/>
                  </a:lnTo>
                  <a:lnTo>
                    <a:pt x="3441" y="2045"/>
                  </a:lnTo>
                  <a:lnTo>
                    <a:pt x="3239" y="2022"/>
                  </a:lnTo>
                  <a:lnTo>
                    <a:pt x="3263" y="1950"/>
                  </a:lnTo>
                  <a:lnTo>
                    <a:pt x="3453" y="1974"/>
                  </a:lnTo>
                  <a:lnTo>
                    <a:pt x="3394" y="1855"/>
                  </a:lnTo>
                  <a:lnTo>
                    <a:pt x="3513" y="1843"/>
                  </a:lnTo>
                  <a:close/>
                  <a:moveTo>
                    <a:pt x="4108" y="2212"/>
                  </a:moveTo>
                  <a:lnTo>
                    <a:pt x="4168" y="2331"/>
                  </a:lnTo>
                  <a:lnTo>
                    <a:pt x="4311" y="2248"/>
                  </a:lnTo>
                  <a:lnTo>
                    <a:pt x="4394" y="2284"/>
                  </a:lnTo>
                  <a:lnTo>
                    <a:pt x="4251" y="2379"/>
                  </a:lnTo>
                  <a:lnTo>
                    <a:pt x="4453" y="2403"/>
                  </a:lnTo>
                  <a:lnTo>
                    <a:pt x="4418" y="2486"/>
                  </a:lnTo>
                  <a:lnTo>
                    <a:pt x="4227" y="2450"/>
                  </a:lnTo>
                  <a:lnTo>
                    <a:pt x="4287" y="2569"/>
                  </a:lnTo>
                  <a:lnTo>
                    <a:pt x="4191" y="2569"/>
                  </a:lnTo>
                  <a:lnTo>
                    <a:pt x="4132" y="2450"/>
                  </a:lnTo>
                  <a:lnTo>
                    <a:pt x="3977" y="2545"/>
                  </a:lnTo>
                  <a:lnTo>
                    <a:pt x="3894" y="2498"/>
                  </a:lnTo>
                  <a:lnTo>
                    <a:pt x="4037" y="2426"/>
                  </a:lnTo>
                  <a:lnTo>
                    <a:pt x="3834" y="2391"/>
                  </a:lnTo>
                  <a:lnTo>
                    <a:pt x="3858" y="2319"/>
                  </a:lnTo>
                  <a:lnTo>
                    <a:pt x="4049" y="2343"/>
                  </a:lnTo>
                  <a:lnTo>
                    <a:pt x="3989" y="2224"/>
                  </a:lnTo>
                  <a:lnTo>
                    <a:pt x="4108" y="2212"/>
                  </a:lnTo>
                  <a:close/>
                  <a:moveTo>
                    <a:pt x="4703" y="2557"/>
                  </a:moveTo>
                  <a:lnTo>
                    <a:pt x="4763" y="2676"/>
                  </a:lnTo>
                  <a:lnTo>
                    <a:pt x="4906" y="2581"/>
                  </a:lnTo>
                  <a:lnTo>
                    <a:pt x="4989" y="2629"/>
                  </a:lnTo>
                  <a:lnTo>
                    <a:pt x="4846" y="2724"/>
                  </a:lnTo>
                  <a:lnTo>
                    <a:pt x="5049" y="2748"/>
                  </a:lnTo>
                  <a:lnTo>
                    <a:pt x="5013" y="2819"/>
                  </a:lnTo>
                  <a:lnTo>
                    <a:pt x="4823" y="2796"/>
                  </a:lnTo>
                  <a:lnTo>
                    <a:pt x="4882" y="2915"/>
                  </a:lnTo>
                  <a:lnTo>
                    <a:pt x="4787" y="2915"/>
                  </a:lnTo>
                  <a:lnTo>
                    <a:pt x="4727" y="2796"/>
                  </a:lnTo>
                  <a:lnTo>
                    <a:pt x="4572" y="2879"/>
                  </a:lnTo>
                  <a:lnTo>
                    <a:pt x="4489" y="2843"/>
                  </a:lnTo>
                  <a:lnTo>
                    <a:pt x="4632" y="2760"/>
                  </a:lnTo>
                  <a:lnTo>
                    <a:pt x="4430" y="2736"/>
                  </a:lnTo>
                  <a:lnTo>
                    <a:pt x="4453" y="2665"/>
                  </a:lnTo>
                  <a:lnTo>
                    <a:pt x="4644" y="2688"/>
                  </a:lnTo>
                  <a:lnTo>
                    <a:pt x="4584" y="2569"/>
                  </a:lnTo>
                  <a:lnTo>
                    <a:pt x="4703" y="2557"/>
                  </a:lnTo>
                  <a:close/>
                  <a:moveTo>
                    <a:pt x="5299" y="2879"/>
                  </a:moveTo>
                  <a:lnTo>
                    <a:pt x="5358" y="2998"/>
                  </a:lnTo>
                  <a:lnTo>
                    <a:pt x="5501" y="2915"/>
                  </a:lnTo>
                  <a:lnTo>
                    <a:pt x="5585" y="2962"/>
                  </a:lnTo>
                  <a:lnTo>
                    <a:pt x="5442" y="3046"/>
                  </a:lnTo>
                  <a:lnTo>
                    <a:pt x="5644" y="3081"/>
                  </a:lnTo>
                  <a:lnTo>
                    <a:pt x="5608" y="3153"/>
                  </a:lnTo>
                  <a:lnTo>
                    <a:pt x="5418" y="3117"/>
                  </a:lnTo>
                  <a:lnTo>
                    <a:pt x="5477" y="3236"/>
                  </a:lnTo>
                  <a:lnTo>
                    <a:pt x="5382" y="3260"/>
                  </a:lnTo>
                  <a:lnTo>
                    <a:pt x="5323" y="3141"/>
                  </a:lnTo>
                  <a:lnTo>
                    <a:pt x="5168" y="3224"/>
                  </a:lnTo>
                  <a:lnTo>
                    <a:pt x="5084" y="3177"/>
                  </a:lnTo>
                  <a:lnTo>
                    <a:pt x="5227" y="3093"/>
                  </a:lnTo>
                  <a:lnTo>
                    <a:pt x="5025" y="3057"/>
                  </a:lnTo>
                  <a:lnTo>
                    <a:pt x="5049" y="2986"/>
                  </a:lnTo>
                  <a:lnTo>
                    <a:pt x="5239" y="3022"/>
                  </a:lnTo>
                  <a:lnTo>
                    <a:pt x="5180" y="2903"/>
                  </a:lnTo>
                  <a:lnTo>
                    <a:pt x="5299" y="2879"/>
                  </a:lnTo>
                  <a:close/>
                  <a:moveTo>
                    <a:pt x="5918" y="3224"/>
                  </a:moveTo>
                  <a:lnTo>
                    <a:pt x="5977" y="3343"/>
                  </a:lnTo>
                  <a:lnTo>
                    <a:pt x="6108" y="3260"/>
                  </a:lnTo>
                  <a:lnTo>
                    <a:pt x="6192" y="3296"/>
                  </a:lnTo>
                  <a:lnTo>
                    <a:pt x="6049" y="3391"/>
                  </a:lnTo>
                  <a:lnTo>
                    <a:pt x="6251" y="3415"/>
                  </a:lnTo>
                  <a:lnTo>
                    <a:pt x="6227" y="3498"/>
                  </a:lnTo>
                  <a:lnTo>
                    <a:pt x="6037" y="3462"/>
                  </a:lnTo>
                  <a:lnTo>
                    <a:pt x="6096" y="3581"/>
                  </a:lnTo>
                  <a:lnTo>
                    <a:pt x="5989" y="3593"/>
                  </a:lnTo>
                  <a:lnTo>
                    <a:pt x="5930" y="3474"/>
                  </a:lnTo>
                  <a:lnTo>
                    <a:pt x="5775" y="3569"/>
                  </a:lnTo>
                  <a:lnTo>
                    <a:pt x="5692" y="3522"/>
                  </a:lnTo>
                  <a:lnTo>
                    <a:pt x="5835" y="3438"/>
                  </a:lnTo>
                  <a:lnTo>
                    <a:pt x="5632" y="3403"/>
                  </a:lnTo>
                  <a:lnTo>
                    <a:pt x="5656" y="3331"/>
                  </a:lnTo>
                  <a:lnTo>
                    <a:pt x="5858" y="3355"/>
                  </a:lnTo>
                  <a:lnTo>
                    <a:pt x="5799" y="3236"/>
                  </a:lnTo>
                  <a:lnTo>
                    <a:pt x="5918" y="3224"/>
                  </a:lnTo>
                  <a:close/>
                  <a:moveTo>
                    <a:pt x="6525" y="3581"/>
                  </a:moveTo>
                  <a:lnTo>
                    <a:pt x="6585" y="3700"/>
                  </a:lnTo>
                  <a:lnTo>
                    <a:pt x="6716" y="3617"/>
                  </a:lnTo>
                  <a:lnTo>
                    <a:pt x="6799" y="3653"/>
                  </a:lnTo>
                  <a:lnTo>
                    <a:pt x="6656" y="3748"/>
                  </a:lnTo>
                  <a:lnTo>
                    <a:pt x="6858" y="3772"/>
                  </a:lnTo>
                  <a:lnTo>
                    <a:pt x="6835" y="3855"/>
                  </a:lnTo>
                  <a:lnTo>
                    <a:pt x="6644" y="3819"/>
                  </a:lnTo>
                  <a:lnTo>
                    <a:pt x="6704" y="3939"/>
                  </a:lnTo>
                  <a:lnTo>
                    <a:pt x="6585" y="3950"/>
                  </a:lnTo>
                  <a:lnTo>
                    <a:pt x="6525" y="3831"/>
                  </a:lnTo>
                  <a:lnTo>
                    <a:pt x="6394" y="3915"/>
                  </a:lnTo>
                  <a:lnTo>
                    <a:pt x="6299" y="3867"/>
                  </a:lnTo>
                  <a:lnTo>
                    <a:pt x="6454" y="3796"/>
                  </a:lnTo>
                  <a:lnTo>
                    <a:pt x="6239" y="3760"/>
                  </a:lnTo>
                  <a:lnTo>
                    <a:pt x="6275" y="3688"/>
                  </a:lnTo>
                  <a:lnTo>
                    <a:pt x="6466" y="3712"/>
                  </a:lnTo>
                  <a:lnTo>
                    <a:pt x="6406" y="3593"/>
                  </a:lnTo>
                  <a:lnTo>
                    <a:pt x="6525" y="3581"/>
                  </a:lnTo>
                  <a:close/>
                  <a:moveTo>
                    <a:pt x="719" y="1"/>
                  </a:moveTo>
                  <a:cubicBezTo>
                    <a:pt x="551" y="1"/>
                    <a:pt x="381" y="39"/>
                    <a:pt x="251" y="117"/>
                  </a:cubicBezTo>
                  <a:cubicBezTo>
                    <a:pt x="0" y="259"/>
                    <a:pt x="0" y="498"/>
                    <a:pt x="251" y="652"/>
                  </a:cubicBezTo>
                  <a:lnTo>
                    <a:pt x="3394" y="2462"/>
                  </a:lnTo>
                  <a:lnTo>
                    <a:pt x="6537" y="4284"/>
                  </a:lnTo>
                  <a:cubicBezTo>
                    <a:pt x="6662" y="4355"/>
                    <a:pt x="6829" y="4391"/>
                    <a:pt x="6997" y="4391"/>
                  </a:cubicBezTo>
                  <a:cubicBezTo>
                    <a:pt x="7165" y="4391"/>
                    <a:pt x="7335" y="4355"/>
                    <a:pt x="7466" y="4284"/>
                  </a:cubicBezTo>
                  <a:cubicBezTo>
                    <a:pt x="7716" y="4129"/>
                    <a:pt x="7716" y="3891"/>
                    <a:pt x="7466" y="3748"/>
                  </a:cubicBezTo>
                  <a:lnTo>
                    <a:pt x="1179" y="117"/>
                  </a:lnTo>
                  <a:cubicBezTo>
                    <a:pt x="1054" y="39"/>
                    <a:pt x="887" y="1"/>
                    <a:pt x="719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2">
              <a:extLst>
                <a:ext uri="{FF2B5EF4-FFF2-40B4-BE49-F238E27FC236}">
                  <a16:creationId xmlns:a16="http://schemas.microsoft.com/office/drawing/2014/main" id="{33812C9F-5819-3D3D-1CDD-FFC4B2C9C8DE}"/>
                </a:ext>
              </a:extLst>
            </p:cNvPr>
            <p:cNvSpPr/>
            <p:nvPr/>
          </p:nvSpPr>
          <p:spPr>
            <a:xfrm>
              <a:off x="4347267" y="2889626"/>
              <a:ext cx="18307" cy="10571"/>
            </a:xfrm>
            <a:custGeom>
              <a:avLst/>
              <a:gdLst/>
              <a:ahLst/>
              <a:cxnLst/>
              <a:rect l="l" t="t" r="r" b="b"/>
              <a:pathLst>
                <a:path w="620" h="358" extrusionOk="0">
                  <a:moveTo>
                    <a:pt x="298" y="1"/>
                  </a:moveTo>
                  <a:lnTo>
                    <a:pt x="156" y="13"/>
                  </a:lnTo>
                  <a:lnTo>
                    <a:pt x="215" y="132"/>
                  </a:lnTo>
                  <a:lnTo>
                    <a:pt x="25" y="84"/>
                  </a:lnTo>
                  <a:lnTo>
                    <a:pt x="1" y="167"/>
                  </a:lnTo>
                  <a:lnTo>
                    <a:pt x="203" y="191"/>
                  </a:lnTo>
                  <a:lnTo>
                    <a:pt x="60" y="287"/>
                  </a:lnTo>
                  <a:lnTo>
                    <a:pt x="144" y="322"/>
                  </a:lnTo>
                  <a:lnTo>
                    <a:pt x="275" y="239"/>
                  </a:lnTo>
                  <a:lnTo>
                    <a:pt x="334" y="358"/>
                  </a:lnTo>
                  <a:lnTo>
                    <a:pt x="453" y="346"/>
                  </a:lnTo>
                  <a:lnTo>
                    <a:pt x="394" y="227"/>
                  </a:lnTo>
                  <a:lnTo>
                    <a:pt x="394" y="227"/>
                  </a:lnTo>
                  <a:lnTo>
                    <a:pt x="596" y="263"/>
                  </a:lnTo>
                  <a:lnTo>
                    <a:pt x="620" y="191"/>
                  </a:lnTo>
                  <a:lnTo>
                    <a:pt x="429" y="167"/>
                  </a:lnTo>
                  <a:lnTo>
                    <a:pt x="560" y="72"/>
                  </a:lnTo>
                  <a:lnTo>
                    <a:pt x="489" y="25"/>
                  </a:lnTo>
                  <a:lnTo>
                    <a:pt x="334" y="120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2">
              <a:extLst>
                <a:ext uri="{FF2B5EF4-FFF2-40B4-BE49-F238E27FC236}">
                  <a16:creationId xmlns:a16="http://schemas.microsoft.com/office/drawing/2014/main" id="{0B761D78-92CC-81F4-8EA1-47E9B0D8EC1A}"/>
                </a:ext>
              </a:extLst>
            </p:cNvPr>
            <p:cNvSpPr/>
            <p:nvPr/>
          </p:nvSpPr>
          <p:spPr>
            <a:xfrm>
              <a:off x="4364865" y="2899842"/>
              <a:ext cx="18661" cy="10925"/>
            </a:xfrm>
            <a:custGeom>
              <a:avLst/>
              <a:gdLst/>
              <a:ahLst/>
              <a:cxnLst/>
              <a:rect l="l" t="t" r="r" b="b"/>
              <a:pathLst>
                <a:path w="632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8" y="131"/>
                  </a:lnTo>
                  <a:lnTo>
                    <a:pt x="24" y="95"/>
                  </a:lnTo>
                  <a:lnTo>
                    <a:pt x="0" y="155"/>
                  </a:lnTo>
                  <a:lnTo>
                    <a:pt x="202" y="191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74" y="250"/>
                  </a:lnTo>
                  <a:lnTo>
                    <a:pt x="333" y="369"/>
                  </a:lnTo>
                  <a:lnTo>
                    <a:pt x="452" y="333"/>
                  </a:lnTo>
                  <a:lnTo>
                    <a:pt x="393" y="238"/>
                  </a:lnTo>
                  <a:lnTo>
                    <a:pt x="595" y="262"/>
                  </a:lnTo>
                  <a:lnTo>
                    <a:pt x="631" y="191"/>
                  </a:lnTo>
                  <a:lnTo>
                    <a:pt x="429" y="155"/>
                  </a:lnTo>
                  <a:lnTo>
                    <a:pt x="560" y="83"/>
                  </a:lnTo>
                  <a:lnTo>
                    <a:pt x="488" y="24"/>
                  </a:lnTo>
                  <a:lnTo>
                    <a:pt x="333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2">
              <a:extLst>
                <a:ext uri="{FF2B5EF4-FFF2-40B4-BE49-F238E27FC236}">
                  <a16:creationId xmlns:a16="http://schemas.microsoft.com/office/drawing/2014/main" id="{4F4367A0-B292-82DC-35A9-B2F21E1BD2E4}"/>
                </a:ext>
              </a:extLst>
            </p:cNvPr>
            <p:cNvSpPr/>
            <p:nvPr/>
          </p:nvSpPr>
          <p:spPr>
            <a:xfrm>
              <a:off x="4382434" y="2909675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98" y="0"/>
                  </a:moveTo>
                  <a:lnTo>
                    <a:pt x="179" y="24"/>
                  </a:lnTo>
                  <a:lnTo>
                    <a:pt x="238" y="143"/>
                  </a:lnTo>
                  <a:lnTo>
                    <a:pt x="24" y="108"/>
                  </a:lnTo>
                  <a:lnTo>
                    <a:pt x="0" y="179"/>
                  </a:lnTo>
                  <a:lnTo>
                    <a:pt x="203" y="215"/>
                  </a:lnTo>
                  <a:lnTo>
                    <a:pt x="60" y="286"/>
                  </a:lnTo>
                  <a:lnTo>
                    <a:pt x="143" y="334"/>
                  </a:lnTo>
                  <a:lnTo>
                    <a:pt x="298" y="262"/>
                  </a:lnTo>
                  <a:lnTo>
                    <a:pt x="334" y="381"/>
                  </a:lnTo>
                  <a:lnTo>
                    <a:pt x="453" y="358"/>
                  </a:lnTo>
                  <a:lnTo>
                    <a:pt x="393" y="239"/>
                  </a:lnTo>
                  <a:lnTo>
                    <a:pt x="608" y="274"/>
                  </a:lnTo>
                  <a:lnTo>
                    <a:pt x="631" y="203"/>
                  </a:lnTo>
                  <a:lnTo>
                    <a:pt x="429" y="167"/>
                  </a:lnTo>
                  <a:lnTo>
                    <a:pt x="572" y="96"/>
                  </a:lnTo>
                  <a:lnTo>
                    <a:pt x="489" y="48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2">
              <a:extLst>
                <a:ext uri="{FF2B5EF4-FFF2-40B4-BE49-F238E27FC236}">
                  <a16:creationId xmlns:a16="http://schemas.microsoft.com/office/drawing/2014/main" id="{CE66093E-6D98-83C8-F936-6B360B5BBC5B}"/>
                </a:ext>
              </a:extLst>
            </p:cNvPr>
            <p:cNvSpPr/>
            <p:nvPr/>
          </p:nvSpPr>
          <p:spPr>
            <a:xfrm>
              <a:off x="4400357" y="2919862"/>
              <a:ext cx="18307" cy="10925"/>
            </a:xfrm>
            <a:custGeom>
              <a:avLst/>
              <a:gdLst/>
              <a:ahLst/>
              <a:cxnLst/>
              <a:rect l="l" t="t" r="r" b="b"/>
              <a:pathLst>
                <a:path w="620" h="370" extrusionOk="0">
                  <a:moveTo>
                    <a:pt x="286" y="1"/>
                  </a:moveTo>
                  <a:lnTo>
                    <a:pt x="167" y="36"/>
                  </a:lnTo>
                  <a:lnTo>
                    <a:pt x="227" y="132"/>
                  </a:lnTo>
                  <a:lnTo>
                    <a:pt x="24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6"/>
                  </a:lnTo>
                  <a:lnTo>
                    <a:pt x="132" y="346"/>
                  </a:lnTo>
                  <a:lnTo>
                    <a:pt x="286" y="251"/>
                  </a:lnTo>
                  <a:lnTo>
                    <a:pt x="346" y="370"/>
                  </a:lnTo>
                  <a:lnTo>
                    <a:pt x="465" y="358"/>
                  </a:lnTo>
                  <a:lnTo>
                    <a:pt x="405" y="239"/>
                  </a:lnTo>
                  <a:lnTo>
                    <a:pt x="596" y="275"/>
                  </a:lnTo>
                  <a:lnTo>
                    <a:pt x="620" y="215"/>
                  </a:lnTo>
                  <a:lnTo>
                    <a:pt x="417" y="179"/>
                  </a:lnTo>
                  <a:lnTo>
                    <a:pt x="560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2">
              <a:extLst>
                <a:ext uri="{FF2B5EF4-FFF2-40B4-BE49-F238E27FC236}">
                  <a16:creationId xmlns:a16="http://schemas.microsoft.com/office/drawing/2014/main" id="{2DA6D784-0CA2-E052-BAF1-10994260DFB9}"/>
                </a:ext>
              </a:extLst>
            </p:cNvPr>
            <p:cNvSpPr/>
            <p:nvPr/>
          </p:nvSpPr>
          <p:spPr>
            <a:xfrm>
              <a:off x="4417926" y="2930403"/>
              <a:ext cx="18307" cy="10600"/>
            </a:xfrm>
            <a:custGeom>
              <a:avLst/>
              <a:gdLst/>
              <a:ahLst/>
              <a:cxnLst/>
              <a:rect l="l" t="t" r="r" b="b"/>
              <a:pathLst>
                <a:path w="620" h="359" extrusionOk="0">
                  <a:moveTo>
                    <a:pt x="287" y="1"/>
                  </a:moveTo>
                  <a:lnTo>
                    <a:pt x="168" y="13"/>
                  </a:lnTo>
                  <a:lnTo>
                    <a:pt x="227" y="132"/>
                  </a:lnTo>
                  <a:lnTo>
                    <a:pt x="25" y="96"/>
                  </a:lnTo>
                  <a:lnTo>
                    <a:pt x="1" y="168"/>
                  </a:lnTo>
                  <a:lnTo>
                    <a:pt x="191" y="191"/>
                  </a:lnTo>
                  <a:lnTo>
                    <a:pt x="60" y="287"/>
                  </a:lnTo>
                  <a:lnTo>
                    <a:pt x="144" y="334"/>
                  </a:lnTo>
                  <a:lnTo>
                    <a:pt x="287" y="239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6" y="227"/>
                  </a:lnTo>
                  <a:lnTo>
                    <a:pt x="406" y="227"/>
                  </a:lnTo>
                  <a:lnTo>
                    <a:pt x="596" y="275"/>
                  </a:lnTo>
                  <a:lnTo>
                    <a:pt x="620" y="191"/>
                  </a:lnTo>
                  <a:lnTo>
                    <a:pt x="430" y="168"/>
                  </a:lnTo>
                  <a:lnTo>
                    <a:pt x="560" y="72"/>
                  </a:lnTo>
                  <a:lnTo>
                    <a:pt x="489" y="37"/>
                  </a:lnTo>
                  <a:lnTo>
                    <a:pt x="346" y="120"/>
                  </a:lnTo>
                  <a:lnTo>
                    <a:pt x="287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42">
              <a:extLst>
                <a:ext uri="{FF2B5EF4-FFF2-40B4-BE49-F238E27FC236}">
                  <a16:creationId xmlns:a16="http://schemas.microsoft.com/office/drawing/2014/main" id="{15F9C64B-33AC-57C3-D3F5-FACEA61C3D79}"/>
                </a:ext>
              </a:extLst>
            </p:cNvPr>
            <p:cNvSpPr/>
            <p:nvPr/>
          </p:nvSpPr>
          <p:spPr>
            <a:xfrm>
              <a:off x="4435525" y="2940620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26" y="131"/>
                  </a:lnTo>
                  <a:lnTo>
                    <a:pt x="24" y="107"/>
                  </a:lnTo>
                  <a:lnTo>
                    <a:pt x="0" y="167"/>
                  </a:lnTo>
                  <a:lnTo>
                    <a:pt x="203" y="191"/>
                  </a:lnTo>
                  <a:lnTo>
                    <a:pt x="60" y="286"/>
                  </a:lnTo>
                  <a:lnTo>
                    <a:pt x="143" y="322"/>
                  </a:lnTo>
                  <a:lnTo>
                    <a:pt x="286" y="250"/>
                  </a:lnTo>
                  <a:lnTo>
                    <a:pt x="345" y="369"/>
                  </a:lnTo>
                  <a:lnTo>
                    <a:pt x="465" y="345"/>
                  </a:lnTo>
                  <a:lnTo>
                    <a:pt x="405" y="238"/>
                  </a:lnTo>
                  <a:lnTo>
                    <a:pt x="596" y="262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60" y="84"/>
                  </a:lnTo>
                  <a:lnTo>
                    <a:pt x="488" y="24"/>
                  </a:lnTo>
                  <a:lnTo>
                    <a:pt x="345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42">
              <a:extLst>
                <a:ext uri="{FF2B5EF4-FFF2-40B4-BE49-F238E27FC236}">
                  <a16:creationId xmlns:a16="http://schemas.microsoft.com/office/drawing/2014/main" id="{9EE2E08F-5C3A-4DE7-5392-DA2D2D79984A}"/>
                </a:ext>
              </a:extLst>
            </p:cNvPr>
            <p:cNvSpPr/>
            <p:nvPr/>
          </p:nvSpPr>
          <p:spPr>
            <a:xfrm>
              <a:off x="4453094" y="2950807"/>
              <a:ext cx="19016" cy="10925"/>
            </a:xfrm>
            <a:custGeom>
              <a:avLst/>
              <a:gdLst/>
              <a:ahLst/>
              <a:cxnLst/>
              <a:rect l="l" t="t" r="r" b="b"/>
              <a:pathLst>
                <a:path w="644" h="370" extrusionOk="0">
                  <a:moveTo>
                    <a:pt x="298" y="0"/>
                  </a:moveTo>
                  <a:lnTo>
                    <a:pt x="179" y="12"/>
                  </a:lnTo>
                  <a:lnTo>
                    <a:pt x="239" y="131"/>
                  </a:lnTo>
                  <a:lnTo>
                    <a:pt x="24" y="96"/>
                  </a:lnTo>
                  <a:lnTo>
                    <a:pt x="1" y="179"/>
                  </a:lnTo>
                  <a:lnTo>
                    <a:pt x="203" y="203"/>
                  </a:lnTo>
                  <a:lnTo>
                    <a:pt x="60" y="274"/>
                  </a:lnTo>
                  <a:lnTo>
                    <a:pt x="143" y="322"/>
                  </a:lnTo>
                  <a:lnTo>
                    <a:pt x="298" y="251"/>
                  </a:lnTo>
                  <a:lnTo>
                    <a:pt x="346" y="370"/>
                  </a:lnTo>
                  <a:lnTo>
                    <a:pt x="465" y="334"/>
                  </a:lnTo>
                  <a:lnTo>
                    <a:pt x="405" y="239"/>
                  </a:lnTo>
                  <a:lnTo>
                    <a:pt x="608" y="262"/>
                  </a:lnTo>
                  <a:lnTo>
                    <a:pt x="643" y="191"/>
                  </a:lnTo>
                  <a:lnTo>
                    <a:pt x="429" y="155"/>
                  </a:lnTo>
                  <a:lnTo>
                    <a:pt x="584" y="84"/>
                  </a:lnTo>
                  <a:lnTo>
                    <a:pt x="489" y="24"/>
                  </a:lnTo>
                  <a:lnTo>
                    <a:pt x="358" y="120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42">
              <a:extLst>
                <a:ext uri="{FF2B5EF4-FFF2-40B4-BE49-F238E27FC236}">
                  <a16:creationId xmlns:a16="http://schemas.microsoft.com/office/drawing/2014/main" id="{2C0B1205-85F9-CE11-25B0-E94456CF889F}"/>
                </a:ext>
              </a:extLst>
            </p:cNvPr>
            <p:cNvSpPr/>
            <p:nvPr/>
          </p:nvSpPr>
          <p:spPr>
            <a:xfrm>
              <a:off x="4471017" y="2960639"/>
              <a:ext cx="18661" cy="11280"/>
            </a:xfrm>
            <a:custGeom>
              <a:avLst/>
              <a:gdLst/>
              <a:ahLst/>
              <a:cxnLst/>
              <a:rect l="l" t="t" r="r" b="b"/>
              <a:pathLst>
                <a:path w="632" h="382" extrusionOk="0">
                  <a:moveTo>
                    <a:pt x="286" y="1"/>
                  </a:moveTo>
                  <a:lnTo>
                    <a:pt x="167" y="37"/>
                  </a:lnTo>
                  <a:lnTo>
                    <a:pt x="227" y="144"/>
                  </a:lnTo>
                  <a:lnTo>
                    <a:pt x="36" y="108"/>
                  </a:lnTo>
                  <a:lnTo>
                    <a:pt x="1" y="179"/>
                  </a:lnTo>
                  <a:lnTo>
                    <a:pt x="191" y="215"/>
                  </a:lnTo>
                  <a:lnTo>
                    <a:pt x="60" y="287"/>
                  </a:lnTo>
                  <a:lnTo>
                    <a:pt x="132" y="346"/>
                  </a:lnTo>
                  <a:lnTo>
                    <a:pt x="286" y="263"/>
                  </a:lnTo>
                  <a:lnTo>
                    <a:pt x="334" y="382"/>
                  </a:lnTo>
                  <a:lnTo>
                    <a:pt x="453" y="358"/>
                  </a:lnTo>
                  <a:lnTo>
                    <a:pt x="406" y="239"/>
                  </a:lnTo>
                  <a:lnTo>
                    <a:pt x="596" y="275"/>
                  </a:lnTo>
                  <a:lnTo>
                    <a:pt x="632" y="215"/>
                  </a:lnTo>
                  <a:lnTo>
                    <a:pt x="417" y="179"/>
                  </a:lnTo>
                  <a:lnTo>
                    <a:pt x="572" y="96"/>
                  </a:lnTo>
                  <a:lnTo>
                    <a:pt x="477" y="48"/>
                  </a:lnTo>
                  <a:lnTo>
                    <a:pt x="346" y="120"/>
                  </a:lnTo>
                  <a:lnTo>
                    <a:pt x="286" y="1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42">
              <a:extLst>
                <a:ext uri="{FF2B5EF4-FFF2-40B4-BE49-F238E27FC236}">
                  <a16:creationId xmlns:a16="http://schemas.microsoft.com/office/drawing/2014/main" id="{7C0F4016-ACF3-4801-8BB5-FE03B0E480B3}"/>
                </a:ext>
              </a:extLst>
            </p:cNvPr>
            <p:cNvSpPr/>
            <p:nvPr/>
          </p:nvSpPr>
          <p:spPr>
            <a:xfrm>
              <a:off x="4488615" y="2971210"/>
              <a:ext cx="18661" cy="10571"/>
            </a:xfrm>
            <a:custGeom>
              <a:avLst/>
              <a:gdLst/>
              <a:ahLst/>
              <a:cxnLst/>
              <a:rect l="l" t="t" r="r" b="b"/>
              <a:pathLst>
                <a:path w="632" h="358" extrusionOk="0">
                  <a:moveTo>
                    <a:pt x="286" y="0"/>
                  </a:moveTo>
                  <a:lnTo>
                    <a:pt x="167" y="24"/>
                  </a:lnTo>
                  <a:lnTo>
                    <a:pt x="226" y="143"/>
                  </a:lnTo>
                  <a:lnTo>
                    <a:pt x="36" y="95"/>
                  </a:lnTo>
                  <a:lnTo>
                    <a:pt x="0" y="167"/>
                  </a:lnTo>
                  <a:lnTo>
                    <a:pt x="191" y="202"/>
                  </a:lnTo>
                  <a:lnTo>
                    <a:pt x="60" y="286"/>
                  </a:lnTo>
                  <a:lnTo>
                    <a:pt x="155" y="333"/>
                  </a:lnTo>
                  <a:lnTo>
                    <a:pt x="286" y="238"/>
                  </a:lnTo>
                  <a:lnTo>
                    <a:pt x="345" y="357"/>
                  </a:lnTo>
                  <a:lnTo>
                    <a:pt x="464" y="345"/>
                  </a:lnTo>
                  <a:lnTo>
                    <a:pt x="405" y="226"/>
                  </a:lnTo>
                  <a:lnTo>
                    <a:pt x="595" y="262"/>
                  </a:lnTo>
                  <a:lnTo>
                    <a:pt x="631" y="202"/>
                  </a:lnTo>
                  <a:lnTo>
                    <a:pt x="417" y="167"/>
                  </a:lnTo>
                  <a:lnTo>
                    <a:pt x="572" y="83"/>
                  </a:lnTo>
                  <a:lnTo>
                    <a:pt x="476" y="36"/>
                  </a:lnTo>
                  <a:lnTo>
                    <a:pt x="345" y="119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42">
              <a:extLst>
                <a:ext uri="{FF2B5EF4-FFF2-40B4-BE49-F238E27FC236}">
                  <a16:creationId xmlns:a16="http://schemas.microsoft.com/office/drawing/2014/main" id="{FF96181E-08BF-9F54-5BC8-0E4CF18F528D}"/>
                </a:ext>
              </a:extLst>
            </p:cNvPr>
            <p:cNvSpPr/>
            <p:nvPr/>
          </p:nvSpPr>
          <p:spPr>
            <a:xfrm>
              <a:off x="4506184" y="2981397"/>
              <a:ext cx="19016" cy="10571"/>
            </a:xfrm>
            <a:custGeom>
              <a:avLst/>
              <a:gdLst/>
              <a:ahLst/>
              <a:cxnLst/>
              <a:rect l="l" t="t" r="r" b="b"/>
              <a:pathLst>
                <a:path w="644" h="358" extrusionOk="0">
                  <a:moveTo>
                    <a:pt x="298" y="0"/>
                  </a:moveTo>
                  <a:lnTo>
                    <a:pt x="179" y="12"/>
                  </a:lnTo>
                  <a:lnTo>
                    <a:pt x="227" y="131"/>
                  </a:lnTo>
                  <a:lnTo>
                    <a:pt x="36" y="107"/>
                  </a:lnTo>
                  <a:lnTo>
                    <a:pt x="0" y="167"/>
                  </a:lnTo>
                  <a:lnTo>
                    <a:pt x="215" y="191"/>
                  </a:lnTo>
                  <a:lnTo>
                    <a:pt x="60" y="286"/>
                  </a:lnTo>
                  <a:lnTo>
                    <a:pt x="155" y="334"/>
                  </a:lnTo>
                  <a:lnTo>
                    <a:pt x="286" y="238"/>
                  </a:lnTo>
                  <a:lnTo>
                    <a:pt x="346" y="358"/>
                  </a:lnTo>
                  <a:lnTo>
                    <a:pt x="465" y="346"/>
                  </a:lnTo>
                  <a:lnTo>
                    <a:pt x="405" y="227"/>
                  </a:lnTo>
                  <a:lnTo>
                    <a:pt x="596" y="274"/>
                  </a:lnTo>
                  <a:lnTo>
                    <a:pt x="643" y="191"/>
                  </a:lnTo>
                  <a:lnTo>
                    <a:pt x="429" y="167"/>
                  </a:lnTo>
                  <a:lnTo>
                    <a:pt x="572" y="72"/>
                  </a:lnTo>
                  <a:lnTo>
                    <a:pt x="489" y="36"/>
                  </a:lnTo>
                  <a:lnTo>
                    <a:pt x="346" y="11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rgbClr val="C659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2">
              <a:extLst>
                <a:ext uri="{FF2B5EF4-FFF2-40B4-BE49-F238E27FC236}">
                  <a16:creationId xmlns:a16="http://schemas.microsoft.com/office/drawing/2014/main" id="{5E87D67F-0C6F-A03D-1746-1D107C57714F}"/>
                </a:ext>
              </a:extLst>
            </p:cNvPr>
            <p:cNvSpPr/>
            <p:nvPr/>
          </p:nvSpPr>
          <p:spPr>
            <a:xfrm>
              <a:off x="4524107" y="2781791"/>
              <a:ext cx="185994" cy="97766"/>
            </a:xfrm>
            <a:custGeom>
              <a:avLst/>
              <a:gdLst/>
              <a:ahLst/>
              <a:cxnLst/>
              <a:rect l="l" t="t" r="r" b="b"/>
              <a:pathLst>
                <a:path w="6299" h="3311" extrusionOk="0">
                  <a:moveTo>
                    <a:pt x="3882" y="843"/>
                  </a:moveTo>
                  <a:cubicBezTo>
                    <a:pt x="4046" y="843"/>
                    <a:pt x="4209" y="879"/>
                    <a:pt x="4334" y="950"/>
                  </a:cubicBezTo>
                  <a:cubicBezTo>
                    <a:pt x="4584" y="1105"/>
                    <a:pt x="4584" y="1331"/>
                    <a:pt x="4334" y="1474"/>
                  </a:cubicBezTo>
                  <a:cubicBezTo>
                    <a:pt x="4209" y="1551"/>
                    <a:pt x="4046" y="1590"/>
                    <a:pt x="3882" y="1590"/>
                  </a:cubicBezTo>
                  <a:cubicBezTo>
                    <a:pt x="3718" y="1590"/>
                    <a:pt x="3555" y="1551"/>
                    <a:pt x="3430" y="1474"/>
                  </a:cubicBezTo>
                  <a:cubicBezTo>
                    <a:pt x="3180" y="1343"/>
                    <a:pt x="3180" y="1105"/>
                    <a:pt x="3430" y="950"/>
                  </a:cubicBezTo>
                  <a:cubicBezTo>
                    <a:pt x="3555" y="879"/>
                    <a:pt x="3718" y="843"/>
                    <a:pt x="3882" y="843"/>
                  </a:cubicBezTo>
                  <a:close/>
                  <a:moveTo>
                    <a:pt x="2477" y="1364"/>
                  </a:moveTo>
                  <a:cubicBezTo>
                    <a:pt x="2671" y="1364"/>
                    <a:pt x="2864" y="1408"/>
                    <a:pt x="3013" y="1498"/>
                  </a:cubicBezTo>
                  <a:lnTo>
                    <a:pt x="3441" y="1748"/>
                  </a:lnTo>
                  <a:cubicBezTo>
                    <a:pt x="3739" y="1926"/>
                    <a:pt x="3739" y="2188"/>
                    <a:pt x="3441" y="2367"/>
                  </a:cubicBezTo>
                  <a:lnTo>
                    <a:pt x="2965" y="2641"/>
                  </a:lnTo>
                  <a:cubicBezTo>
                    <a:pt x="2900" y="2676"/>
                    <a:pt x="2810" y="2694"/>
                    <a:pt x="2721" y="2694"/>
                  </a:cubicBezTo>
                  <a:cubicBezTo>
                    <a:pt x="2632" y="2694"/>
                    <a:pt x="2543" y="2676"/>
                    <a:pt x="2477" y="2641"/>
                  </a:cubicBezTo>
                  <a:lnTo>
                    <a:pt x="1465" y="2057"/>
                  </a:lnTo>
                  <a:cubicBezTo>
                    <a:pt x="1334" y="1986"/>
                    <a:pt x="1334" y="1855"/>
                    <a:pt x="1465" y="1760"/>
                  </a:cubicBezTo>
                  <a:lnTo>
                    <a:pt x="1941" y="1498"/>
                  </a:lnTo>
                  <a:cubicBezTo>
                    <a:pt x="2090" y="1408"/>
                    <a:pt x="2284" y="1364"/>
                    <a:pt x="2477" y="1364"/>
                  </a:cubicBezTo>
                  <a:close/>
                  <a:moveTo>
                    <a:pt x="3144" y="1"/>
                  </a:moveTo>
                  <a:cubicBezTo>
                    <a:pt x="2412" y="1"/>
                    <a:pt x="1679" y="158"/>
                    <a:pt x="1120" y="474"/>
                  </a:cubicBezTo>
                  <a:cubicBezTo>
                    <a:pt x="1" y="1117"/>
                    <a:pt x="24" y="2176"/>
                    <a:pt x="1132" y="2819"/>
                  </a:cubicBezTo>
                  <a:cubicBezTo>
                    <a:pt x="1691" y="3147"/>
                    <a:pt x="2426" y="3310"/>
                    <a:pt x="3160" y="3310"/>
                  </a:cubicBezTo>
                  <a:cubicBezTo>
                    <a:pt x="3894" y="3310"/>
                    <a:pt x="4626" y="3147"/>
                    <a:pt x="5180" y="2819"/>
                  </a:cubicBezTo>
                  <a:cubicBezTo>
                    <a:pt x="6299" y="2176"/>
                    <a:pt x="6287" y="1117"/>
                    <a:pt x="5168" y="474"/>
                  </a:cubicBezTo>
                  <a:cubicBezTo>
                    <a:pt x="4608" y="158"/>
                    <a:pt x="3876" y="1"/>
                    <a:pt x="3144" y="1"/>
                  </a:cubicBezTo>
                  <a:close/>
                </a:path>
              </a:pathLst>
            </a:custGeom>
            <a:solidFill>
              <a:srgbClr val="D3D3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2">
              <a:extLst>
                <a:ext uri="{FF2B5EF4-FFF2-40B4-BE49-F238E27FC236}">
                  <a16:creationId xmlns:a16="http://schemas.microsoft.com/office/drawing/2014/main" id="{0F3D85FF-B5EA-3231-A1DB-A965CAE67E01}"/>
                </a:ext>
              </a:extLst>
            </p:cNvPr>
            <p:cNvSpPr/>
            <p:nvPr/>
          </p:nvSpPr>
          <p:spPr>
            <a:xfrm>
              <a:off x="4617975" y="2807096"/>
              <a:ext cx="41516" cy="22087"/>
            </a:xfrm>
            <a:custGeom>
              <a:avLst/>
              <a:gdLst/>
              <a:ahLst/>
              <a:cxnLst/>
              <a:rect l="l" t="t" r="r" b="b"/>
              <a:pathLst>
                <a:path w="1406" h="748" extrusionOk="0">
                  <a:moveTo>
                    <a:pt x="703" y="1"/>
                  </a:moveTo>
                  <a:cubicBezTo>
                    <a:pt x="539" y="1"/>
                    <a:pt x="376" y="40"/>
                    <a:pt x="251" y="117"/>
                  </a:cubicBezTo>
                  <a:cubicBezTo>
                    <a:pt x="1" y="248"/>
                    <a:pt x="1" y="486"/>
                    <a:pt x="251" y="641"/>
                  </a:cubicBezTo>
                  <a:cubicBezTo>
                    <a:pt x="376" y="712"/>
                    <a:pt x="539" y="748"/>
                    <a:pt x="703" y="748"/>
                  </a:cubicBezTo>
                  <a:cubicBezTo>
                    <a:pt x="867" y="748"/>
                    <a:pt x="1030" y="712"/>
                    <a:pt x="1155" y="641"/>
                  </a:cubicBezTo>
                  <a:cubicBezTo>
                    <a:pt x="1405" y="486"/>
                    <a:pt x="1405" y="260"/>
                    <a:pt x="1155" y="117"/>
                  </a:cubicBezTo>
                  <a:cubicBezTo>
                    <a:pt x="1030" y="40"/>
                    <a:pt x="867" y="1"/>
                    <a:pt x="7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2">
              <a:extLst>
                <a:ext uri="{FF2B5EF4-FFF2-40B4-BE49-F238E27FC236}">
                  <a16:creationId xmlns:a16="http://schemas.microsoft.com/office/drawing/2014/main" id="{79F5F622-053F-2DF2-A246-A32D35AC966D}"/>
                </a:ext>
              </a:extLst>
            </p:cNvPr>
            <p:cNvSpPr/>
            <p:nvPr/>
          </p:nvSpPr>
          <p:spPr>
            <a:xfrm>
              <a:off x="4563497" y="2821358"/>
              <a:ext cx="71043" cy="39567"/>
            </a:xfrm>
            <a:custGeom>
              <a:avLst/>
              <a:gdLst/>
              <a:ahLst/>
              <a:cxnLst/>
              <a:rect l="l" t="t" r="r" b="b"/>
              <a:pathLst>
                <a:path w="2406" h="1340" extrusionOk="0">
                  <a:moveTo>
                    <a:pt x="1143" y="0"/>
                  </a:moveTo>
                  <a:cubicBezTo>
                    <a:pt x="950" y="0"/>
                    <a:pt x="756" y="45"/>
                    <a:pt x="607" y="134"/>
                  </a:cubicBezTo>
                  <a:lnTo>
                    <a:pt x="131" y="408"/>
                  </a:lnTo>
                  <a:cubicBezTo>
                    <a:pt x="0" y="479"/>
                    <a:pt x="0" y="610"/>
                    <a:pt x="131" y="705"/>
                  </a:cubicBezTo>
                  <a:lnTo>
                    <a:pt x="1143" y="1277"/>
                  </a:lnTo>
                  <a:cubicBezTo>
                    <a:pt x="1209" y="1319"/>
                    <a:pt x="1301" y="1339"/>
                    <a:pt x="1393" y="1339"/>
                  </a:cubicBezTo>
                  <a:cubicBezTo>
                    <a:pt x="1485" y="1339"/>
                    <a:pt x="1578" y="1319"/>
                    <a:pt x="1643" y="1277"/>
                  </a:cubicBezTo>
                  <a:lnTo>
                    <a:pt x="2119" y="1015"/>
                  </a:lnTo>
                  <a:cubicBezTo>
                    <a:pt x="2405" y="848"/>
                    <a:pt x="2405" y="574"/>
                    <a:pt x="2107" y="396"/>
                  </a:cubicBezTo>
                  <a:lnTo>
                    <a:pt x="1679" y="134"/>
                  </a:lnTo>
                  <a:cubicBezTo>
                    <a:pt x="1530" y="45"/>
                    <a:pt x="1337" y="0"/>
                    <a:pt x="11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2">
              <a:extLst>
                <a:ext uri="{FF2B5EF4-FFF2-40B4-BE49-F238E27FC236}">
                  <a16:creationId xmlns:a16="http://schemas.microsoft.com/office/drawing/2014/main" id="{32F8A2CC-FF4C-CFDE-BEA5-670515170606}"/>
                </a:ext>
              </a:extLst>
            </p:cNvPr>
            <p:cNvSpPr/>
            <p:nvPr/>
          </p:nvSpPr>
          <p:spPr>
            <a:xfrm>
              <a:off x="4249177" y="3011633"/>
              <a:ext cx="68947" cy="36585"/>
            </a:xfrm>
            <a:custGeom>
              <a:avLst/>
              <a:gdLst/>
              <a:ahLst/>
              <a:cxnLst/>
              <a:rect l="l" t="t" r="r" b="b"/>
              <a:pathLst>
                <a:path w="2335" h="1239" extrusionOk="0">
                  <a:moveTo>
                    <a:pt x="1168" y="0"/>
                  </a:moveTo>
                  <a:cubicBezTo>
                    <a:pt x="897" y="0"/>
                    <a:pt x="626" y="60"/>
                    <a:pt x="418" y="179"/>
                  </a:cubicBezTo>
                  <a:cubicBezTo>
                    <a:pt x="1" y="417"/>
                    <a:pt x="1" y="822"/>
                    <a:pt x="418" y="1060"/>
                  </a:cubicBezTo>
                  <a:cubicBezTo>
                    <a:pt x="626" y="1179"/>
                    <a:pt x="897" y="1239"/>
                    <a:pt x="1168" y="1239"/>
                  </a:cubicBezTo>
                  <a:cubicBezTo>
                    <a:pt x="1439" y="1239"/>
                    <a:pt x="1709" y="1179"/>
                    <a:pt x="1918" y="1060"/>
                  </a:cubicBezTo>
                  <a:cubicBezTo>
                    <a:pt x="2335" y="810"/>
                    <a:pt x="2335" y="417"/>
                    <a:pt x="1918" y="179"/>
                  </a:cubicBezTo>
                  <a:cubicBezTo>
                    <a:pt x="1709" y="60"/>
                    <a:pt x="1439" y="0"/>
                    <a:pt x="11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5" name="Gruppo 1864">
            <a:extLst>
              <a:ext uri="{FF2B5EF4-FFF2-40B4-BE49-F238E27FC236}">
                <a16:creationId xmlns:a16="http://schemas.microsoft.com/office/drawing/2014/main" id="{18037AA6-021C-9935-5C86-0A102108B00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866" name="Google Shape;68;p15">
              <a:extLst>
                <a:ext uri="{FF2B5EF4-FFF2-40B4-BE49-F238E27FC236}">
                  <a16:creationId xmlns:a16="http://schemas.microsoft.com/office/drawing/2014/main" id="{DD16B4C5-4016-6B7F-BDE2-F7C0349915AE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69;p15">
              <a:extLst>
                <a:ext uri="{FF2B5EF4-FFF2-40B4-BE49-F238E27FC236}">
                  <a16:creationId xmlns:a16="http://schemas.microsoft.com/office/drawing/2014/main" id="{77E786A5-E501-A64F-9A02-635BCE7C500A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8" name="Gruppo 1867">
              <a:extLst>
                <a:ext uri="{FF2B5EF4-FFF2-40B4-BE49-F238E27FC236}">
                  <a16:creationId xmlns:a16="http://schemas.microsoft.com/office/drawing/2014/main" id="{1290A9D5-4802-2B62-3075-FAF906243AD8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869" name="Google Shape;65;p15">
                <a:extLst>
                  <a:ext uri="{FF2B5EF4-FFF2-40B4-BE49-F238E27FC236}">
                    <a16:creationId xmlns:a16="http://schemas.microsoft.com/office/drawing/2014/main" id="{3E25FFDC-8FBE-D3DE-4355-D0242D999674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66;p15">
                <a:extLst>
                  <a:ext uri="{FF2B5EF4-FFF2-40B4-BE49-F238E27FC236}">
                    <a16:creationId xmlns:a16="http://schemas.microsoft.com/office/drawing/2014/main" id="{E5C96731-3B48-0691-E5AB-3693BA08B6C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67;p15">
                <a:extLst>
                  <a:ext uri="{FF2B5EF4-FFF2-40B4-BE49-F238E27FC236}">
                    <a16:creationId xmlns:a16="http://schemas.microsoft.com/office/drawing/2014/main" id="{43F37DE7-14C7-B75E-064D-DDCAAC4455EA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Google Shape;70;p15">
                <a:extLst>
                  <a:ext uri="{FF2B5EF4-FFF2-40B4-BE49-F238E27FC236}">
                    <a16:creationId xmlns:a16="http://schemas.microsoft.com/office/drawing/2014/main" id="{1E29F6AE-8D66-096F-8372-77D9FB31BF83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73" name="Gruppo 1872">
            <a:extLst>
              <a:ext uri="{FF2B5EF4-FFF2-40B4-BE49-F238E27FC236}">
                <a16:creationId xmlns:a16="http://schemas.microsoft.com/office/drawing/2014/main" id="{B0FC1353-3E58-6134-2FE7-70D9C24A0E74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874" name="Google Shape;73;p15">
              <a:extLst>
                <a:ext uri="{FF2B5EF4-FFF2-40B4-BE49-F238E27FC236}">
                  <a16:creationId xmlns:a16="http://schemas.microsoft.com/office/drawing/2014/main" id="{EFA81C43-4406-BFCB-EE3D-E6592F47B7E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75;p15">
              <a:extLst>
                <a:ext uri="{FF2B5EF4-FFF2-40B4-BE49-F238E27FC236}">
                  <a16:creationId xmlns:a16="http://schemas.microsoft.com/office/drawing/2014/main" id="{E14C5909-EC0E-DE3B-0EB3-31C53DF9642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76;p15">
              <a:extLst>
                <a:ext uri="{FF2B5EF4-FFF2-40B4-BE49-F238E27FC236}">
                  <a16:creationId xmlns:a16="http://schemas.microsoft.com/office/drawing/2014/main" id="{82E26F21-C373-E016-105A-D1EFB490CF5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71;p15">
              <a:extLst>
                <a:ext uri="{FF2B5EF4-FFF2-40B4-BE49-F238E27FC236}">
                  <a16:creationId xmlns:a16="http://schemas.microsoft.com/office/drawing/2014/main" id="{97F58AF6-542A-E8E3-E4CC-F305BB19450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72;p15">
              <a:extLst>
                <a:ext uri="{FF2B5EF4-FFF2-40B4-BE49-F238E27FC236}">
                  <a16:creationId xmlns:a16="http://schemas.microsoft.com/office/drawing/2014/main" id="{5F75B917-5B00-4A24-891F-18A4B4584AB3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74;p15">
              <a:extLst>
                <a:ext uri="{FF2B5EF4-FFF2-40B4-BE49-F238E27FC236}">
                  <a16:creationId xmlns:a16="http://schemas.microsoft.com/office/drawing/2014/main" id="{76365018-F0A3-58B7-4F60-B0F69746E364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0" name="Gruppo 1879">
            <a:extLst>
              <a:ext uri="{FF2B5EF4-FFF2-40B4-BE49-F238E27FC236}">
                <a16:creationId xmlns:a16="http://schemas.microsoft.com/office/drawing/2014/main" id="{4F69509B-895D-41D7-7BCB-A29F9BC87341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81" name="Google Shape;122;p15">
              <a:extLst>
                <a:ext uri="{FF2B5EF4-FFF2-40B4-BE49-F238E27FC236}">
                  <a16:creationId xmlns:a16="http://schemas.microsoft.com/office/drawing/2014/main" id="{D5D0B618-314F-0212-2767-55E6B8872F0E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23;p15">
              <a:extLst>
                <a:ext uri="{FF2B5EF4-FFF2-40B4-BE49-F238E27FC236}">
                  <a16:creationId xmlns:a16="http://schemas.microsoft.com/office/drawing/2014/main" id="{38FB904A-4530-2F23-1970-BA1426DFD63F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24;p15">
              <a:extLst>
                <a:ext uri="{FF2B5EF4-FFF2-40B4-BE49-F238E27FC236}">
                  <a16:creationId xmlns:a16="http://schemas.microsoft.com/office/drawing/2014/main" id="{354A132E-6857-DA1E-1C93-554F4C597FD2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25;p15">
              <a:extLst>
                <a:ext uri="{FF2B5EF4-FFF2-40B4-BE49-F238E27FC236}">
                  <a16:creationId xmlns:a16="http://schemas.microsoft.com/office/drawing/2014/main" id="{5EBA8007-7DF5-1F40-CFEB-608C9782B8B5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5" name="Gruppo 1884">
            <a:extLst>
              <a:ext uri="{FF2B5EF4-FFF2-40B4-BE49-F238E27FC236}">
                <a16:creationId xmlns:a16="http://schemas.microsoft.com/office/drawing/2014/main" id="{82563536-A4AB-5D74-E1D5-A39A5A550858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886" name="Google Shape;57;p15">
              <a:extLst>
                <a:ext uri="{FF2B5EF4-FFF2-40B4-BE49-F238E27FC236}">
                  <a16:creationId xmlns:a16="http://schemas.microsoft.com/office/drawing/2014/main" id="{C3CD8DB9-E623-A997-9C31-8360C0A8FB8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58;p15">
              <a:extLst>
                <a:ext uri="{FF2B5EF4-FFF2-40B4-BE49-F238E27FC236}">
                  <a16:creationId xmlns:a16="http://schemas.microsoft.com/office/drawing/2014/main" id="{1C50337F-752C-ED08-99D1-03415436847E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59;p15">
              <a:extLst>
                <a:ext uri="{FF2B5EF4-FFF2-40B4-BE49-F238E27FC236}">
                  <a16:creationId xmlns:a16="http://schemas.microsoft.com/office/drawing/2014/main" id="{86ADDDB3-6B60-3981-3E8B-CB663BFB5193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60;p15">
              <a:extLst>
                <a:ext uri="{FF2B5EF4-FFF2-40B4-BE49-F238E27FC236}">
                  <a16:creationId xmlns:a16="http://schemas.microsoft.com/office/drawing/2014/main" id="{DC41898C-301A-E5AC-8F79-50BAC784B72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61;p15">
              <a:extLst>
                <a:ext uri="{FF2B5EF4-FFF2-40B4-BE49-F238E27FC236}">
                  <a16:creationId xmlns:a16="http://schemas.microsoft.com/office/drawing/2014/main" id="{D869C29D-1D92-270E-F8F8-73F713D67715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62;p15">
              <a:extLst>
                <a:ext uri="{FF2B5EF4-FFF2-40B4-BE49-F238E27FC236}">
                  <a16:creationId xmlns:a16="http://schemas.microsoft.com/office/drawing/2014/main" id="{3A6E8D3D-9C40-0130-7C47-3182FA3062D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63;p15">
              <a:extLst>
                <a:ext uri="{FF2B5EF4-FFF2-40B4-BE49-F238E27FC236}">
                  <a16:creationId xmlns:a16="http://schemas.microsoft.com/office/drawing/2014/main" id="{A3EDEDE7-EEDC-27D6-4690-DAF55BE8A8C9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27;p15">
              <a:extLst>
                <a:ext uri="{FF2B5EF4-FFF2-40B4-BE49-F238E27FC236}">
                  <a16:creationId xmlns:a16="http://schemas.microsoft.com/office/drawing/2014/main" id="{3283D3B1-4D1A-5C0A-03E9-FB9C7E2FE706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28;p15">
              <a:extLst>
                <a:ext uri="{FF2B5EF4-FFF2-40B4-BE49-F238E27FC236}">
                  <a16:creationId xmlns:a16="http://schemas.microsoft.com/office/drawing/2014/main" id="{4F69FBD2-D6E9-4644-DEE1-A79B390DED52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29;p15">
              <a:extLst>
                <a:ext uri="{FF2B5EF4-FFF2-40B4-BE49-F238E27FC236}">
                  <a16:creationId xmlns:a16="http://schemas.microsoft.com/office/drawing/2014/main" id="{9E14936F-F4D8-089F-5522-C3DD320A6F55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30;p15">
              <a:extLst>
                <a:ext uri="{FF2B5EF4-FFF2-40B4-BE49-F238E27FC236}">
                  <a16:creationId xmlns:a16="http://schemas.microsoft.com/office/drawing/2014/main" id="{676107C5-F448-B04F-B633-3C7729E683C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31;p15">
              <a:extLst>
                <a:ext uri="{FF2B5EF4-FFF2-40B4-BE49-F238E27FC236}">
                  <a16:creationId xmlns:a16="http://schemas.microsoft.com/office/drawing/2014/main" id="{AB9C2506-1D8F-E548-62F6-09B6577121BF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32;p15">
              <a:extLst>
                <a:ext uri="{FF2B5EF4-FFF2-40B4-BE49-F238E27FC236}">
                  <a16:creationId xmlns:a16="http://schemas.microsoft.com/office/drawing/2014/main" id="{11214B19-A14A-4AF7-9808-13ED73993669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33;p15">
              <a:extLst>
                <a:ext uri="{FF2B5EF4-FFF2-40B4-BE49-F238E27FC236}">
                  <a16:creationId xmlns:a16="http://schemas.microsoft.com/office/drawing/2014/main" id="{85894F79-1B15-2A1F-1845-5A27D3AA2250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49852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Static Malware Analysis</a:t>
            </a:r>
            <a:endParaRPr dirty="0"/>
          </a:p>
        </p:txBody>
      </p:sp>
      <p:grpSp>
        <p:nvGrpSpPr>
          <p:cNvPr id="497" name="Google Shape;497;p23"/>
          <p:cNvGrpSpPr/>
          <p:nvPr/>
        </p:nvGrpSpPr>
        <p:grpSpPr>
          <a:xfrm>
            <a:off x="2998926" y="1320905"/>
            <a:ext cx="3146159" cy="3287777"/>
            <a:chOff x="1302850" y="238125"/>
            <a:chExt cx="5013000" cy="5238650"/>
          </a:xfrm>
        </p:grpSpPr>
        <p:sp>
          <p:nvSpPr>
            <p:cNvPr id="498" name="Google Shape;498;p23"/>
            <p:cNvSpPr/>
            <p:nvPr/>
          </p:nvSpPr>
          <p:spPr>
            <a:xfrm>
              <a:off x="1302850" y="238125"/>
              <a:ext cx="5013000" cy="5012700"/>
            </a:xfrm>
            <a:custGeom>
              <a:avLst/>
              <a:gdLst/>
              <a:ahLst/>
              <a:cxnLst/>
              <a:rect l="l" t="t" r="r" b="b"/>
              <a:pathLst>
                <a:path w="200520" h="200508" extrusionOk="0">
                  <a:moveTo>
                    <a:pt x="100260" y="0"/>
                  </a:moveTo>
                  <a:cubicBezTo>
                    <a:pt x="44892" y="0"/>
                    <a:pt x="0" y="44879"/>
                    <a:pt x="0" y="100260"/>
                  </a:cubicBezTo>
                  <a:cubicBezTo>
                    <a:pt x="0" y="131433"/>
                    <a:pt x="14227" y="159289"/>
                    <a:pt x="36552" y="177660"/>
                  </a:cubicBezTo>
                  <a:cubicBezTo>
                    <a:pt x="36793" y="177864"/>
                    <a:pt x="37047" y="178067"/>
                    <a:pt x="37290" y="178258"/>
                  </a:cubicBezTo>
                  <a:cubicBezTo>
                    <a:pt x="40480" y="180852"/>
                    <a:pt x="43850" y="183242"/>
                    <a:pt x="47359" y="185415"/>
                  </a:cubicBezTo>
                  <a:cubicBezTo>
                    <a:pt x="52698" y="188746"/>
                    <a:pt x="58369" y="191582"/>
                    <a:pt x="64319" y="193871"/>
                  </a:cubicBezTo>
                  <a:cubicBezTo>
                    <a:pt x="75468" y="198168"/>
                    <a:pt x="87597" y="200507"/>
                    <a:pt x="100260" y="200507"/>
                  </a:cubicBezTo>
                  <a:cubicBezTo>
                    <a:pt x="112693" y="200507"/>
                    <a:pt x="124593" y="198244"/>
                    <a:pt x="135578" y="194099"/>
                  </a:cubicBezTo>
                  <a:cubicBezTo>
                    <a:pt x="141719" y="191786"/>
                    <a:pt x="147580" y="188899"/>
                    <a:pt x="153072" y="185466"/>
                  </a:cubicBezTo>
                  <a:cubicBezTo>
                    <a:pt x="156314" y="183458"/>
                    <a:pt x="159429" y="181271"/>
                    <a:pt x="162404" y="178919"/>
                  </a:cubicBezTo>
                  <a:cubicBezTo>
                    <a:pt x="162646" y="178716"/>
                    <a:pt x="162900" y="178512"/>
                    <a:pt x="163154" y="178309"/>
                  </a:cubicBezTo>
                  <a:cubicBezTo>
                    <a:pt x="185937" y="159951"/>
                    <a:pt x="200519" y="131815"/>
                    <a:pt x="200519" y="100260"/>
                  </a:cubicBezTo>
                  <a:cubicBezTo>
                    <a:pt x="200519" y="44879"/>
                    <a:pt x="155628" y="0"/>
                    <a:pt x="1002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3"/>
            <p:cNvSpPr/>
            <p:nvPr/>
          </p:nvSpPr>
          <p:spPr>
            <a:xfrm>
              <a:off x="3802675" y="995550"/>
              <a:ext cx="4125" cy="650"/>
            </a:xfrm>
            <a:custGeom>
              <a:avLst/>
              <a:gdLst/>
              <a:ahLst/>
              <a:cxnLst/>
              <a:rect l="l" t="t" r="r" b="b"/>
              <a:pathLst>
                <a:path w="165" h="26" extrusionOk="0">
                  <a:moveTo>
                    <a:pt x="0" y="0"/>
                  </a:moveTo>
                  <a:lnTo>
                    <a:pt x="0" y="26"/>
                  </a:lnTo>
                  <a:cubicBezTo>
                    <a:pt x="51" y="12"/>
                    <a:pt x="114" y="12"/>
                    <a:pt x="165" y="12"/>
                  </a:cubicBezTo>
                  <a:cubicBezTo>
                    <a:pt x="114" y="12"/>
                    <a:pt x="51" y="0"/>
                    <a:pt x="0" y="0"/>
                  </a:cubicBez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3"/>
            <p:cNvSpPr/>
            <p:nvPr/>
          </p:nvSpPr>
          <p:spPr>
            <a:xfrm>
              <a:off x="3802675" y="1178275"/>
              <a:ext cx="1155675" cy="2189950"/>
            </a:xfrm>
            <a:custGeom>
              <a:avLst/>
              <a:gdLst/>
              <a:ahLst/>
              <a:cxnLst/>
              <a:rect l="l" t="t" r="r" b="b"/>
              <a:pathLst>
                <a:path w="46227" h="87598" extrusionOk="0">
                  <a:moveTo>
                    <a:pt x="0" y="1"/>
                  </a:moveTo>
                  <a:lnTo>
                    <a:pt x="0" y="87598"/>
                  </a:lnTo>
                  <a:lnTo>
                    <a:pt x="27614" y="87598"/>
                  </a:lnTo>
                  <a:cubicBezTo>
                    <a:pt x="27614" y="87598"/>
                    <a:pt x="44332" y="69532"/>
                    <a:pt x="45883" y="55827"/>
                  </a:cubicBezTo>
                  <a:cubicBezTo>
                    <a:pt x="46227" y="52762"/>
                    <a:pt x="45820" y="49915"/>
                    <a:pt x="44294" y="47538"/>
                  </a:cubicBezTo>
                  <a:cubicBezTo>
                    <a:pt x="40277" y="41283"/>
                    <a:pt x="36500" y="28671"/>
                    <a:pt x="30487" y="17113"/>
                  </a:cubicBezTo>
                  <a:cubicBezTo>
                    <a:pt x="27614" y="13732"/>
                    <a:pt x="24499" y="10680"/>
                    <a:pt x="21320" y="8151"/>
                  </a:cubicBezTo>
                  <a:cubicBezTo>
                    <a:pt x="12714" y="1336"/>
                    <a:pt x="2453" y="192"/>
                    <a:pt x="356" y="40"/>
                  </a:cubicBezTo>
                  <a:lnTo>
                    <a:pt x="356" y="1"/>
                  </a:lnTo>
                  <a:lnTo>
                    <a:pt x="343" y="1"/>
                  </a:lnTo>
                  <a:cubicBezTo>
                    <a:pt x="317" y="1"/>
                    <a:pt x="267" y="14"/>
                    <a:pt x="204" y="26"/>
                  </a:cubicBezTo>
                  <a:cubicBezTo>
                    <a:pt x="102" y="14"/>
                    <a:pt x="38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3"/>
            <p:cNvSpPr/>
            <p:nvPr/>
          </p:nvSpPr>
          <p:spPr>
            <a:xfrm>
              <a:off x="2620300" y="1178275"/>
              <a:ext cx="1190950" cy="2189950"/>
            </a:xfrm>
            <a:custGeom>
              <a:avLst/>
              <a:gdLst/>
              <a:ahLst/>
              <a:cxnLst/>
              <a:rect l="l" t="t" r="r" b="b"/>
              <a:pathLst>
                <a:path w="47638" h="87598" extrusionOk="0">
                  <a:moveTo>
                    <a:pt x="47270" y="1"/>
                  </a:moveTo>
                  <a:lnTo>
                    <a:pt x="47270" y="40"/>
                  </a:lnTo>
                  <a:cubicBezTo>
                    <a:pt x="45171" y="204"/>
                    <a:pt x="34887" y="1362"/>
                    <a:pt x="26279" y="8188"/>
                  </a:cubicBezTo>
                  <a:cubicBezTo>
                    <a:pt x="22300" y="11341"/>
                    <a:pt x="18359" y="15512"/>
                    <a:pt x="14774" y="20139"/>
                  </a:cubicBezTo>
                  <a:cubicBezTo>
                    <a:pt x="9307" y="30807"/>
                    <a:pt x="5556" y="41817"/>
                    <a:pt x="1894" y="47538"/>
                  </a:cubicBezTo>
                  <a:cubicBezTo>
                    <a:pt x="369" y="49915"/>
                    <a:pt x="0" y="52762"/>
                    <a:pt x="433" y="55827"/>
                  </a:cubicBezTo>
                  <a:cubicBezTo>
                    <a:pt x="2327" y="69532"/>
                    <a:pt x="20024" y="87598"/>
                    <a:pt x="20024" y="87598"/>
                  </a:cubicBezTo>
                  <a:lnTo>
                    <a:pt x="47638" y="87598"/>
                  </a:lnTo>
                  <a:lnTo>
                    <a:pt x="47638" y="1"/>
                  </a:lnTo>
                  <a:cubicBezTo>
                    <a:pt x="47612" y="1"/>
                    <a:pt x="47562" y="14"/>
                    <a:pt x="47499" y="26"/>
                  </a:cubicBezTo>
                  <a:cubicBezTo>
                    <a:pt x="47397" y="14"/>
                    <a:pt x="47333" y="1"/>
                    <a:pt x="47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3"/>
            <p:cNvSpPr/>
            <p:nvPr/>
          </p:nvSpPr>
          <p:spPr>
            <a:xfrm>
              <a:off x="3806775" y="995550"/>
              <a:ext cx="4475" cy="650"/>
            </a:xfrm>
            <a:custGeom>
              <a:avLst/>
              <a:gdLst/>
              <a:ahLst/>
              <a:cxnLst/>
              <a:rect l="l" t="t" r="r" b="b"/>
              <a:pathLst>
                <a:path w="179" h="26" extrusionOk="0">
                  <a:moveTo>
                    <a:pt x="179" y="0"/>
                  </a:moveTo>
                  <a:cubicBezTo>
                    <a:pt x="116" y="0"/>
                    <a:pt x="52" y="12"/>
                    <a:pt x="1" y="12"/>
                  </a:cubicBezTo>
                  <a:cubicBezTo>
                    <a:pt x="65" y="12"/>
                    <a:pt x="116" y="12"/>
                    <a:pt x="179" y="26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3"/>
            <p:cNvSpPr/>
            <p:nvPr/>
          </p:nvSpPr>
          <p:spPr>
            <a:xfrm>
              <a:off x="3579550" y="2963925"/>
              <a:ext cx="444350" cy="753300"/>
            </a:xfrm>
            <a:custGeom>
              <a:avLst/>
              <a:gdLst/>
              <a:ahLst/>
              <a:cxnLst/>
              <a:rect l="l" t="t" r="r" b="b"/>
              <a:pathLst>
                <a:path w="17774" h="30132" extrusionOk="0">
                  <a:moveTo>
                    <a:pt x="0" y="0"/>
                  </a:moveTo>
                  <a:lnTo>
                    <a:pt x="0" y="30131"/>
                  </a:lnTo>
                  <a:lnTo>
                    <a:pt x="17774" y="30131"/>
                  </a:lnTo>
                  <a:lnTo>
                    <a:pt x="17774" y="0"/>
                  </a:lnTo>
                  <a:close/>
                </a:path>
              </a:pathLst>
            </a:custGeom>
            <a:solidFill>
              <a:srgbClr val="F08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3"/>
            <p:cNvSpPr/>
            <p:nvPr/>
          </p:nvSpPr>
          <p:spPr>
            <a:xfrm>
              <a:off x="3579550" y="3455625"/>
              <a:ext cx="445300" cy="167850"/>
            </a:xfrm>
            <a:custGeom>
              <a:avLst/>
              <a:gdLst/>
              <a:ahLst/>
              <a:cxnLst/>
              <a:rect l="l" t="t" r="r" b="b"/>
              <a:pathLst>
                <a:path w="17812" h="6714" extrusionOk="0">
                  <a:moveTo>
                    <a:pt x="9039" y="1"/>
                  </a:moveTo>
                  <a:cubicBezTo>
                    <a:pt x="4196" y="1"/>
                    <a:pt x="0" y="801"/>
                    <a:pt x="0" y="2645"/>
                  </a:cubicBezTo>
                  <a:cubicBezTo>
                    <a:pt x="0" y="4501"/>
                    <a:pt x="4196" y="6713"/>
                    <a:pt x="9039" y="6713"/>
                  </a:cubicBezTo>
                  <a:cubicBezTo>
                    <a:pt x="13883" y="6713"/>
                    <a:pt x="17811" y="5213"/>
                    <a:pt x="17811" y="3357"/>
                  </a:cubicBezTo>
                  <a:cubicBezTo>
                    <a:pt x="17811" y="1501"/>
                    <a:pt x="13883" y="1"/>
                    <a:pt x="9039" y="1"/>
                  </a:cubicBezTo>
                  <a:close/>
                </a:path>
              </a:pathLst>
            </a:custGeom>
            <a:solidFill>
              <a:srgbClr val="F08A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3"/>
            <p:cNvSpPr/>
            <p:nvPr/>
          </p:nvSpPr>
          <p:spPr>
            <a:xfrm>
              <a:off x="1915325" y="3087575"/>
              <a:ext cx="3780425" cy="2139650"/>
            </a:xfrm>
            <a:custGeom>
              <a:avLst/>
              <a:gdLst/>
              <a:ahLst/>
              <a:cxnLst/>
              <a:rect l="l" t="t" r="r" b="b"/>
              <a:pathLst>
                <a:path w="151217" h="85586" extrusionOk="0">
                  <a:moveTo>
                    <a:pt x="66569" y="0"/>
                  </a:moveTo>
                  <a:cubicBezTo>
                    <a:pt x="66569" y="0"/>
                    <a:pt x="38052" y="8098"/>
                    <a:pt x="31098" y="11149"/>
                  </a:cubicBezTo>
                  <a:cubicBezTo>
                    <a:pt x="28988" y="12090"/>
                    <a:pt x="3802" y="54249"/>
                    <a:pt x="1" y="67154"/>
                  </a:cubicBezTo>
                  <a:cubicBezTo>
                    <a:pt x="2772" y="69391"/>
                    <a:pt x="27042" y="83325"/>
                    <a:pt x="30081" y="85219"/>
                  </a:cubicBezTo>
                  <a:cubicBezTo>
                    <a:pt x="30276" y="85340"/>
                    <a:pt x="30471" y="85399"/>
                    <a:pt x="30666" y="85399"/>
                  </a:cubicBezTo>
                  <a:cubicBezTo>
                    <a:pt x="34974" y="85399"/>
                    <a:pt x="39401" y="57100"/>
                    <a:pt x="44161" y="57100"/>
                  </a:cubicBezTo>
                  <a:cubicBezTo>
                    <a:pt x="44311" y="57100"/>
                    <a:pt x="44461" y="57128"/>
                    <a:pt x="44612" y="57186"/>
                  </a:cubicBezTo>
                  <a:cubicBezTo>
                    <a:pt x="54275" y="60898"/>
                    <a:pt x="64789" y="62933"/>
                    <a:pt x="75761" y="62933"/>
                  </a:cubicBezTo>
                  <a:cubicBezTo>
                    <a:pt x="86530" y="62933"/>
                    <a:pt x="96853" y="60975"/>
                    <a:pt x="106375" y="57389"/>
                  </a:cubicBezTo>
                  <a:cubicBezTo>
                    <a:pt x="106532" y="57330"/>
                    <a:pt x="106689" y="57301"/>
                    <a:pt x="106846" y="57301"/>
                  </a:cubicBezTo>
                  <a:cubicBezTo>
                    <a:pt x="111767" y="57301"/>
                    <a:pt x="116572" y="85586"/>
                    <a:pt x="121026" y="85586"/>
                  </a:cubicBezTo>
                  <a:cubicBezTo>
                    <a:pt x="121233" y="85586"/>
                    <a:pt x="121439" y="85525"/>
                    <a:pt x="121645" y="85397"/>
                  </a:cubicBezTo>
                  <a:cubicBezTo>
                    <a:pt x="124442" y="83656"/>
                    <a:pt x="148635" y="67281"/>
                    <a:pt x="151216" y="65233"/>
                  </a:cubicBezTo>
                  <a:cubicBezTo>
                    <a:pt x="148304" y="53499"/>
                    <a:pt x="122865" y="13031"/>
                    <a:pt x="120157" y="11149"/>
                  </a:cubicBezTo>
                  <a:cubicBezTo>
                    <a:pt x="113851" y="6764"/>
                    <a:pt x="84343" y="1233"/>
                    <a:pt x="84330" y="1233"/>
                  </a:cubicBezTo>
                  <a:cubicBezTo>
                    <a:pt x="84228" y="1157"/>
                    <a:pt x="66569" y="0"/>
                    <a:pt x="665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3"/>
            <p:cNvSpPr/>
            <p:nvPr/>
          </p:nvSpPr>
          <p:spPr>
            <a:xfrm>
              <a:off x="3009975" y="2248125"/>
              <a:ext cx="380475" cy="369050"/>
            </a:xfrm>
            <a:custGeom>
              <a:avLst/>
              <a:gdLst/>
              <a:ahLst/>
              <a:cxnLst/>
              <a:rect l="l" t="t" r="r" b="b"/>
              <a:pathLst>
                <a:path w="15219" h="14762" extrusionOk="0">
                  <a:moveTo>
                    <a:pt x="5301" y="1"/>
                  </a:moveTo>
                  <a:cubicBezTo>
                    <a:pt x="1399" y="1"/>
                    <a:pt x="0" y="1743"/>
                    <a:pt x="0" y="5824"/>
                  </a:cubicBezTo>
                  <a:cubicBezTo>
                    <a:pt x="0" y="9892"/>
                    <a:pt x="4272" y="14762"/>
                    <a:pt x="8162" y="14762"/>
                  </a:cubicBezTo>
                  <a:cubicBezTo>
                    <a:pt x="12053" y="14762"/>
                    <a:pt x="15218" y="11456"/>
                    <a:pt x="15218" y="7375"/>
                  </a:cubicBezTo>
                  <a:cubicBezTo>
                    <a:pt x="15218" y="3306"/>
                    <a:pt x="9192" y="1"/>
                    <a:pt x="5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3"/>
            <p:cNvSpPr/>
            <p:nvPr/>
          </p:nvSpPr>
          <p:spPr>
            <a:xfrm>
              <a:off x="4253025" y="2248125"/>
              <a:ext cx="380500" cy="369050"/>
            </a:xfrm>
            <a:custGeom>
              <a:avLst/>
              <a:gdLst/>
              <a:ahLst/>
              <a:cxnLst/>
              <a:rect l="l" t="t" r="r" b="b"/>
              <a:pathLst>
                <a:path w="15220" h="14762" extrusionOk="0">
                  <a:moveTo>
                    <a:pt x="9917" y="1"/>
                  </a:moveTo>
                  <a:cubicBezTo>
                    <a:pt x="6027" y="1"/>
                    <a:pt x="1" y="3306"/>
                    <a:pt x="1" y="7375"/>
                  </a:cubicBezTo>
                  <a:cubicBezTo>
                    <a:pt x="1" y="11456"/>
                    <a:pt x="3154" y="14762"/>
                    <a:pt x="7057" y="14762"/>
                  </a:cubicBezTo>
                  <a:cubicBezTo>
                    <a:pt x="10948" y="14762"/>
                    <a:pt x="15219" y="9892"/>
                    <a:pt x="15219" y="5824"/>
                  </a:cubicBezTo>
                  <a:cubicBezTo>
                    <a:pt x="15219" y="1743"/>
                    <a:pt x="13821" y="1"/>
                    <a:pt x="99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3"/>
            <p:cNvSpPr/>
            <p:nvPr/>
          </p:nvSpPr>
          <p:spPr>
            <a:xfrm>
              <a:off x="3128850" y="1315275"/>
              <a:ext cx="1395650" cy="1865750"/>
            </a:xfrm>
            <a:custGeom>
              <a:avLst/>
              <a:gdLst/>
              <a:ahLst/>
              <a:cxnLst/>
              <a:rect l="l" t="t" r="r" b="b"/>
              <a:pathLst>
                <a:path w="55826" h="74630" extrusionOk="0">
                  <a:moveTo>
                    <a:pt x="27906" y="1"/>
                  </a:moveTo>
                  <a:cubicBezTo>
                    <a:pt x="12497" y="1"/>
                    <a:pt x="0" y="12345"/>
                    <a:pt x="0" y="32955"/>
                  </a:cubicBezTo>
                  <a:cubicBezTo>
                    <a:pt x="0" y="53551"/>
                    <a:pt x="12497" y="74630"/>
                    <a:pt x="27906" y="74630"/>
                  </a:cubicBezTo>
                  <a:cubicBezTo>
                    <a:pt x="43328" y="74630"/>
                    <a:pt x="55825" y="53551"/>
                    <a:pt x="55825" y="32955"/>
                  </a:cubicBezTo>
                  <a:cubicBezTo>
                    <a:pt x="55825" y="12345"/>
                    <a:pt x="43328" y="1"/>
                    <a:pt x="279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3"/>
            <p:cNvSpPr/>
            <p:nvPr/>
          </p:nvSpPr>
          <p:spPr>
            <a:xfrm>
              <a:off x="3138375" y="2237025"/>
              <a:ext cx="1376575" cy="390450"/>
            </a:xfrm>
            <a:custGeom>
              <a:avLst/>
              <a:gdLst/>
              <a:ahLst/>
              <a:cxnLst/>
              <a:rect l="l" t="t" r="r" b="b"/>
              <a:pathLst>
                <a:path w="55063" h="15618" extrusionOk="0">
                  <a:moveTo>
                    <a:pt x="1018" y="0"/>
                  </a:moveTo>
                  <a:cubicBezTo>
                    <a:pt x="1018" y="0"/>
                    <a:pt x="1" y="7971"/>
                    <a:pt x="3230" y="15193"/>
                  </a:cubicBezTo>
                  <a:cubicBezTo>
                    <a:pt x="3230" y="15193"/>
                    <a:pt x="4315" y="15584"/>
                    <a:pt x="6651" y="15584"/>
                  </a:cubicBezTo>
                  <a:cubicBezTo>
                    <a:pt x="9917" y="15584"/>
                    <a:pt x="15627" y="14819"/>
                    <a:pt x="24233" y="11150"/>
                  </a:cubicBezTo>
                  <a:cubicBezTo>
                    <a:pt x="24233" y="11150"/>
                    <a:pt x="25923" y="10358"/>
                    <a:pt x="27366" y="10358"/>
                  </a:cubicBezTo>
                  <a:cubicBezTo>
                    <a:pt x="27419" y="10358"/>
                    <a:pt x="27472" y="10359"/>
                    <a:pt x="27525" y="10362"/>
                  </a:cubicBezTo>
                  <a:lnTo>
                    <a:pt x="27525" y="10387"/>
                  </a:lnTo>
                  <a:cubicBezTo>
                    <a:pt x="27578" y="10385"/>
                    <a:pt x="27632" y="10384"/>
                    <a:pt x="27686" y="10384"/>
                  </a:cubicBezTo>
                  <a:cubicBezTo>
                    <a:pt x="29141" y="10384"/>
                    <a:pt x="30831" y="11175"/>
                    <a:pt x="30831" y="11175"/>
                  </a:cubicBezTo>
                  <a:cubicBezTo>
                    <a:pt x="39450" y="14854"/>
                    <a:pt x="45168" y="15618"/>
                    <a:pt x="48432" y="15618"/>
                  </a:cubicBezTo>
                  <a:cubicBezTo>
                    <a:pt x="50753" y="15618"/>
                    <a:pt x="51834" y="15231"/>
                    <a:pt x="51834" y="15231"/>
                  </a:cubicBezTo>
                  <a:cubicBezTo>
                    <a:pt x="55063" y="7997"/>
                    <a:pt x="54034" y="38"/>
                    <a:pt x="54034" y="38"/>
                  </a:cubicBezTo>
                  <a:lnTo>
                    <a:pt x="27525" y="38"/>
                  </a:lnTo>
                  <a:lnTo>
                    <a:pt x="27525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3"/>
            <p:cNvSpPr/>
            <p:nvPr/>
          </p:nvSpPr>
          <p:spPr>
            <a:xfrm>
              <a:off x="2584375" y="1086750"/>
              <a:ext cx="2419200" cy="1488150"/>
            </a:xfrm>
            <a:custGeom>
              <a:avLst/>
              <a:gdLst/>
              <a:ahLst/>
              <a:cxnLst/>
              <a:rect l="l" t="t" r="r" b="b"/>
              <a:pathLst>
                <a:path w="96768" h="59526" extrusionOk="0">
                  <a:moveTo>
                    <a:pt x="48707" y="0"/>
                  </a:moveTo>
                  <a:lnTo>
                    <a:pt x="48707" y="26"/>
                  </a:lnTo>
                  <a:cubicBezTo>
                    <a:pt x="18333" y="3662"/>
                    <a:pt x="0" y="50614"/>
                    <a:pt x="1704" y="59526"/>
                  </a:cubicBezTo>
                  <a:cubicBezTo>
                    <a:pt x="1704" y="59526"/>
                    <a:pt x="1755" y="59513"/>
                    <a:pt x="1870" y="59475"/>
                  </a:cubicBezTo>
                  <a:cubicBezTo>
                    <a:pt x="3497" y="58979"/>
                    <a:pt x="17228" y="55050"/>
                    <a:pt x="48732" y="54174"/>
                  </a:cubicBezTo>
                  <a:lnTo>
                    <a:pt x="49075" y="54174"/>
                  </a:lnTo>
                  <a:cubicBezTo>
                    <a:pt x="80821" y="55050"/>
                    <a:pt x="93293" y="59030"/>
                    <a:pt x="94615" y="59488"/>
                  </a:cubicBezTo>
                  <a:lnTo>
                    <a:pt x="94730" y="59526"/>
                  </a:lnTo>
                  <a:cubicBezTo>
                    <a:pt x="96767" y="48107"/>
                    <a:pt x="78019" y="8"/>
                    <a:pt x="50016" y="8"/>
                  </a:cubicBezTo>
                  <a:cubicBezTo>
                    <a:pt x="49707" y="8"/>
                    <a:pt x="49398" y="14"/>
                    <a:pt x="49088" y="26"/>
                  </a:cubicBezTo>
                  <a:lnTo>
                    <a:pt x="49088" y="0"/>
                  </a:lnTo>
                  <a:lnTo>
                    <a:pt x="49075" y="0"/>
                  </a:lnTo>
                  <a:cubicBezTo>
                    <a:pt x="49049" y="0"/>
                    <a:pt x="48999" y="0"/>
                    <a:pt x="48936" y="14"/>
                  </a:cubicBezTo>
                  <a:cubicBezTo>
                    <a:pt x="48834" y="0"/>
                    <a:pt x="48770" y="0"/>
                    <a:pt x="4873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3"/>
            <p:cNvSpPr/>
            <p:nvPr/>
          </p:nvSpPr>
          <p:spPr>
            <a:xfrm>
              <a:off x="2588525" y="5194850"/>
              <a:ext cx="2392725" cy="240950"/>
            </a:xfrm>
            <a:custGeom>
              <a:avLst/>
              <a:gdLst/>
              <a:ahLst/>
              <a:cxnLst/>
              <a:rect l="l" t="t" r="r" b="b"/>
              <a:pathLst>
                <a:path w="95709" h="9638" extrusionOk="0">
                  <a:moveTo>
                    <a:pt x="0" y="0"/>
                  </a:moveTo>
                  <a:lnTo>
                    <a:pt x="0" y="9637"/>
                  </a:lnTo>
                  <a:lnTo>
                    <a:pt x="95708" y="9637"/>
                  </a:lnTo>
                  <a:lnTo>
                    <a:pt x="95708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3"/>
            <p:cNvSpPr/>
            <p:nvPr/>
          </p:nvSpPr>
          <p:spPr>
            <a:xfrm>
              <a:off x="2528125" y="3868500"/>
              <a:ext cx="2547825" cy="1481475"/>
            </a:xfrm>
            <a:custGeom>
              <a:avLst/>
              <a:gdLst/>
              <a:ahLst/>
              <a:cxnLst/>
              <a:rect l="l" t="t" r="r" b="b"/>
              <a:pathLst>
                <a:path w="101913" h="59259" extrusionOk="0">
                  <a:moveTo>
                    <a:pt x="3267" y="0"/>
                  </a:moveTo>
                  <a:cubicBezTo>
                    <a:pt x="1475" y="0"/>
                    <a:pt x="0" y="1475"/>
                    <a:pt x="0" y="3268"/>
                  </a:cubicBezTo>
                  <a:lnTo>
                    <a:pt x="0" y="56004"/>
                  </a:lnTo>
                  <a:cubicBezTo>
                    <a:pt x="0" y="57796"/>
                    <a:pt x="1475" y="59259"/>
                    <a:pt x="3267" y="59259"/>
                  </a:cubicBezTo>
                  <a:lnTo>
                    <a:pt x="98658" y="59259"/>
                  </a:lnTo>
                  <a:cubicBezTo>
                    <a:pt x="100450" y="59259"/>
                    <a:pt x="101913" y="57796"/>
                    <a:pt x="101913" y="56004"/>
                  </a:cubicBezTo>
                  <a:lnTo>
                    <a:pt x="101913" y="3268"/>
                  </a:lnTo>
                  <a:cubicBezTo>
                    <a:pt x="101913" y="1475"/>
                    <a:pt x="100450" y="0"/>
                    <a:pt x="98658" y="0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3"/>
            <p:cNvSpPr/>
            <p:nvPr/>
          </p:nvSpPr>
          <p:spPr>
            <a:xfrm>
              <a:off x="2528125" y="5394750"/>
              <a:ext cx="2547825" cy="82025"/>
            </a:xfrm>
            <a:custGeom>
              <a:avLst/>
              <a:gdLst/>
              <a:ahLst/>
              <a:cxnLst/>
              <a:rect l="l" t="t" r="r" b="b"/>
              <a:pathLst>
                <a:path w="101913" h="3281" extrusionOk="0">
                  <a:moveTo>
                    <a:pt x="1640" y="1"/>
                  </a:moveTo>
                  <a:cubicBezTo>
                    <a:pt x="738" y="1"/>
                    <a:pt x="0" y="738"/>
                    <a:pt x="0" y="1641"/>
                  </a:cubicBezTo>
                  <a:cubicBezTo>
                    <a:pt x="0" y="2544"/>
                    <a:pt x="738" y="3281"/>
                    <a:pt x="1640" y="3281"/>
                  </a:cubicBezTo>
                  <a:lnTo>
                    <a:pt x="100272" y="3281"/>
                  </a:lnTo>
                  <a:cubicBezTo>
                    <a:pt x="101188" y="3281"/>
                    <a:pt x="101913" y="2544"/>
                    <a:pt x="101913" y="1641"/>
                  </a:cubicBezTo>
                  <a:cubicBezTo>
                    <a:pt x="101913" y="738"/>
                    <a:pt x="101188" y="1"/>
                    <a:pt x="100272" y="1"/>
                  </a:cubicBezTo>
                  <a:close/>
                </a:path>
              </a:pathLst>
            </a:custGeom>
            <a:solidFill>
              <a:srgbClr val="DFDF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3"/>
            <p:cNvSpPr/>
            <p:nvPr/>
          </p:nvSpPr>
          <p:spPr>
            <a:xfrm>
              <a:off x="3594150" y="4440600"/>
              <a:ext cx="413225" cy="413225"/>
            </a:xfrm>
            <a:custGeom>
              <a:avLst/>
              <a:gdLst/>
              <a:ahLst/>
              <a:cxnLst/>
              <a:rect l="l" t="t" r="r" b="b"/>
              <a:pathLst>
                <a:path w="16529" h="16529" extrusionOk="0">
                  <a:moveTo>
                    <a:pt x="8265" y="1"/>
                  </a:moveTo>
                  <a:cubicBezTo>
                    <a:pt x="3700" y="1"/>
                    <a:pt x="1" y="3701"/>
                    <a:pt x="1" y="8264"/>
                  </a:cubicBezTo>
                  <a:cubicBezTo>
                    <a:pt x="1" y="12829"/>
                    <a:pt x="3700" y="16528"/>
                    <a:pt x="8265" y="16528"/>
                  </a:cubicBezTo>
                  <a:cubicBezTo>
                    <a:pt x="12828" y="16528"/>
                    <a:pt x="16529" y="12829"/>
                    <a:pt x="16529" y="8264"/>
                  </a:cubicBezTo>
                  <a:cubicBezTo>
                    <a:pt x="16529" y="3701"/>
                    <a:pt x="12828" y="1"/>
                    <a:pt x="8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3"/>
            <p:cNvSpPr/>
            <p:nvPr/>
          </p:nvSpPr>
          <p:spPr>
            <a:xfrm>
              <a:off x="3680275" y="4721275"/>
              <a:ext cx="240950" cy="165300"/>
            </a:xfrm>
            <a:custGeom>
              <a:avLst/>
              <a:gdLst/>
              <a:ahLst/>
              <a:cxnLst/>
              <a:rect l="l" t="t" r="r" b="b"/>
              <a:pathLst>
                <a:path w="9638" h="6612" extrusionOk="0">
                  <a:moveTo>
                    <a:pt x="1" y="0"/>
                  </a:moveTo>
                  <a:lnTo>
                    <a:pt x="1" y="6611"/>
                  </a:lnTo>
                  <a:lnTo>
                    <a:pt x="9638" y="6611"/>
                  </a:lnTo>
                  <a:lnTo>
                    <a:pt x="9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3"/>
            <p:cNvSpPr/>
            <p:nvPr/>
          </p:nvSpPr>
          <p:spPr>
            <a:xfrm>
              <a:off x="3659300" y="4592525"/>
              <a:ext cx="125900" cy="125900"/>
            </a:xfrm>
            <a:custGeom>
              <a:avLst/>
              <a:gdLst/>
              <a:ahLst/>
              <a:cxnLst/>
              <a:rect l="l" t="t" r="r" b="b"/>
              <a:pathLst>
                <a:path w="5036" h="5036" extrusionOk="0">
                  <a:moveTo>
                    <a:pt x="2518" y="1"/>
                  </a:moveTo>
                  <a:cubicBezTo>
                    <a:pt x="1120" y="1"/>
                    <a:pt x="1" y="1133"/>
                    <a:pt x="1" y="2518"/>
                  </a:cubicBezTo>
                  <a:cubicBezTo>
                    <a:pt x="1" y="3904"/>
                    <a:pt x="1120" y="5035"/>
                    <a:pt x="2518" y="5035"/>
                  </a:cubicBezTo>
                  <a:cubicBezTo>
                    <a:pt x="3904" y="5035"/>
                    <a:pt x="5035" y="3904"/>
                    <a:pt x="5035" y="2518"/>
                  </a:cubicBezTo>
                  <a:cubicBezTo>
                    <a:pt x="5035" y="1133"/>
                    <a:pt x="3904" y="1"/>
                    <a:pt x="2518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3"/>
            <p:cNvSpPr/>
            <p:nvPr/>
          </p:nvSpPr>
          <p:spPr>
            <a:xfrm>
              <a:off x="3819200" y="4592525"/>
              <a:ext cx="125875" cy="125900"/>
            </a:xfrm>
            <a:custGeom>
              <a:avLst/>
              <a:gdLst/>
              <a:ahLst/>
              <a:cxnLst/>
              <a:rect l="l" t="t" r="r" b="b"/>
              <a:pathLst>
                <a:path w="5035" h="5036" extrusionOk="0">
                  <a:moveTo>
                    <a:pt x="2517" y="1"/>
                  </a:moveTo>
                  <a:cubicBezTo>
                    <a:pt x="1131" y="1"/>
                    <a:pt x="0" y="1133"/>
                    <a:pt x="0" y="2518"/>
                  </a:cubicBezTo>
                  <a:cubicBezTo>
                    <a:pt x="0" y="3904"/>
                    <a:pt x="1131" y="5035"/>
                    <a:pt x="2517" y="5035"/>
                  </a:cubicBezTo>
                  <a:cubicBezTo>
                    <a:pt x="3903" y="5035"/>
                    <a:pt x="5035" y="3904"/>
                    <a:pt x="5035" y="2518"/>
                  </a:cubicBezTo>
                  <a:cubicBezTo>
                    <a:pt x="5035" y="1133"/>
                    <a:pt x="3903" y="1"/>
                    <a:pt x="2517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3"/>
            <p:cNvSpPr/>
            <p:nvPr/>
          </p:nvSpPr>
          <p:spPr>
            <a:xfrm>
              <a:off x="3768350" y="4766400"/>
              <a:ext cx="29900" cy="29900"/>
            </a:xfrm>
            <a:custGeom>
              <a:avLst/>
              <a:gdLst/>
              <a:ahLst/>
              <a:cxnLst/>
              <a:rect l="l" t="t" r="r" b="b"/>
              <a:pathLst>
                <a:path w="1196" h="1196" extrusionOk="0">
                  <a:moveTo>
                    <a:pt x="597" y="1"/>
                  </a:moveTo>
                  <a:cubicBezTo>
                    <a:pt x="267" y="1"/>
                    <a:pt x="0" y="267"/>
                    <a:pt x="0" y="598"/>
                  </a:cubicBezTo>
                  <a:cubicBezTo>
                    <a:pt x="0" y="928"/>
                    <a:pt x="267" y="1196"/>
                    <a:pt x="597" y="1196"/>
                  </a:cubicBezTo>
                  <a:cubicBezTo>
                    <a:pt x="928" y="1196"/>
                    <a:pt x="1195" y="928"/>
                    <a:pt x="1195" y="598"/>
                  </a:cubicBezTo>
                  <a:cubicBezTo>
                    <a:pt x="1195" y="267"/>
                    <a:pt x="928" y="1"/>
                    <a:pt x="597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3"/>
            <p:cNvSpPr/>
            <p:nvPr/>
          </p:nvSpPr>
          <p:spPr>
            <a:xfrm>
              <a:off x="3806150" y="4766400"/>
              <a:ext cx="29900" cy="29900"/>
            </a:xfrm>
            <a:custGeom>
              <a:avLst/>
              <a:gdLst/>
              <a:ahLst/>
              <a:cxnLst/>
              <a:rect l="l" t="t" r="r" b="b"/>
              <a:pathLst>
                <a:path w="1196" h="1196" extrusionOk="0">
                  <a:moveTo>
                    <a:pt x="598" y="1"/>
                  </a:moveTo>
                  <a:cubicBezTo>
                    <a:pt x="268" y="1"/>
                    <a:pt x="0" y="267"/>
                    <a:pt x="0" y="598"/>
                  </a:cubicBezTo>
                  <a:cubicBezTo>
                    <a:pt x="0" y="928"/>
                    <a:pt x="268" y="1196"/>
                    <a:pt x="598" y="1196"/>
                  </a:cubicBezTo>
                  <a:cubicBezTo>
                    <a:pt x="929" y="1196"/>
                    <a:pt x="1196" y="928"/>
                    <a:pt x="1196" y="598"/>
                  </a:cubicBezTo>
                  <a:cubicBezTo>
                    <a:pt x="1196" y="267"/>
                    <a:pt x="929" y="1"/>
                    <a:pt x="598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3"/>
            <p:cNvSpPr/>
            <p:nvPr/>
          </p:nvSpPr>
          <p:spPr>
            <a:xfrm>
              <a:off x="3714950" y="4846500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5" y="0"/>
                    <a:pt x="0" y="305"/>
                    <a:pt x="0" y="687"/>
                  </a:cubicBezTo>
                  <a:lnTo>
                    <a:pt x="0" y="1894"/>
                  </a:lnTo>
                  <a:cubicBezTo>
                    <a:pt x="0" y="2276"/>
                    <a:pt x="305" y="2581"/>
                    <a:pt x="687" y="2581"/>
                  </a:cubicBezTo>
                  <a:cubicBezTo>
                    <a:pt x="1068" y="2581"/>
                    <a:pt x="1373" y="2276"/>
                    <a:pt x="1373" y="1894"/>
                  </a:cubicBezTo>
                  <a:lnTo>
                    <a:pt x="1373" y="687"/>
                  </a:lnTo>
                  <a:cubicBezTo>
                    <a:pt x="1373" y="305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3"/>
            <p:cNvSpPr/>
            <p:nvPr/>
          </p:nvSpPr>
          <p:spPr>
            <a:xfrm>
              <a:off x="3680275" y="4844900"/>
              <a:ext cx="34700" cy="64550"/>
            </a:xfrm>
            <a:custGeom>
              <a:avLst/>
              <a:gdLst/>
              <a:ahLst/>
              <a:cxnLst/>
              <a:rect l="l" t="t" r="r" b="b"/>
              <a:pathLst>
                <a:path w="1388" h="2582" extrusionOk="0">
                  <a:moveTo>
                    <a:pt x="687" y="0"/>
                  </a:moveTo>
                  <a:cubicBezTo>
                    <a:pt x="306" y="0"/>
                    <a:pt x="1" y="305"/>
                    <a:pt x="1" y="687"/>
                  </a:cubicBezTo>
                  <a:lnTo>
                    <a:pt x="1" y="1895"/>
                  </a:lnTo>
                  <a:cubicBezTo>
                    <a:pt x="1" y="2277"/>
                    <a:pt x="306" y="2582"/>
                    <a:pt x="687" y="2582"/>
                  </a:cubicBezTo>
                  <a:cubicBezTo>
                    <a:pt x="1069" y="2582"/>
                    <a:pt x="1387" y="2277"/>
                    <a:pt x="1387" y="1895"/>
                  </a:cubicBezTo>
                  <a:lnTo>
                    <a:pt x="1387" y="687"/>
                  </a:lnTo>
                  <a:cubicBezTo>
                    <a:pt x="1387" y="305"/>
                    <a:pt x="1069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3"/>
            <p:cNvSpPr/>
            <p:nvPr/>
          </p:nvSpPr>
          <p:spPr>
            <a:xfrm>
              <a:off x="3783600" y="4846500"/>
              <a:ext cx="34650" cy="64525"/>
            </a:xfrm>
            <a:custGeom>
              <a:avLst/>
              <a:gdLst/>
              <a:ahLst/>
              <a:cxnLst/>
              <a:rect l="l" t="t" r="r" b="b"/>
              <a:pathLst>
                <a:path w="1386" h="2581" extrusionOk="0">
                  <a:moveTo>
                    <a:pt x="699" y="0"/>
                  </a:moveTo>
                  <a:cubicBezTo>
                    <a:pt x="318" y="0"/>
                    <a:pt x="0" y="305"/>
                    <a:pt x="0" y="687"/>
                  </a:cubicBezTo>
                  <a:lnTo>
                    <a:pt x="0" y="1894"/>
                  </a:lnTo>
                  <a:cubicBezTo>
                    <a:pt x="0" y="2276"/>
                    <a:pt x="318" y="2581"/>
                    <a:pt x="699" y="2581"/>
                  </a:cubicBezTo>
                  <a:cubicBezTo>
                    <a:pt x="1080" y="2581"/>
                    <a:pt x="1386" y="2276"/>
                    <a:pt x="1386" y="1894"/>
                  </a:cubicBezTo>
                  <a:lnTo>
                    <a:pt x="1386" y="687"/>
                  </a:lnTo>
                  <a:cubicBezTo>
                    <a:pt x="1386" y="305"/>
                    <a:pt x="1080" y="0"/>
                    <a:pt x="699" y="0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3"/>
            <p:cNvSpPr/>
            <p:nvPr/>
          </p:nvSpPr>
          <p:spPr>
            <a:xfrm>
              <a:off x="3749275" y="4844900"/>
              <a:ext cx="34350" cy="64550"/>
            </a:xfrm>
            <a:custGeom>
              <a:avLst/>
              <a:gdLst/>
              <a:ahLst/>
              <a:cxnLst/>
              <a:rect l="l" t="t" r="r" b="b"/>
              <a:pathLst>
                <a:path w="1374" h="2582" extrusionOk="0">
                  <a:moveTo>
                    <a:pt x="687" y="0"/>
                  </a:moveTo>
                  <a:cubicBezTo>
                    <a:pt x="305" y="0"/>
                    <a:pt x="0" y="305"/>
                    <a:pt x="0" y="687"/>
                  </a:cubicBezTo>
                  <a:lnTo>
                    <a:pt x="0" y="1895"/>
                  </a:lnTo>
                  <a:cubicBezTo>
                    <a:pt x="0" y="2277"/>
                    <a:pt x="305" y="2582"/>
                    <a:pt x="687" y="2582"/>
                  </a:cubicBezTo>
                  <a:cubicBezTo>
                    <a:pt x="1068" y="2582"/>
                    <a:pt x="1373" y="2277"/>
                    <a:pt x="1373" y="1895"/>
                  </a:cubicBezTo>
                  <a:lnTo>
                    <a:pt x="1373" y="687"/>
                  </a:lnTo>
                  <a:cubicBezTo>
                    <a:pt x="1373" y="305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3"/>
            <p:cNvSpPr/>
            <p:nvPr/>
          </p:nvSpPr>
          <p:spPr>
            <a:xfrm>
              <a:off x="3852550" y="4846800"/>
              <a:ext cx="34675" cy="64550"/>
            </a:xfrm>
            <a:custGeom>
              <a:avLst/>
              <a:gdLst/>
              <a:ahLst/>
              <a:cxnLst/>
              <a:rect l="l" t="t" r="r" b="b"/>
              <a:pathLst>
                <a:path w="1387" h="2582" extrusionOk="0">
                  <a:moveTo>
                    <a:pt x="700" y="1"/>
                  </a:moveTo>
                  <a:cubicBezTo>
                    <a:pt x="319" y="1"/>
                    <a:pt x="1" y="306"/>
                    <a:pt x="1" y="687"/>
                  </a:cubicBezTo>
                  <a:lnTo>
                    <a:pt x="1" y="1895"/>
                  </a:lnTo>
                  <a:cubicBezTo>
                    <a:pt x="1" y="2277"/>
                    <a:pt x="319" y="2582"/>
                    <a:pt x="700" y="2582"/>
                  </a:cubicBezTo>
                  <a:cubicBezTo>
                    <a:pt x="1082" y="2582"/>
                    <a:pt x="1387" y="2277"/>
                    <a:pt x="1387" y="1895"/>
                  </a:cubicBezTo>
                  <a:lnTo>
                    <a:pt x="1387" y="687"/>
                  </a:lnTo>
                  <a:cubicBezTo>
                    <a:pt x="1387" y="306"/>
                    <a:pt x="1082" y="1"/>
                    <a:pt x="700" y="1"/>
                  </a:cubicBez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3"/>
            <p:cNvSpPr/>
            <p:nvPr/>
          </p:nvSpPr>
          <p:spPr>
            <a:xfrm>
              <a:off x="3818225" y="4845225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6" y="0"/>
                    <a:pt x="1" y="306"/>
                    <a:pt x="1" y="687"/>
                  </a:cubicBezTo>
                  <a:lnTo>
                    <a:pt x="1" y="1894"/>
                  </a:lnTo>
                  <a:cubicBezTo>
                    <a:pt x="1" y="2276"/>
                    <a:pt x="306" y="2581"/>
                    <a:pt x="687" y="2581"/>
                  </a:cubicBezTo>
                  <a:cubicBezTo>
                    <a:pt x="1068" y="2581"/>
                    <a:pt x="1374" y="2276"/>
                    <a:pt x="1374" y="1894"/>
                  </a:cubicBezTo>
                  <a:lnTo>
                    <a:pt x="1374" y="687"/>
                  </a:lnTo>
                  <a:cubicBezTo>
                    <a:pt x="1374" y="306"/>
                    <a:pt x="1068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3"/>
            <p:cNvSpPr/>
            <p:nvPr/>
          </p:nvSpPr>
          <p:spPr>
            <a:xfrm>
              <a:off x="3887200" y="4845225"/>
              <a:ext cx="34350" cy="64525"/>
            </a:xfrm>
            <a:custGeom>
              <a:avLst/>
              <a:gdLst/>
              <a:ahLst/>
              <a:cxnLst/>
              <a:rect l="l" t="t" r="r" b="b"/>
              <a:pathLst>
                <a:path w="1374" h="2581" extrusionOk="0">
                  <a:moveTo>
                    <a:pt x="687" y="0"/>
                  </a:moveTo>
                  <a:cubicBezTo>
                    <a:pt x="306" y="0"/>
                    <a:pt x="1" y="306"/>
                    <a:pt x="1" y="687"/>
                  </a:cubicBezTo>
                  <a:lnTo>
                    <a:pt x="1" y="1894"/>
                  </a:lnTo>
                  <a:cubicBezTo>
                    <a:pt x="1" y="2276"/>
                    <a:pt x="306" y="2581"/>
                    <a:pt x="687" y="2581"/>
                  </a:cubicBezTo>
                  <a:cubicBezTo>
                    <a:pt x="1069" y="2581"/>
                    <a:pt x="1374" y="2276"/>
                    <a:pt x="1374" y="1894"/>
                  </a:cubicBezTo>
                  <a:lnTo>
                    <a:pt x="1374" y="687"/>
                  </a:lnTo>
                  <a:cubicBezTo>
                    <a:pt x="1374" y="306"/>
                    <a:pt x="1069" y="0"/>
                    <a:pt x="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8" name="Google Shape;528;p23"/>
          <p:cNvSpPr/>
          <p:nvPr/>
        </p:nvSpPr>
        <p:spPr>
          <a:xfrm>
            <a:off x="907440" y="984574"/>
            <a:ext cx="1002460" cy="877877"/>
          </a:xfrm>
          <a:custGeom>
            <a:avLst/>
            <a:gdLst/>
            <a:ahLst/>
            <a:cxnLst/>
            <a:rect l="l" t="t" r="r" b="b"/>
            <a:pathLst>
              <a:path w="35767" h="31322" extrusionOk="0">
                <a:moveTo>
                  <a:pt x="17873" y="1"/>
                </a:moveTo>
                <a:cubicBezTo>
                  <a:pt x="15216" y="1"/>
                  <a:pt x="12524" y="678"/>
                  <a:pt x="10061" y="2101"/>
                </a:cubicBezTo>
                <a:cubicBezTo>
                  <a:pt x="2572" y="6423"/>
                  <a:pt x="1" y="15996"/>
                  <a:pt x="4323" y="23485"/>
                </a:cubicBezTo>
                <a:cubicBezTo>
                  <a:pt x="7223" y="28510"/>
                  <a:pt x="12492" y="31321"/>
                  <a:pt x="17908" y="31321"/>
                </a:cubicBezTo>
                <a:cubicBezTo>
                  <a:pt x="20564" y="31321"/>
                  <a:pt x="23254" y="30646"/>
                  <a:pt x="25718" y="29224"/>
                </a:cubicBezTo>
                <a:cubicBezTo>
                  <a:pt x="33195" y="24902"/>
                  <a:pt x="35767" y="15317"/>
                  <a:pt x="31445" y="7828"/>
                </a:cubicBezTo>
                <a:cubicBezTo>
                  <a:pt x="28547" y="2806"/>
                  <a:pt x="23282" y="1"/>
                  <a:pt x="178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43" name="Google Shape;543;p23"/>
          <p:cNvSpPr/>
          <p:nvPr/>
        </p:nvSpPr>
        <p:spPr>
          <a:xfrm>
            <a:off x="7081260" y="2928117"/>
            <a:ext cx="1002460" cy="877849"/>
          </a:xfrm>
          <a:custGeom>
            <a:avLst/>
            <a:gdLst/>
            <a:ahLst/>
            <a:cxnLst/>
            <a:rect l="l" t="t" r="r" b="b"/>
            <a:pathLst>
              <a:path w="35767" h="31321" extrusionOk="0">
                <a:moveTo>
                  <a:pt x="17878" y="0"/>
                </a:moveTo>
                <a:cubicBezTo>
                  <a:pt x="15221" y="0"/>
                  <a:pt x="12528" y="677"/>
                  <a:pt x="10061" y="2101"/>
                </a:cubicBezTo>
                <a:cubicBezTo>
                  <a:pt x="2572" y="6423"/>
                  <a:pt x="0" y="15996"/>
                  <a:pt x="4322" y="23485"/>
                </a:cubicBezTo>
                <a:cubicBezTo>
                  <a:pt x="7222" y="28510"/>
                  <a:pt x="12492" y="31321"/>
                  <a:pt x="17908" y="31321"/>
                </a:cubicBezTo>
                <a:cubicBezTo>
                  <a:pt x="20564" y="31321"/>
                  <a:pt x="23254" y="30645"/>
                  <a:pt x="25718" y="29223"/>
                </a:cubicBezTo>
                <a:cubicBezTo>
                  <a:pt x="33207" y="24889"/>
                  <a:pt x="35767" y="15317"/>
                  <a:pt x="31445" y="7828"/>
                </a:cubicBezTo>
                <a:cubicBezTo>
                  <a:pt x="28547" y="2806"/>
                  <a:pt x="23287" y="0"/>
                  <a:pt x="1787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969963" y="2922643"/>
            <a:ext cx="877345" cy="877681"/>
          </a:xfrm>
          <a:custGeom>
            <a:avLst/>
            <a:gdLst/>
            <a:ahLst/>
            <a:cxnLst/>
            <a:rect l="l" t="t" r="r" b="b"/>
            <a:pathLst>
              <a:path w="31303" h="31315" extrusionOk="0">
                <a:moveTo>
                  <a:pt x="15658" y="1"/>
                </a:moveTo>
                <a:cubicBezTo>
                  <a:pt x="7002" y="1"/>
                  <a:pt x="1" y="7013"/>
                  <a:pt x="1" y="15657"/>
                </a:cubicBezTo>
                <a:cubicBezTo>
                  <a:pt x="1" y="24313"/>
                  <a:pt x="7002" y="31314"/>
                  <a:pt x="15658" y="31314"/>
                </a:cubicBezTo>
                <a:cubicBezTo>
                  <a:pt x="24302" y="31314"/>
                  <a:pt x="31302" y="24313"/>
                  <a:pt x="31302" y="15657"/>
                </a:cubicBezTo>
                <a:cubicBezTo>
                  <a:pt x="31302" y="7013"/>
                  <a:pt x="24302" y="1"/>
                  <a:pt x="156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5" name="Google Shape;575;p23"/>
          <p:cNvSpPr/>
          <p:nvPr/>
        </p:nvSpPr>
        <p:spPr>
          <a:xfrm>
            <a:off x="7081260" y="984630"/>
            <a:ext cx="1002460" cy="877765"/>
          </a:xfrm>
          <a:custGeom>
            <a:avLst/>
            <a:gdLst/>
            <a:ahLst/>
            <a:cxnLst/>
            <a:rect l="l" t="t" r="r" b="b"/>
            <a:pathLst>
              <a:path w="35767" h="31318" extrusionOk="0">
                <a:moveTo>
                  <a:pt x="17889" y="0"/>
                </a:moveTo>
                <a:cubicBezTo>
                  <a:pt x="12480" y="0"/>
                  <a:pt x="7220" y="2811"/>
                  <a:pt x="4322" y="7833"/>
                </a:cubicBezTo>
                <a:cubicBezTo>
                  <a:pt x="0" y="15322"/>
                  <a:pt x="2560" y="24895"/>
                  <a:pt x="10049" y="29217"/>
                </a:cubicBezTo>
                <a:cubicBezTo>
                  <a:pt x="12516" y="30640"/>
                  <a:pt x="15210" y="31317"/>
                  <a:pt x="17869" y="31317"/>
                </a:cubicBezTo>
                <a:cubicBezTo>
                  <a:pt x="23281" y="31317"/>
                  <a:pt x="28546" y="28512"/>
                  <a:pt x="31444" y="23490"/>
                </a:cubicBezTo>
                <a:cubicBezTo>
                  <a:pt x="35766" y="16001"/>
                  <a:pt x="33195" y="6428"/>
                  <a:pt x="25706" y="2106"/>
                </a:cubicBezTo>
                <a:cubicBezTo>
                  <a:pt x="23239" y="678"/>
                  <a:pt x="20546" y="0"/>
                  <a:pt x="1788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576;p23"/>
          <p:cNvGrpSpPr/>
          <p:nvPr/>
        </p:nvGrpSpPr>
        <p:grpSpPr>
          <a:xfrm>
            <a:off x="7362765" y="3141175"/>
            <a:ext cx="439447" cy="503407"/>
            <a:chOff x="5100401" y="1599112"/>
            <a:chExt cx="373775" cy="428176"/>
          </a:xfrm>
        </p:grpSpPr>
        <p:sp>
          <p:nvSpPr>
            <p:cNvPr id="577" name="Google Shape;577;p23"/>
            <p:cNvSpPr/>
            <p:nvPr/>
          </p:nvSpPr>
          <p:spPr>
            <a:xfrm>
              <a:off x="5100401" y="1599112"/>
              <a:ext cx="373775" cy="428176"/>
            </a:xfrm>
            <a:custGeom>
              <a:avLst/>
              <a:gdLst/>
              <a:ahLst/>
              <a:cxnLst/>
              <a:rect l="l" t="t" r="r" b="b"/>
              <a:pathLst>
                <a:path w="13336" h="15277" extrusionOk="0">
                  <a:moveTo>
                    <a:pt x="6668" y="1"/>
                  </a:moveTo>
                  <a:lnTo>
                    <a:pt x="1" y="3334"/>
                  </a:lnTo>
                  <a:cubicBezTo>
                    <a:pt x="1" y="3334"/>
                    <a:pt x="1" y="10823"/>
                    <a:pt x="6668" y="15276"/>
                  </a:cubicBezTo>
                  <a:cubicBezTo>
                    <a:pt x="13336" y="10823"/>
                    <a:pt x="13336" y="3334"/>
                    <a:pt x="13336" y="3334"/>
                  </a:cubicBezTo>
                  <a:lnTo>
                    <a:pt x="6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3"/>
            <p:cNvSpPr/>
            <p:nvPr/>
          </p:nvSpPr>
          <p:spPr>
            <a:xfrm>
              <a:off x="5149449" y="1651187"/>
              <a:ext cx="275342" cy="317692"/>
            </a:xfrm>
            <a:custGeom>
              <a:avLst/>
              <a:gdLst/>
              <a:ahLst/>
              <a:cxnLst/>
              <a:rect l="l" t="t" r="r" b="b"/>
              <a:pathLst>
                <a:path w="9824" h="11335" fill="none" extrusionOk="0">
                  <a:moveTo>
                    <a:pt x="4918" y="11335"/>
                  </a:moveTo>
                  <a:cubicBezTo>
                    <a:pt x="1203" y="8370"/>
                    <a:pt x="251" y="4310"/>
                    <a:pt x="1" y="2465"/>
                  </a:cubicBezTo>
                  <a:lnTo>
                    <a:pt x="4918" y="0"/>
                  </a:lnTo>
                  <a:lnTo>
                    <a:pt x="9824" y="2465"/>
                  </a:lnTo>
                  <a:cubicBezTo>
                    <a:pt x="9585" y="4322"/>
                    <a:pt x="8645" y="8358"/>
                    <a:pt x="4918" y="11335"/>
                  </a:cubicBezTo>
                  <a:close/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3"/>
            <p:cNvSpPr/>
            <p:nvPr/>
          </p:nvSpPr>
          <p:spPr>
            <a:xfrm>
              <a:off x="5233223" y="1751946"/>
              <a:ext cx="125507" cy="94144"/>
            </a:xfrm>
            <a:custGeom>
              <a:avLst/>
              <a:gdLst/>
              <a:ahLst/>
              <a:cxnLst/>
              <a:rect l="l" t="t" r="r" b="b"/>
              <a:pathLst>
                <a:path w="4478" h="3359" fill="none" extrusionOk="0">
                  <a:moveTo>
                    <a:pt x="0" y="1965"/>
                  </a:moveTo>
                  <a:lnTo>
                    <a:pt x="1405" y="3358"/>
                  </a:lnTo>
                  <a:lnTo>
                    <a:pt x="4477" y="1"/>
                  </a:lnTo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3"/>
            <p:cNvSpPr/>
            <p:nvPr/>
          </p:nvSpPr>
          <p:spPr>
            <a:xfrm>
              <a:off x="5100401" y="1599112"/>
              <a:ext cx="373775" cy="428176"/>
            </a:xfrm>
            <a:custGeom>
              <a:avLst/>
              <a:gdLst/>
              <a:ahLst/>
              <a:cxnLst/>
              <a:rect l="l" t="t" r="r" b="b"/>
              <a:pathLst>
                <a:path w="13336" h="15277" fill="none" extrusionOk="0">
                  <a:moveTo>
                    <a:pt x="6668" y="15276"/>
                  </a:moveTo>
                  <a:cubicBezTo>
                    <a:pt x="1" y="10823"/>
                    <a:pt x="1" y="3334"/>
                    <a:pt x="1" y="3334"/>
                  </a:cubicBezTo>
                  <a:lnTo>
                    <a:pt x="6668" y="1"/>
                  </a:lnTo>
                  <a:lnTo>
                    <a:pt x="13336" y="3334"/>
                  </a:lnTo>
                  <a:cubicBezTo>
                    <a:pt x="13336" y="3334"/>
                    <a:pt x="13336" y="10823"/>
                    <a:pt x="6668" y="15276"/>
                  </a:cubicBezTo>
                  <a:close/>
                </a:path>
              </a:pathLst>
            </a:custGeom>
            <a:solidFill>
              <a:schemeClr val="dk2"/>
            </a:solidFill>
            <a:ln w="1130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23"/>
          <p:cNvGrpSpPr/>
          <p:nvPr/>
        </p:nvGrpSpPr>
        <p:grpSpPr>
          <a:xfrm>
            <a:off x="6934290" y="1923218"/>
            <a:ext cx="1296199" cy="724740"/>
            <a:chOff x="7405098" y="1238193"/>
            <a:chExt cx="1296199" cy="724740"/>
          </a:xfrm>
        </p:grpSpPr>
        <p:sp>
          <p:nvSpPr>
            <p:cNvPr id="582" name="Google Shape;582;p23"/>
            <p:cNvSpPr txBox="1"/>
            <p:nvPr/>
          </p:nvSpPr>
          <p:spPr>
            <a:xfrm>
              <a:off x="7405098" y="1238193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6"/>
                  </a:solidFill>
                  <a:latin typeface="Fira Sans"/>
                  <a:ea typeface="Fira Sans"/>
                  <a:cs typeface="Fira Sans"/>
                  <a:sym typeface="Fira Sans"/>
                </a:rPr>
                <a:t>Risk Reduction</a:t>
              </a:r>
              <a:endParaRPr b="1" dirty="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3" name="Google Shape;583;p23"/>
            <p:cNvSpPr txBox="1"/>
            <p:nvPr/>
          </p:nvSpPr>
          <p:spPr>
            <a:xfrm>
              <a:off x="7405297" y="1520733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it-IT" sz="1050" dirty="0">
                  <a:latin typeface="Fira Sans" panose="020B0503050000020004" pitchFamily="34" charset="0"/>
                </a:rPr>
                <a:t>Safe </a:t>
              </a:r>
              <a:r>
                <a:rPr lang="it-IT" sz="1050" dirty="0" err="1">
                  <a:latin typeface="Fira Sans" panose="020B0503050000020004" pitchFamily="34" charset="0"/>
                </a:rPr>
                <a:t>analysis</a:t>
              </a:r>
              <a:r>
                <a:rPr lang="it-IT" sz="1050" dirty="0">
                  <a:latin typeface="Fira Sans" panose="020B0503050000020004" pitchFamily="34" charset="0"/>
                </a:rPr>
                <a:t> </a:t>
              </a:r>
              <a:r>
                <a:rPr lang="it-IT" sz="1050" dirty="0" err="1">
                  <a:latin typeface="Fira Sans" panose="020B0503050000020004" pitchFamily="34" charset="0"/>
                </a:rPr>
                <a:t>without</a:t>
              </a:r>
              <a:r>
                <a:rPr lang="it-IT" sz="1050" dirty="0">
                  <a:latin typeface="Fira Sans" panose="020B0503050000020004" pitchFamily="34" charset="0"/>
                </a:rPr>
                <a:t> </a:t>
              </a:r>
              <a:r>
                <a:rPr lang="it-IT" sz="1050" dirty="0" err="1">
                  <a:latin typeface="Fira Sans" panose="020B0503050000020004" pitchFamily="34" charset="0"/>
                </a:rPr>
                <a:t>execution</a:t>
              </a:r>
              <a:r>
                <a:rPr lang="it-IT" sz="1050" dirty="0">
                  <a:latin typeface="Fira Sans" panose="020B0503050000020004" pitchFamily="34" charset="0"/>
                </a:rPr>
                <a:t>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84" name="Google Shape;584;p23"/>
          <p:cNvGrpSpPr/>
          <p:nvPr/>
        </p:nvGrpSpPr>
        <p:grpSpPr>
          <a:xfrm>
            <a:off x="760637" y="3863816"/>
            <a:ext cx="1296000" cy="740470"/>
            <a:chOff x="442712" y="3940016"/>
            <a:chExt cx="1296000" cy="740470"/>
          </a:xfrm>
        </p:grpSpPr>
        <p:sp>
          <p:nvSpPr>
            <p:cNvPr id="585" name="Google Shape;585;p23"/>
            <p:cNvSpPr txBox="1"/>
            <p:nvPr/>
          </p:nvSpPr>
          <p:spPr>
            <a:xfrm>
              <a:off x="442712" y="3940016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Modules</a:t>
              </a:r>
              <a:endParaRPr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6" name="Google Shape;586;p23"/>
            <p:cNvSpPr txBox="1"/>
            <p:nvPr/>
          </p:nvSpPr>
          <p:spPr>
            <a:xfrm>
              <a:off x="442712" y="4238286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Exclude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exclusive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sample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analysis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and </a:t>
              </a:r>
              <a:r>
                <a:rPr lang="it-IT" sz="105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reuse</a:t>
              </a:r>
              <a:r>
                <a:rPr lang="it-IT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the code.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87" name="Google Shape;587;p23"/>
          <p:cNvGrpSpPr/>
          <p:nvPr/>
        </p:nvGrpSpPr>
        <p:grpSpPr>
          <a:xfrm>
            <a:off x="760637" y="1925517"/>
            <a:ext cx="1296000" cy="722442"/>
            <a:chOff x="442712" y="2595585"/>
            <a:chExt cx="1296000" cy="722442"/>
          </a:xfrm>
        </p:grpSpPr>
        <p:sp>
          <p:nvSpPr>
            <p:cNvPr id="588" name="Google Shape;588;p23"/>
            <p:cNvSpPr txBox="1"/>
            <p:nvPr/>
          </p:nvSpPr>
          <p:spPr>
            <a:xfrm>
              <a:off x="442712" y="259558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First Responder</a:t>
              </a:r>
              <a:endParaRPr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89" name="Google Shape;589;p23"/>
            <p:cNvSpPr txBox="1"/>
            <p:nvPr/>
          </p:nvSpPr>
          <p:spPr>
            <a:xfrm>
              <a:off x="442712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US" sz="1050" dirty="0">
                  <a:latin typeface="Fira Sans" panose="020B0503050000020004" pitchFamily="34" charset="0"/>
                </a:rPr>
                <a:t>Need for rapid response in critical incidents.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90" name="Google Shape;590;p23"/>
          <p:cNvGrpSpPr/>
          <p:nvPr/>
        </p:nvGrpSpPr>
        <p:grpSpPr>
          <a:xfrm>
            <a:off x="6934290" y="3863816"/>
            <a:ext cx="1296199" cy="740464"/>
            <a:chOff x="7405098" y="2577563"/>
            <a:chExt cx="1296199" cy="740464"/>
          </a:xfrm>
        </p:grpSpPr>
        <p:sp>
          <p:nvSpPr>
            <p:cNvPr id="591" name="Google Shape;591;p23"/>
            <p:cNvSpPr txBox="1"/>
            <p:nvPr/>
          </p:nvSpPr>
          <p:spPr>
            <a:xfrm>
              <a:off x="7405098" y="2577563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STIX/TAXII</a:t>
              </a:r>
              <a:endParaRPr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92" name="Google Shape;592;p23"/>
            <p:cNvSpPr txBox="1"/>
            <p:nvPr/>
          </p:nvSpPr>
          <p:spPr>
            <a:xfrm>
              <a:off x="7405297" y="2875827"/>
              <a:ext cx="1296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 algn="ctr"/>
              <a:r>
                <a:rPr lang="en-US" sz="1050" dirty="0"/>
                <a:t>Enable automation and intelligence sharing (STIX/TAXII).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pic>
        <p:nvPicPr>
          <p:cNvPr id="5" name="Elemento grafico 4" descr="Telefono viva voce con riempimento a tinta unita">
            <a:extLst>
              <a:ext uri="{FF2B5EF4-FFF2-40B4-BE49-F238E27FC236}">
                <a16:creationId xmlns:a16="http://schemas.microsoft.com/office/drawing/2014/main" id="{6F8AE978-724A-64C4-3317-4DD45C4B44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3785" y="1060330"/>
            <a:ext cx="729703" cy="729703"/>
          </a:xfrm>
          <a:prstGeom prst="rect">
            <a:avLst/>
          </a:prstGeom>
        </p:spPr>
      </p:pic>
      <p:pic>
        <p:nvPicPr>
          <p:cNvPr id="10" name="Elemento grafico 9" descr="Freccia circolare con riempimento a tinta unita">
            <a:extLst>
              <a:ext uri="{FF2B5EF4-FFF2-40B4-BE49-F238E27FC236}">
                <a16:creationId xmlns:a16="http://schemas.microsoft.com/office/drawing/2014/main" id="{070363FD-0DA1-C438-E137-0A6EE6E308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600" y="2979120"/>
            <a:ext cx="805556" cy="805556"/>
          </a:xfrm>
          <a:prstGeom prst="rect">
            <a:avLst/>
          </a:prstGeom>
        </p:spPr>
      </p:pic>
      <p:pic>
        <p:nvPicPr>
          <p:cNvPr id="12" name="Elemento grafico 11" descr="Sicuro con riempimento a tinta unita">
            <a:extLst>
              <a:ext uri="{FF2B5EF4-FFF2-40B4-BE49-F238E27FC236}">
                <a16:creationId xmlns:a16="http://schemas.microsoft.com/office/drawing/2014/main" id="{4A63B488-7A44-0A9E-69A8-A02941BDAE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518" y="1087465"/>
            <a:ext cx="674369" cy="674369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CE054E2F-E3C0-B0E5-9F51-E4DE8DDE986F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372AEB82-3BDF-81A8-E82A-15E79FE2050E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9BE31BA3-7E9D-138B-CB64-15B3DB7C1F48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4FC3C132-B37E-7E77-BBE3-E75F227060B1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37EB9D07-CE5D-6290-687F-34B11C52C2F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690E6773-9636-967C-7E88-669BD26D1A5D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7;p15">
                <a:extLst>
                  <a:ext uri="{FF2B5EF4-FFF2-40B4-BE49-F238E27FC236}">
                    <a16:creationId xmlns:a16="http://schemas.microsoft.com/office/drawing/2014/main" id="{2713DB07-7306-0D1D-BD67-9BBFF9219CE7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9CA812A0-A4C8-DC2F-D42E-86CF2D8C14B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F88F171F-EB62-638B-2236-5F9145A89458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4" name="Google Shape;73;p15">
              <a:extLst>
                <a:ext uri="{FF2B5EF4-FFF2-40B4-BE49-F238E27FC236}">
                  <a16:creationId xmlns:a16="http://schemas.microsoft.com/office/drawing/2014/main" id="{1B2D216B-1013-AAC6-D63C-C141E1ED9D71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5;p15">
              <a:extLst>
                <a:ext uri="{FF2B5EF4-FFF2-40B4-BE49-F238E27FC236}">
                  <a16:creationId xmlns:a16="http://schemas.microsoft.com/office/drawing/2014/main" id="{DEA9E533-975A-301D-A816-58861E5A1ECA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6;p15">
              <a:extLst>
                <a:ext uri="{FF2B5EF4-FFF2-40B4-BE49-F238E27FC236}">
                  <a16:creationId xmlns:a16="http://schemas.microsoft.com/office/drawing/2014/main" id="{1F9F36EA-7453-3174-0FEA-D03FC44BCDF7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1;p15">
              <a:extLst>
                <a:ext uri="{FF2B5EF4-FFF2-40B4-BE49-F238E27FC236}">
                  <a16:creationId xmlns:a16="http://schemas.microsoft.com/office/drawing/2014/main" id="{9E1BCB29-A279-1DDF-FE53-42EBF5BEE8E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2;p15">
              <a:extLst>
                <a:ext uri="{FF2B5EF4-FFF2-40B4-BE49-F238E27FC236}">
                  <a16:creationId xmlns:a16="http://schemas.microsoft.com/office/drawing/2014/main" id="{6B553495-5ABE-26BE-44A4-4DCDB14E4DAE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4;p15">
              <a:extLst>
                <a:ext uri="{FF2B5EF4-FFF2-40B4-BE49-F238E27FC236}">
                  <a16:creationId xmlns:a16="http://schemas.microsoft.com/office/drawing/2014/main" id="{F76F8199-5FCF-FBF8-95E8-6C2D37DE274F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83C2CE87-6BA3-A52A-C611-2666DEE926AA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1" name="Google Shape;122;p15">
              <a:extLst>
                <a:ext uri="{FF2B5EF4-FFF2-40B4-BE49-F238E27FC236}">
                  <a16:creationId xmlns:a16="http://schemas.microsoft.com/office/drawing/2014/main" id="{A6B463E5-6C35-155D-90B4-193BDD6C2518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3;p15">
              <a:extLst>
                <a:ext uri="{FF2B5EF4-FFF2-40B4-BE49-F238E27FC236}">
                  <a16:creationId xmlns:a16="http://schemas.microsoft.com/office/drawing/2014/main" id="{D228D202-B74B-A75A-58A6-FC99356E5300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4;p15">
              <a:extLst>
                <a:ext uri="{FF2B5EF4-FFF2-40B4-BE49-F238E27FC236}">
                  <a16:creationId xmlns:a16="http://schemas.microsoft.com/office/drawing/2014/main" id="{376EDE05-7AB6-E056-E1F8-11D71893BCB6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5;p15">
              <a:extLst>
                <a:ext uri="{FF2B5EF4-FFF2-40B4-BE49-F238E27FC236}">
                  <a16:creationId xmlns:a16="http://schemas.microsoft.com/office/drawing/2014/main" id="{327F0F86-DE13-7D02-4552-BF9C18288FE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3"/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SMAAF Framework Modules</a:t>
            </a:r>
            <a:endParaRPr dirty="0"/>
          </a:p>
        </p:txBody>
      </p:sp>
      <p:sp>
        <p:nvSpPr>
          <p:cNvPr id="1250" name="Google Shape;1250;p33"/>
          <p:cNvSpPr/>
          <p:nvPr/>
        </p:nvSpPr>
        <p:spPr>
          <a:xfrm>
            <a:off x="799498" y="1595475"/>
            <a:ext cx="1970045" cy="1160419"/>
          </a:xfrm>
          <a:custGeom>
            <a:avLst/>
            <a:gdLst/>
            <a:ahLst/>
            <a:cxnLst/>
            <a:rect l="l" t="t" r="r" b="b"/>
            <a:pathLst>
              <a:path w="51170" h="59677" extrusionOk="0">
                <a:moveTo>
                  <a:pt x="46100" y="0"/>
                </a:moveTo>
                <a:lnTo>
                  <a:pt x="5070" y="0"/>
                </a:lnTo>
                <a:cubicBezTo>
                  <a:pt x="2268" y="0"/>
                  <a:pt x="0" y="2269"/>
                  <a:pt x="0" y="5037"/>
                </a:cubicBezTo>
                <a:lnTo>
                  <a:pt x="0" y="46067"/>
                </a:lnTo>
                <a:cubicBezTo>
                  <a:pt x="0" y="48869"/>
                  <a:pt x="2268" y="51137"/>
                  <a:pt x="5070" y="51137"/>
                </a:cubicBezTo>
                <a:lnTo>
                  <a:pt x="20648" y="51137"/>
                </a:lnTo>
                <a:lnTo>
                  <a:pt x="22816" y="54906"/>
                </a:lnTo>
                <a:lnTo>
                  <a:pt x="25518" y="59677"/>
                </a:lnTo>
                <a:lnTo>
                  <a:pt x="28287" y="54940"/>
                </a:lnTo>
                <a:lnTo>
                  <a:pt x="30522" y="51137"/>
                </a:lnTo>
                <a:lnTo>
                  <a:pt x="46100" y="51137"/>
                </a:lnTo>
                <a:cubicBezTo>
                  <a:pt x="48902" y="51137"/>
                  <a:pt x="51137" y="48869"/>
                  <a:pt x="51137" y="46067"/>
                </a:cubicBezTo>
                <a:lnTo>
                  <a:pt x="51137" y="5037"/>
                </a:lnTo>
                <a:cubicBezTo>
                  <a:pt x="51170" y="2269"/>
                  <a:pt x="48902" y="0"/>
                  <a:pt x="46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1" name="Google Shape;1251;p33"/>
          <p:cNvSpPr/>
          <p:nvPr/>
        </p:nvSpPr>
        <p:spPr>
          <a:xfrm>
            <a:off x="2206600" y="3252200"/>
            <a:ext cx="1970083" cy="1161080"/>
          </a:xfrm>
          <a:custGeom>
            <a:avLst/>
            <a:gdLst/>
            <a:ahLst/>
            <a:cxnLst/>
            <a:rect l="l" t="t" r="r" b="b"/>
            <a:pathLst>
              <a:path w="51171" h="59711" extrusionOk="0">
                <a:moveTo>
                  <a:pt x="5071" y="59710"/>
                </a:moveTo>
                <a:lnTo>
                  <a:pt x="46100" y="59710"/>
                </a:lnTo>
                <a:cubicBezTo>
                  <a:pt x="48902" y="59710"/>
                  <a:pt x="51170" y="57442"/>
                  <a:pt x="51170" y="54640"/>
                </a:cubicBezTo>
                <a:lnTo>
                  <a:pt x="51170" y="13611"/>
                </a:lnTo>
                <a:cubicBezTo>
                  <a:pt x="51170" y="10809"/>
                  <a:pt x="48902" y="8540"/>
                  <a:pt x="46100" y="8540"/>
                </a:cubicBezTo>
                <a:lnTo>
                  <a:pt x="30522" y="8540"/>
                </a:lnTo>
                <a:lnTo>
                  <a:pt x="28354" y="4771"/>
                </a:lnTo>
                <a:lnTo>
                  <a:pt x="25652" y="1"/>
                </a:lnTo>
                <a:lnTo>
                  <a:pt x="22883" y="4738"/>
                </a:lnTo>
                <a:lnTo>
                  <a:pt x="20648" y="8540"/>
                </a:lnTo>
                <a:lnTo>
                  <a:pt x="5071" y="8540"/>
                </a:lnTo>
                <a:cubicBezTo>
                  <a:pt x="2269" y="8540"/>
                  <a:pt x="0" y="10809"/>
                  <a:pt x="0" y="13611"/>
                </a:cubicBezTo>
                <a:lnTo>
                  <a:pt x="0" y="54640"/>
                </a:lnTo>
                <a:cubicBezTo>
                  <a:pt x="0" y="57442"/>
                  <a:pt x="2269" y="59710"/>
                  <a:pt x="5071" y="5971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33"/>
          <p:cNvSpPr/>
          <p:nvPr/>
        </p:nvSpPr>
        <p:spPr>
          <a:xfrm>
            <a:off x="2078650" y="4125331"/>
            <a:ext cx="2234770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Disassembler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Module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3" name="Google Shape;1253;p33"/>
          <p:cNvSpPr/>
          <p:nvPr/>
        </p:nvSpPr>
        <p:spPr>
          <a:xfrm>
            <a:off x="4987304" y="3252200"/>
            <a:ext cx="1970084" cy="1161080"/>
          </a:xfrm>
          <a:custGeom>
            <a:avLst/>
            <a:gdLst/>
            <a:ahLst/>
            <a:cxnLst/>
            <a:rect l="l" t="t" r="r" b="b"/>
            <a:pathLst>
              <a:path w="51171" h="59711" extrusionOk="0">
                <a:moveTo>
                  <a:pt x="5070" y="59710"/>
                </a:moveTo>
                <a:lnTo>
                  <a:pt x="46100" y="59710"/>
                </a:lnTo>
                <a:cubicBezTo>
                  <a:pt x="48902" y="59710"/>
                  <a:pt x="51170" y="57442"/>
                  <a:pt x="51170" y="54640"/>
                </a:cubicBezTo>
                <a:lnTo>
                  <a:pt x="51170" y="13611"/>
                </a:lnTo>
                <a:cubicBezTo>
                  <a:pt x="51170" y="10809"/>
                  <a:pt x="48902" y="8540"/>
                  <a:pt x="46100" y="8540"/>
                </a:cubicBezTo>
                <a:lnTo>
                  <a:pt x="30522" y="8540"/>
                </a:lnTo>
                <a:lnTo>
                  <a:pt x="28354" y="4771"/>
                </a:lnTo>
                <a:lnTo>
                  <a:pt x="25652" y="1"/>
                </a:lnTo>
                <a:lnTo>
                  <a:pt x="22883" y="4738"/>
                </a:lnTo>
                <a:lnTo>
                  <a:pt x="20648" y="8540"/>
                </a:lnTo>
                <a:lnTo>
                  <a:pt x="5070" y="8540"/>
                </a:lnTo>
                <a:cubicBezTo>
                  <a:pt x="2268" y="8540"/>
                  <a:pt x="0" y="10809"/>
                  <a:pt x="0" y="13611"/>
                </a:cubicBezTo>
                <a:lnTo>
                  <a:pt x="0" y="54640"/>
                </a:lnTo>
                <a:cubicBezTo>
                  <a:pt x="0" y="57442"/>
                  <a:pt x="2268" y="59710"/>
                  <a:pt x="5070" y="5971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33"/>
          <p:cNvSpPr/>
          <p:nvPr/>
        </p:nvSpPr>
        <p:spPr>
          <a:xfrm>
            <a:off x="4845176" y="4125331"/>
            <a:ext cx="2234770" cy="359387"/>
          </a:xfrm>
          <a:custGeom>
            <a:avLst/>
            <a:gdLst/>
            <a:ahLst/>
            <a:cxnLst/>
            <a:rect l="l" t="t" r="r" b="b"/>
            <a:pathLst>
              <a:path w="76422" h="17514" extrusionOk="0">
                <a:moveTo>
                  <a:pt x="76422" y="17513"/>
                </a:moveTo>
                <a:lnTo>
                  <a:pt x="1" y="17513"/>
                </a:lnTo>
                <a:lnTo>
                  <a:pt x="1" y="1"/>
                </a:lnTo>
                <a:lnTo>
                  <a:pt x="7642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5" name="Google Shape;1255;p33"/>
          <p:cNvSpPr/>
          <p:nvPr/>
        </p:nvSpPr>
        <p:spPr>
          <a:xfrm>
            <a:off x="661275" y="1523475"/>
            <a:ext cx="2235765" cy="359387"/>
          </a:xfrm>
          <a:custGeom>
            <a:avLst/>
            <a:gdLst/>
            <a:ahLst/>
            <a:cxnLst/>
            <a:rect l="l" t="t" r="r" b="b"/>
            <a:pathLst>
              <a:path w="76456" h="17514" extrusionOk="0">
                <a:moveTo>
                  <a:pt x="1" y="1"/>
                </a:moveTo>
                <a:lnTo>
                  <a:pt x="76456" y="1"/>
                </a:lnTo>
                <a:lnTo>
                  <a:pt x="76456" y="17513"/>
                </a:lnTo>
                <a:lnTo>
                  <a:pt x="1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Malware Sample </a:t>
            </a:r>
            <a:r>
              <a:rPr lang="it-IT" sz="1200" b="1" dirty="0" err="1">
                <a:latin typeface="Fira Sans"/>
                <a:ea typeface="Fira Sans"/>
                <a:cs typeface="Fira Sans"/>
                <a:sym typeface="Fira Sans"/>
              </a:rPr>
              <a:t>Collector</a:t>
            </a:r>
            <a:endParaRPr lang="it-IT" sz="12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6" name="Google Shape;1256;p33"/>
          <p:cNvSpPr/>
          <p:nvPr/>
        </p:nvSpPr>
        <p:spPr>
          <a:xfrm>
            <a:off x="3587473" y="1595475"/>
            <a:ext cx="1970045" cy="1160419"/>
          </a:xfrm>
          <a:custGeom>
            <a:avLst/>
            <a:gdLst/>
            <a:ahLst/>
            <a:cxnLst/>
            <a:rect l="l" t="t" r="r" b="b"/>
            <a:pathLst>
              <a:path w="51170" h="59677" extrusionOk="0">
                <a:moveTo>
                  <a:pt x="46100" y="0"/>
                </a:moveTo>
                <a:lnTo>
                  <a:pt x="5070" y="0"/>
                </a:lnTo>
                <a:cubicBezTo>
                  <a:pt x="2268" y="0"/>
                  <a:pt x="0" y="2269"/>
                  <a:pt x="0" y="5037"/>
                </a:cubicBezTo>
                <a:lnTo>
                  <a:pt x="0" y="46067"/>
                </a:lnTo>
                <a:cubicBezTo>
                  <a:pt x="0" y="48869"/>
                  <a:pt x="2268" y="51137"/>
                  <a:pt x="5070" y="51137"/>
                </a:cubicBezTo>
                <a:lnTo>
                  <a:pt x="20648" y="51137"/>
                </a:lnTo>
                <a:lnTo>
                  <a:pt x="22816" y="54906"/>
                </a:lnTo>
                <a:lnTo>
                  <a:pt x="25518" y="59677"/>
                </a:lnTo>
                <a:lnTo>
                  <a:pt x="28287" y="54940"/>
                </a:lnTo>
                <a:lnTo>
                  <a:pt x="30522" y="51137"/>
                </a:lnTo>
                <a:lnTo>
                  <a:pt x="46100" y="51137"/>
                </a:lnTo>
                <a:cubicBezTo>
                  <a:pt x="48902" y="51137"/>
                  <a:pt x="51137" y="48869"/>
                  <a:pt x="51137" y="46067"/>
                </a:cubicBezTo>
                <a:lnTo>
                  <a:pt x="51137" y="5037"/>
                </a:lnTo>
                <a:cubicBezTo>
                  <a:pt x="51170" y="2269"/>
                  <a:pt x="48902" y="0"/>
                  <a:pt x="46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33"/>
          <p:cNvSpPr/>
          <p:nvPr/>
        </p:nvSpPr>
        <p:spPr>
          <a:xfrm>
            <a:off x="3443375" y="1523475"/>
            <a:ext cx="2234770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2" y="0"/>
                </a:lnTo>
                <a:lnTo>
                  <a:pt x="76422" y="17513"/>
                </a:lnTo>
                <a:lnTo>
                  <a:pt x="0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</a:t>
            </a: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Signature </a:t>
            </a:r>
            <a:r>
              <a:rPr lang="it-IT" sz="1200" b="1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Extractor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33"/>
          <p:cNvSpPr/>
          <p:nvPr/>
        </p:nvSpPr>
        <p:spPr>
          <a:xfrm>
            <a:off x="6380302" y="1595475"/>
            <a:ext cx="1970084" cy="1160419"/>
          </a:xfrm>
          <a:custGeom>
            <a:avLst/>
            <a:gdLst/>
            <a:ahLst/>
            <a:cxnLst/>
            <a:rect l="l" t="t" r="r" b="b"/>
            <a:pathLst>
              <a:path w="51171" h="59677" extrusionOk="0">
                <a:moveTo>
                  <a:pt x="46101" y="0"/>
                </a:moveTo>
                <a:lnTo>
                  <a:pt x="5071" y="0"/>
                </a:lnTo>
                <a:cubicBezTo>
                  <a:pt x="2269" y="0"/>
                  <a:pt x="1" y="2269"/>
                  <a:pt x="1" y="5037"/>
                </a:cubicBezTo>
                <a:lnTo>
                  <a:pt x="1" y="46067"/>
                </a:lnTo>
                <a:cubicBezTo>
                  <a:pt x="1" y="48869"/>
                  <a:pt x="2269" y="51137"/>
                  <a:pt x="5071" y="51137"/>
                </a:cubicBezTo>
                <a:lnTo>
                  <a:pt x="20649" y="51137"/>
                </a:lnTo>
                <a:lnTo>
                  <a:pt x="22817" y="54906"/>
                </a:lnTo>
                <a:lnTo>
                  <a:pt x="25519" y="59677"/>
                </a:lnTo>
                <a:lnTo>
                  <a:pt x="28288" y="54940"/>
                </a:lnTo>
                <a:lnTo>
                  <a:pt x="30523" y="51137"/>
                </a:lnTo>
                <a:lnTo>
                  <a:pt x="46101" y="51137"/>
                </a:lnTo>
                <a:cubicBezTo>
                  <a:pt x="48903" y="51137"/>
                  <a:pt x="51138" y="48869"/>
                  <a:pt x="51138" y="46067"/>
                </a:cubicBezTo>
                <a:lnTo>
                  <a:pt x="51138" y="5037"/>
                </a:lnTo>
                <a:cubicBezTo>
                  <a:pt x="51171" y="2269"/>
                  <a:pt x="48903" y="0"/>
                  <a:pt x="461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9" name="Google Shape;1259;p33"/>
          <p:cNvSpPr/>
          <p:nvPr/>
        </p:nvSpPr>
        <p:spPr>
          <a:xfrm>
            <a:off x="6247951" y="1523475"/>
            <a:ext cx="2234770" cy="359411"/>
          </a:xfrm>
          <a:custGeom>
            <a:avLst/>
            <a:gdLst/>
            <a:ahLst/>
            <a:cxnLst/>
            <a:rect l="l" t="t" r="r" b="b"/>
            <a:pathLst>
              <a:path w="76422" h="17513" extrusionOk="0">
                <a:moveTo>
                  <a:pt x="0" y="0"/>
                </a:moveTo>
                <a:lnTo>
                  <a:pt x="76421" y="0"/>
                </a:lnTo>
                <a:lnTo>
                  <a:pt x="76421" y="17513"/>
                </a:lnTo>
                <a:lnTo>
                  <a:pt x="0" y="17513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sz="12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Reporting Engine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260" name="Google Shape;1260;p33"/>
          <p:cNvGrpSpPr/>
          <p:nvPr/>
        </p:nvGrpSpPr>
        <p:grpSpPr>
          <a:xfrm>
            <a:off x="661275" y="2746885"/>
            <a:ext cx="7821674" cy="531285"/>
            <a:chOff x="661275" y="2746885"/>
            <a:chExt cx="7821674" cy="531285"/>
          </a:xfrm>
        </p:grpSpPr>
        <p:sp>
          <p:nvSpPr>
            <p:cNvPr id="1261" name="Google Shape;1261;p33"/>
            <p:cNvSpPr/>
            <p:nvPr/>
          </p:nvSpPr>
          <p:spPr>
            <a:xfrm>
              <a:off x="1998301" y="3172411"/>
              <a:ext cx="0" cy="19"/>
            </a:xfrm>
            <a:custGeom>
              <a:avLst/>
              <a:gdLst/>
              <a:ahLst/>
              <a:cxnLst/>
              <a:rect l="l" t="t" r="r" b="b"/>
              <a:pathLst>
                <a:path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20850" cap="rnd" cmpd="sng">
              <a:solidFill>
                <a:srgbClr val="ACACAB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33"/>
            <p:cNvSpPr/>
            <p:nvPr/>
          </p:nvSpPr>
          <p:spPr>
            <a:xfrm>
              <a:off x="661275" y="2807201"/>
              <a:ext cx="7821674" cy="389211"/>
            </a:xfrm>
            <a:custGeom>
              <a:avLst/>
              <a:gdLst/>
              <a:ahLst/>
              <a:cxnLst/>
              <a:rect l="l" t="t" r="r" b="b"/>
              <a:pathLst>
                <a:path w="282269" h="20016" fill="none" extrusionOk="0">
                  <a:moveTo>
                    <a:pt x="0" y="1"/>
                  </a:moveTo>
                  <a:cubicBezTo>
                    <a:pt x="23517" y="1"/>
                    <a:pt x="23517" y="20015"/>
                    <a:pt x="47034" y="20015"/>
                  </a:cubicBezTo>
                  <a:cubicBezTo>
                    <a:pt x="70551" y="20015"/>
                    <a:pt x="70551" y="1"/>
                    <a:pt x="94067" y="1"/>
                  </a:cubicBezTo>
                  <a:cubicBezTo>
                    <a:pt x="117617" y="1"/>
                    <a:pt x="117617" y="20015"/>
                    <a:pt x="141134" y="20015"/>
                  </a:cubicBezTo>
                  <a:cubicBezTo>
                    <a:pt x="164651" y="20015"/>
                    <a:pt x="164651" y="1"/>
                    <a:pt x="188168" y="1"/>
                  </a:cubicBezTo>
                  <a:cubicBezTo>
                    <a:pt x="211685" y="1"/>
                    <a:pt x="211685" y="20015"/>
                    <a:pt x="235235" y="20015"/>
                  </a:cubicBezTo>
                  <a:cubicBezTo>
                    <a:pt x="258752" y="20015"/>
                    <a:pt x="258752" y="1"/>
                    <a:pt x="282268" y="1"/>
                  </a:cubicBezTo>
                </a:path>
              </a:pathLst>
            </a:custGeom>
            <a:solidFill>
              <a:schemeClr val="dk2"/>
            </a:solidFill>
            <a:ln w="83400" cap="rnd" cmpd="sng">
              <a:solidFill>
                <a:schemeClr val="l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33"/>
            <p:cNvSpPr/>
            <p:nvPr/>
          </p:nvSpPr>
          <p:spPr>
            <a:xfrm>
              <a:off x="1713177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9" y="3403"/>
                  </a:moveTo>
                  <a:cubicBezTo>
                    <a:pt x="6839" y="5305"/>
                    <a:pt x="5304" y="6839"/>
                    <a:pt x="3403" y="6839"/>
                  </a:cubicBezTo>
                  <a:cubicBezTo>
                    <a:pt x="1535" y="6839"/>
                    <a:pt x="1" y="5305"/>
                    <a:pt x="1" y="3403"/>
                  </a:cubicBezTo>
                  <a:cubicBezTo>
                    <a:pt x="1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3"/>
            <p:cNvSpPr/>
            <p:nvPr/>
          </p:nvSpPr>
          <p:spPr>
            <a:xfrm>
              <a:off x="4508001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9" y="3403"/>
                  </a:moveTo>
                  <a:cubicBezTo>
                    <a:pt x="6839" y="5305"/>
                    <a:pt x="5337" y="6839"/>
                    <a:pt x="3436" y="6839"/>
                  </a:cubicBezTo>
                  <a:cubicBezTo>
                    <a:pt x="1535" y="6839"/>
                    <a:pt x="0" y="5305"/>
                    <a:pt x="0" y="3403"/>
                  </a:cubicBezTo>
                  <a:cubicBezTo>
                    <a:pt x="0" y="1535"/>
                    <a:pt x="1535" y="1"/>
                    <a:pt x="3436" y="1"/>
                  </a:cubicBezTo>
                  <a:cubicBezTo>
                    <a:pt x="5337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3"/>
            <p:cNvSpPr/>
            <p:nvPr/>
          </p:nvSpPr>
          <p:spPr>
            <a:xfrm>
              <a:off x="7302835" y="3145167"/>
              <a:ext cx="133839" cy="133004"/>
            </a:xfrm>
            <a:custGeom>
              <a:avLst/>
              <a:gdLst/>
              <a:ahLst/>
              <a:cxnLst/>
              <a:rect l="l" t="t" r="r" b="b"/>
              <a:pathLst>
                <a:path w="6839" h="6840" extrusionOk="0">
                  <a:moveTo>
                    <a:pt x="6838" y="3403"/>
                  </a:moveTo>
                  <a:cubicBezTo>
                    <a:pt x="6838" y="5305"/>
                    <a:pt x="5337" y="6839"/>
                    <a:pt x="3436" y="6839"/>
                  </a:cubicBezTo>
                  <a:cubicBezTo>
                    <a:pt x="1535" y="6839"/>
                    <a:pt x="0" y="5305"/>
                    <a:pt x="0" y="3403"/>
                  </a:cubicBezTo>
                  <a:cubicBezTo>
                    <a:pt x="0" y="1535"/>
                    <a:pt x="1535" y="1"/>
                    <a:pt x="3436" y="1"/>
                  </a:cubicBezTo>
                  <a:cubicBezTo>
                    <a:pt x="5337" y="1"/>
                    <a:pt x="6838" y="1535"/>
                    <a:pt x="6838" y="340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3"/>
            <p:cNvSpPr/>
            <p:nvPr/>
          </p:nvSpPr>
          <p:spPr>
            <a:xfrm>
              <a:off x="3129117" y="2746885"/>
              <a:ext cx="133839" cy="132984"/>
            </a:xfrm>
            <a:custGeom>
              <a:avLst/>
              <a:gdLst/>
              <a:ahLst/>
              <a:cxnLst/>
              <a:rect l="l" t="t" r="r" b="b"/>
              <a:pathLst>
                <a:path w="6839" h="6839" extrusionOk="0">
                  <a:moveTo>
                    <a:pt x="6839" y="3403"/>
                  </a:moveTo>
                  <a:cubicBezTo>
                    <a:pt x="6839" y="5304"/>
                    <a:pt x="5304" y="6839"/>
                    <a:pt x="3403" y="6839"/>
                  </a:cubicBezTo>
                  <a:cubicBezTo>
                    <a:pt x="1535" y="6839"/>
                    <a:pt x="0" y="5304"/>
                    <a:pt x="0" y="3403"/>
                  </a:cubicBezTo>
                  <a:cubicBezTo>
                    <a:pt x="0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3"/>
            <p:cNvSpPr/>
            <p:nvPr/>
          </p:nvSpPr>
          <p:spPr>
            <a:xfrm>
              <a:off x="5891252" y="2746885"/>
              <a:ext cx="133839" cy="132984"/>
            </a:xfrm>
            <a:custGeom>
              <a:avLst/>
              <a:gdLst/>
              <a:ahLst/>
              <a:cxnLst/>
              <a:rect l="l" t="t" r="r" b="b"/>
              <a:pathLst>
                <a:path w="6839" h="6839" extrusionOk="0">
                  <a:moveTo>
                    <a:pt x="6839" y="3403"/>
                  </a:moveTo>
                  <a:cubicBezTo>
                    <a:pt x="6839" y="5304"/>
                    <a:pt x="5304" y="6839"/>
                    <a:pt x="3403" y="6839"/>
                  </a:cubicBezTo>
                  <a:cubicBezTo>
                    <a:pt x="1535" y="6839"/>
                    <a:pt x="0" y="5304"/>
                    <a:pt x="0" y="3403"/>
                  </a:cubicBezTo>
                  <a:cubicBezTo>
                    <a:pt x="0" y="1535"/>
                    <a:pt x="1535" y="1"/>
                    <a:pt x="3403" y="1"/>
                  </a:cubicBezTo>
                  <a:cubicBezTo>
                    <a:pt x="5304" y="1"/>
                    <a:pt x="6839" y="1535"/>
                    <a:pt x="6839" y="34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8" name="Google Shape;1268;p33"/>
          <p:cNvSpPr txBox="1"/>
          <p:nvPr/>
        </p:nvSpPr>
        <p:spPr>
          <a:xfrm>
            <a:off x="886560" y="1942975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Gathers samples from honeypots, malware feeds, submissions.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9" name="Google Shape;1269;p33"/>
          <p:cNvSpPr txBox="1"/>
          <p:nvPr/>
        </p:nvSpPr>
        <p:spPr>
          <a:xfrm>
            <a:off x="6476188" y="1952713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Summarizes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the workflow and use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it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for a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Threat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Intelligence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process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0" name="Google Shape;1270;p33"/>
          <p:cNvSpPr txBox="1"/>
          <p:nvPr/>
        </p:nvSpPr>
        <p:spPr>
          <a:xfrm>
            <a:off x="2301425" y="3489101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disassemblers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like IDA Pro, Radare2,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Ghidra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and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translate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bin to assembly.</a:t>
            </a:r>
          </a:p>
        </p:txBody>
      </p:sp>
      <p:sp>
        <p:nvSpPr>
          <p:cNvPr id="1271" name="Google Shape;1271;p33"/>
          <p:cNvSpPr txBox="1"/>
          <p:nvPr/>
        </p:nvSpPr>
        <p:spPr>
          <a:xfrm>
            <a:off x="3681373" y="1952712"/>
            <a:ext cx="1787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Extracts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Artefacts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that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are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useful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for the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000" dirty="0" err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r>
              <a:rPr lang="it-IT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72" name="Google Shape;1272;p33"/>
          <p:cNvSpPr txBox="1"/>
          <p:nvPr/>
        </p:nvSpPr>
        <p:spPr>
          <a:xfrm>
            <a:off x="5067950" y="3489100"/>
            <a:ext cx="1789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  <a:spcAft>
                <a:spcPts val="1600"/>
              </a:spcAft>
            </a:pPr>
            <a:r>
              <a:rPr lang="en-US" sz="1000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ML model that predicts malware capabilities statically.</a:t>
            </a:r>
            <a:endParaRPr sz="1000"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638A4D5-A4D3-E811-2AB8-CEB1F70B793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62D6C85E-BCA8-FDC6-1C2F-E9DAC2A614E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42881471-6FDD-A9E5-0AFA-AF10CB03D4C3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88DDD8D9-C7C0-F242-33A0-07136670307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C3B123D2-631D-333D-A245-9836EF725625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039C0BB8-FF4B-FFA7-3D4C-36CD9D6D065B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050EEC25-DCDB-E7F8-FC2A-CB7ADFA5BAB4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0FB2CD5F-2EEF-C27F-BA70-61F4B2301BC2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EFFF5C5-EECC-671C-7852-1A2616D506FA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9DB4C96D-47E4-76EC-7217-BD8B670D2B43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843A6A01-DC86-D8F9-6F6B-546BB8C2D8F0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D6352A30-C080-2A41-62FF-C3F2A52D628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97D677CF-9A40-2F0C-782C-1135581D36BD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348282DA-B8B3-D0D4-999B-4C8574A62F6F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E0D1169A-1B75-E63D-D729-195E92F6A8FB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ACBB0BA6-CB45-B133-DA20-38EE9590E929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82119E88-51F2-9734-8C84-189A0B789639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58A89AE0-8B01-D594-FFD8-3063FE10C7F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7D8E9D30-56DB-C3AB-6B8F-D498C1DF50A7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6B484442-C5AE-BB0C-BEED-D4528E2EDD3A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90AC6CC1-4A12-E521-01D5-4EDA1DADAEB7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7D8AF45F-85B1-0FDD-CBB9-BD2D5FF25E4B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8C5D9901-1AE9-2147-58A0-7843AE7E6CF3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3892873E-E4DA-E338-9897-CE025022225F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0;p15">
              <a:extLst>
                <a:ext uri="{FF2B5EF4-FFF2-40B4-BE49-F238E27FC236}">
                  <a16:creationId xmlns:a16="http://schemas.microsoft.com/office/drawing/2014/main" id="{FC842FD3-4643-23CD-D730-CC905AC6256E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;p15">
              <a:extLst>
                <a:ext uri="{FF2B5EF4-FFF2-40B4-BE49-F238E27FC236}">
                  <a16:creationId xmlns:a16="http://schemas.microsoft.com/office/drawing/2014/main" id="{447D6F5A-D518-F1C4-3FF6-275B72BFFA17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2;p15">
              <a:extLst>
                <a:ext uri="{FF2B5EF4-FFF2-40B4-BE49-F238E27FC236}">
                  <a16:creationId xmlns:a16="http://schemas.microsoft.com/office/drawing/2014/main" id="{53CAED8C-1A5B-7711-5068-D6CBB9261DD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3;p15">
              <a:extLst>
                <a:ext uri="{FF2B5EF4-FFF2-40B4-BE49-F238E27FC236}">
                  <a16:creationId xmlns:a16="http://schemas.microsoft.com/office/drawing/2014/main" id="{9FC4B5BC-AD07-4242-F573-2D256891AEB8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;p15">
              <a:extLst>
                <a:ext uri="{FF2B5EF4-FFF2-40B4-BE49-F238E27FC236}">
                  <a16:creationId xmlns:a16="http://schemas.microsoft.com/office/drawing/2014/main" id="{AF758D52-B8AA-5FD7-A6FD-EC252E7B6981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8;p15">
              <a:extLst>
                <a:ext uri="{FF2B5EF4-FFF2-40B4-BE49-F238E27FC236}">
                  <a16:creationId xmlns:a16="http://schemas.microsoft.com/office/drawing/2014/main" id="{041970E0-B33C-62BD-BB14-55683C4515A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9;p15">
              <a:extLst>
                <a:ext uri="{FF2B5EF4-FFF2-40B4-BE49-F238E27FC236}">
                  <a16:creationId xmlns:a16="http://schemas.microsoft.com/office/drawing/2014/main" id="{4C29992F-79D9-DAF9-3416-9153FD0A4696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30;p15">
              <a:extLst>
                <a:ext uri="{FF2B5EF4-FFF2-40B4-BE49-F238E27FC236}">
                  <a16:creationId xmlns:a16="http://schemas.microsoft.com/office/drawing/2014/main" id="{22B2B22F-B228-1ED1-EF76-573ADB5BCFE3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31;p15">
              <a:extLst>
                <a:ext uri="{FF2B5EF4-FFF2-40B4-BE49-F238E27FC236}">
                  <a16:creationId xmlns:a16="http://schemas.microsoft.com/office/drawing/2014/main" id="{3278C3E2-8CDA-9F77-D7AE-EC3428CCA23D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32;p15">
              <a:extLst>
                <a:ext uri="{FF2B5EF4-FFF2-40B4-BE49-F238E27FC236}">
                  <a16:creationId xmlns:a16="http://schemas.microsoft.com/office/drawing/2014/main" id="{3D726EDA-2053-EB35-9CA2-D3008ED92FD2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33;p15">
              <a:extLst>
                <a:ext uri="{FF2B5EF4-FFF2-40B4-BE49-F238E27FC236}">
                  <a16:creationId xmlns:a16="http://schemas.microsoft.com/office/drawing/2014/main" id="{9D4D3DCC-1AF0-F6C8-F8A7-D8AECF0C639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4159B74-9AB0-426D-FB4C-3F8440E9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20D83597-A3D4-7CD2-E0B0-B958EFA4FEB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2: Framework Flow and Technologies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155F5C04-E160-94C5-7888-8E0EBF9A93D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Analysis of the Flow Framework and an overview of the technologies used for development.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DBAA9E4C-9F37-F7E2-81D7-A1643998F487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2CEE9370-49B9-5502-9D68-87FFFDB604BB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330080EE-AC8E-94EE-6EED-5D51B42F4977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5AE2FB59-A650-83DE-751A-4CF2F05DC1CD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67F87D26-FDBC-4AB4-8AAA-C34C406E839B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AFBEB825-BAC2-D5C8-4644-AFFE74A288F6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90BCF046-8599-D645-30B1-D8038738FBAC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66CBAB1E-A4CE-2E1F-34D6-E7A3A491EA04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C58027D2-E4DE-FE6A-DABF-F5D9E48CFAAF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0840A8BF-2F47-789E-555F-01CDE00C9BF5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039D9446-344E-E99E-F313-4F69898C4262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EF81163B-7B33-2A29-4AFA-68C872BFFF73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63377EB9-BE71-97D4-1A28-C36711D8082C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79C4A396-DBE2-18B8-AD62-F70603C25312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D8590B4A-C1E8-3152-34AD-985A11B72F6E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35608CCE-7720-433A-5928-F0BCB83F3C78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A02D5E8F-A5CE-BDCF-FD77-6D3B4BC0D1A4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66141A63-98C3-7496-E7CA-71878690868F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43CE83BC-31E1-6B30-8F08-6FBFB484CD2C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740A08FD-DF57-9098-071A-9983B3E4374E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FB264A89-B6C7-6EF6-E468-896498EC6DAD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EF50BA60-6AD2-055D-7AB5-C4809FA8B788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C18E29EC-850A-4E5E-F3A2-1FB6776F8976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FE2AAAEE-FCBD-6883-3E84-14A75B493BA3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A9920062-0989-E586-CC4C-D5CA76B0AE81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EF9D6AB7-5921-A0A6-8BE7-0EE69CD79D04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4D51817E-8B5A-65AE-040A-3BE531963D18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EC4FCF67-D123-661A-6288-D62D39F44F6E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2B3F4409-9B25-682E-F761-5B3D4DB99774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AE50E455-6795-52B6-37E0-2D1CA2C92822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9218AB20-D5EC-B5EA-FC9A-F163BECE37D5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94804999-15DE-A51E-B6E1-7210B84727E1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B792AE4B-E6B3-8AB8-1DCF-EDE6493106CF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F5E1494B-A39F-34A3-96AD-C9AD9046CCC8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3A4DA304-FF42-A392-6E85-A4E28179443B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27C1D67B-E952-7D63-9DED-3A7AC3E9ED36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2E660B2D-14C6-6F90-5461-6AAF6C6353C1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A58FA397-47DC-C282-EC88-D5F526F30CC0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8A343EE2-2303-27F3-CF7C-F33F46D37DCE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0705B1C2-13BA-F641-DD96-B212449238BA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80715E4D-6310-35AD-0DC8-5E8198CC16FD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24FB0F16-6460-F59A-CF1A-D41D2AF832CB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62A2A3A9-3A40-51D0-1B23-86F6643C78AC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5F96DC3A-2459-01BE-5662-65144E876FA5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F42EC04C-FF20-097C-F299-0588A48EDAFB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85432876-39C2-E287-7699-7690E8BC9C3E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A286E5EF-1FAC-1FBE-F120-F5B43EB9385D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4EB435EA-EE61-2B33-C4BB-C528BF92F66A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32391EFF-6107-6D05-F011-CB5B987137D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4939BAF1-AC79-EB86-F4BB-B3B0C1390FE7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8B3D6F4E-EE09-1336-EEC0-7F4821B85019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C712A792-02B9-0F64-8F8C-92EA56A79740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2521F540-0A2F-8C1B-1FAB-6607AD5079E2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1BE6EF0D-95A8-D4AB-51FC-92788EAC11A2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246CC24C-C201-CABC-903D-851D1E691EB4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EFEDF315-2BB1-2D5E-A669-558EE2998E36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6C5176F4-B726-C060-2AFA-70388814279A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80F48A59-0F5A-72B5-3A0C-CEFF04022A94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2C2AE64C-8EAB-4ADB-4E1D-C8B06AB4B7EF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4DF582F1-952A-CE57-04B6-EC094CE2C237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817D5D9A-AC7A-077A-0FFC-BF7CD83FBBCB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E8F4217A-DE5C-D6C9-C0FC-2639F4EBC2B8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091C4DE3-91E3-B98E-60A1-37602228FE5A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144B0592-8DC9-F66A-2DD3-B1C16888F968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453C52D0-DA60-F0B1-79E4-4B39EA45B09E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8C92FFEE-890B-224E-CD29-BBF517DF55A8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AA7577D1-240B-BF10-CCD2-8785555370BC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ABC02C15-72C4-AE39-F8FE-610BE3358C90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615F57E6-0A02-8D4E-C814-757456F58DCB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6E88E505-3E31-D1F8-A0CB-618E672F627C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F1B20DE3-C48E-FD9D-90D4-769C5725483C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2F8BA940-8843-CA2F-A41F-69ECB34C9112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A2476515-2101-C957-4D0A-7334B9C5E313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CB9C4613-D89B-1DD6-D6CD-E3664A1D3339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E6ACE744-BD68-6B28-B448-9FC72A27179A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CA563D11-F42D-9973-468B-A3D2F27241DF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7BA83823-B510-6403-ABF0-85C5ACD92BC9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22B03848-9798-F0C4-E697-D6CBC1E775CA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ADD65857-9A66-64B6-FDBE-61A9405FB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07BBE6BF-6763-1C13-14E9-A75122699A99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3204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20AE9556-2B6B-6F08-C2FA-5807D45F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902F1347-9E03-09AF-38F0-D40FBF609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Framework Flow</a:t>
            </a:r>
            <a:endParaRPr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EB55F2F-6669-8CDC-246C-71377FB51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865325"/>
            <a:ext cx="8477250" cy="4010025"/>
          </a:xfrm>
          <a:prstGeom prst="rect">
            <a:avLst/>
          </a:prstGeom>
        </p:spPr>
      </p:pic>
      <p:grpSp>
        <p:nvGrpSpPr>
          <p:cNvPr id="439" name="Gruppo 438">
            <a:extLst>
              <a:ext uri="{FF2B5EF4-FFF2-40B4-BE49-F238E27FC236}">
                <a16:creationId xmlns:a16="http://schemas.microsoft.com/office/drawing/2014/main" id="{81D57074-0B99-EE6E-1014-269B768A233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40" name="Google Shape;68;p15">
              <a:extLst>
                <a:ext uri="{FF2B5EF4-FFF2-40B4-BE49-F238E27FC236}">
                  <a16:creationId xmlns:a16="http://schemas.microsoft.com/office/drawing/2014/main" id="{0C400A2D-9A15-E33E-EC0B-FE9CA3EB4DAA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69;p15">
              <a:extLst>
                <a:ext uri="{FF2B5EF4-FFF2-40B4-BE49-F238E27FC236}">
                  <a16:creationId xmlns:a16="http://schemas.microsoft.com/office/drawing/2014/main" id="{B216658B-206C-6195-C573-92F32000A185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" name="Gruppo 441">
              <a:extLst>
                <a:ext uri="{FF2B5EF4-FFF2-40B4-BE49-F238E27FC236}">
                  <a16:creationId xmlns:a16="http://schemas.microsoft.com/office/drawing/2014/main" id="{E030AB97-7D06-C434-7B53-1A6746A07BFB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43" name="Google Shape;65;p15">
                <a:extLst>
                  <a:ext uri="{FF2B5EF4-FFF2-40B4-BE49-F238E27FC236}">
                    <a16:creationId xmlns:a16="http://schemas.microsoft.com/office/drawing/2014/main" id="{52452484-D9EE-BB45-E538-C1A18072F60D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66;p15">
                <a:extLst>
                  <a:ext uri="{FF2B5EF4-FFF2-40B4-BE49-F238E27FC236}">
                    <a16:creationId xmlns:a16="http://schemas.microsoft.com/office/drawing/2014/main" id="{6851AE35-6368-52D9-8B84-DBEA5389428F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67;p15">
                <a:extLst>
                  <a:ext uri="{FF2B5EF4-FFF2-40B4-BE49-F238E27FC236}">
                    <a16:creationId xmlns:a16="http://schemas.microsoft.com/office/drawing/2014/main" id="{A62CF6B4-C7C5-B58C-157A-D25412A2FA3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70;p15">
                <a:extLst>
                  <a:ext uri="{FF2B5EF4-FFF2-40B4-BE49-F238E27FC236}">
                    <a16:creationId xmlns:a16="http://schemas.microsoft.com/office/drawing/2014/main" id="{C917D113-4A44-93F0-9E63-F60C21274838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ruppo 446">
            <a:extLst>
              <a:ext uri="{FF2B5EF4-FFF2-40B4-BE49-F238E27FC236}">
                <a16:creationId xmlns:a16="http://schemas.microsoft.com/office/drawing/2014/main" id="{86076CDC-7974-4B55-9FB1-0094E80657ED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48" name="Google Shape;73;p15">
              <a:extLst>
                <a:ext uri="{FF2B5EF4-FFF2-40B4-BE49-F238E27FC236}">
                  <a16:creationId xmlns:a16="http://schemas.microsoft.com/office/drawing/2014/main" id="{A0C58206-C20D-CE6F-95B1-C66C482733F5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75;p15">
              <a:extLst>
                <a:ext uri="{FF2B5EF4-FFF2-40B4-BE49-F238E27FC236}">
                  <a16:creationId xmlns:a16="http://schemas.microsoft.com/office/drawing/2014/main" id="{D1AFF259-55B1-49F6-A560-1426F92C68CD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76;p15">
              <a:extLst>
                <a:ext uri="{FF2B5EF4-FFF2-40B4-BE49-F238E27FC236}">
                  <a16:creationId xmlns:a16="http://schemas.microsoft.com/office/drawing/2014/main" id="{C9AD7F77-17B4-0A36-D72A-9E8E433AD524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71;p15">
              <a:extLst>
                <a:ext uri="{FF2B5EF4-FFF2-40B4-BE49-F238E27FC236}">
                  <a16:creationId xmlns:a16="http://schemas.microsoft.com/office/drawing/2014/main" id="{E5D11E83-02AF-7ADB-9804-0DE8D628BF5F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72;p15">
              <a:extLst>
                <a:ext uri="{FF2B5EF4-FFF2-40B4-BE49-F238E27FC236}">
                  <a16:creationId xmlns:a16="http://schemas.microsoft.com/office/drawing/2014/main" id="{2706405F-F1D7-F509-05BE-BA99B7388AA7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74;p15">
              <a:extLst>
                <a:ext uri="{FF2B5EF4-FFF2-40B4-BE49-F238E27FC236}">
                  <a16:creationId xmlns:a16="http://schemas.microsoft.com/office/drawing/2014/main" id="{86D30039-8850-421C-E94F-C2A90B14C3E6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" name="Gruppo 453">
            <a:extLst>
              <a:ext uri="{FF2B5EF4-FFF2-40B4-BE49-F238E27FC236}">
                <a16:creationId xmlns:a16="http://schemas.microsoft.com/office/drawing/2014/main" id="{8415ABED-10A5-DA62-FEC6-66F3F786DBA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55" name="Google Shape;122;p15">
              <a:extLst>
                <a:ext uri="{FF2B5EF4-FFF2-40B4-BE49-F238E27FC236}">
                  <a16:creationId xmlns:a16="http://schemas.microsoft.com/office/drawing/2014/main" id="{A8AB4B4C-ACB9-E891-845D-56F478FCE0E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123;p15">
              <a:extLst>
                <a:ext uri="{FF2B5EF4-FFF2-40B4-BE49-F238E27FC236}">
                  <a16:creationId xmlns:a16="http://schemas.microsoft.com/office/drawing/2014/main" id="{2D8AD7FC-EA9B-FF2D-CBDE-822DF0B74FA6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24;p15">
              <a:extLst>
                <a:ext uri="{FF2B5EF4-FFF2-40B4-BE49-F238E27FC236}">
                  <a16:creationId xmlns:a16="http://schemas.microsoft.com/office/drawing/2014/main" id="{30705E5E-F81A-A4F7-A865-EEDC50E64E60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125;p15">
              <a:extLst>
                <a:ext uri="{FF2B5EF4-FFF2-40B4-BE49-F238E27FC236}">
                  <a16:creationId xmlns:a16="http://schemas.microsoft.com/office/drawing/2014/main" id="{50354E62-DAF6-62E1-3BB8-BEBB43AE5893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83174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36780720-F2EA-04EF-5670-8889CB43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B3E16365-581F-BB42-1908-387E4BE963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6259514A-FC8C-B678-6EAB-7F6F6F420E52}"/>
              </a:ext>
            </a:extLst>
          </p:cNvPr>
          <p:cNvSpPr txBox="1">
            <a:spLocks/>
          </p:cNvSpPr>
          <p:nvPr/>
        </p:nvSpPr>
        <p:spPr>
          <a:xfrm>
            <a:off x="3382649" y="717723"/>
            <a:ext cx="2430321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(malware sample </a:t>
            </a:r>
            <a:r>
              <a:rPr lang="it-IT" sz="1400" dirty="0" err="1"/>
              <a:t>collector</a:t>
            </a:r>
            <a:r>
              <a:rPr lang="it-IT" sz="1400" dirty="0"/>
              <a:t>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CB261FB-B1A1-87A8-1BCD-AB7071FA7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970" y="1239692"/>
            <a:ext cx="844800" cy="8448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77EA36B-636A-AFBC-EB4A-9E34777FF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550" y="1247065"/>
            <a:ext cx="844800" cy="844800"/>
          </a:xfrm>
          <a:prstGeom prst="rect">
            <a:avLst/>
          </a:prstGeom>
        </p:spPr>
      </p:pic>
      <p:pic>
        <p:nvPicPr>
          <p:cNvPr id="13" name="Immagine 12" descr="Immagine che contiene Carattere, Elementi grafici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5C466C9C-1EFC-8103-94A3-E2268D8B8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85" y="1216463"/>
            <a:ext cx="2380800" cy="868029"/>
          </a:xfrm>
          <a:prstGeom prst="rect">
            <a:avLst/>
          </a:prstGeom>
        </p:spPr>
      </p:pic>
      <p:sp>
        <p:nvSpPr>
          <p:cNvPr id="15" name="Google Shape;1684;p40">
            <a:extLst>
              <a:ext uri="{FF2B5EF4-FFF2-40B4-BE49-F238E27FC236}">
                <a16:creationId xmlns:a16="http://schemas.microsoft.com/office/drawing/2014/main" id="{8B38F0F1-80B6-1B7C-8C8C-D99CEAE36E24}"/>
              </a:ext>
            </a:extLst>
          </p:cNvPr>
          <p:cNvSpPr/>
          <p:nvPr/>
        </p:nvSpPr>
        <p:spPr>
          <a:xfrm>
            <a:off x="6050011" y="2684752"/>
            <a:ext cx="2380800" cy="1730654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Integration of feeds and APIs to automatically find, verify, and enrich samples (reputation, metadata, and files) to support the catalog and triage.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" name="Google Shape;1685;p40">
            <a:extLst>
              <a:ext uri="{FF2B5EF4-FFF2-40B4-BE49-F238E27FC236}">
                <a16:creationId xmlns:a16="http://schemas.microsoft.com/office/drawing/2014/main" id="{F1F7371F-8011-7E9C-4247-DCD6B47AD19D}"/>
              </a:ext>
            </a:extLst>
          </p:cNvPr>
          <p:cNvSpPr/>
          <p:nvPr/>
        </p:nvSpPr>
        <p:spPr>
          <a:xfrm>
            <a:off x="6050020" y="2240752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APIs</a:t>
            </a:r>
            <a:endParaRPr dirty="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" name="Google Shape;1687;p40">
            <a:extLst>
              <a:ext uri="{FF2B5EF4-FFF2-40B4-BE49-F238E27FC236}">
                <a16:creationId xmlns:a16="http://schemas.microsoft.com/office/drawing/2014/main" id="{801BBBA6-3CD8-466C-8960-C9B22FD70F7F}"/>
              </a:ext>
            </a:extLst>
          </p:cNvPr>
          <p:cNvSpPr/>
          <p:nvPr/>
        </p:nvSpPr>
        <p:spPr>
          <a:xfrm>
            <a:off x="713185" y="2684758"/>
            <a:ext cx="2380800" cy="173064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Lightweight and fast Python framework for exposing APIs (upload, job trigger, status) and orchestrating the pipeline.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" name="Google Shape;1688;p40">
            <a:extLst>
              <a:ext uri="{FF2B5EF4-FFF2-40B4-BE49-F238E27FC236}">
                <a16:creationId xmlns:a16="http://schemas.microsoft.com/office/drawing/2014/main" id="{7FA79286-2CF1-7D29-072A-07C3AFE782CE}"/>
              </a:ext>
            </a:extLst>
          </p:cNvPr>
          <p:cNvSpPr/>
          <p:nvPr/>
        </p:nvSpPr>
        <p:spPr>
          <a:xfrm>
            <a:off x="713186" y="2240758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FastAPI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1" name="Google Shape;1690;p40">
            <a:extLst>
              <a:ext uri="{FF2B5EF4-FFF2-40B4-BE49-F238E27FC236}">
                <a16:creationId xmlns:a16="http://schemas.microsoft.com/office/drawing/2014/main" id="{954BFFC8-AB33-0990-3DC6-402CBB8113FF}"/>
              </a:ext>
            </a:extLst>
          </p:cNvPr>
          <p:cNvSpPr/>
          <p:nvPr/>
        </p:nvSpPr>
        <p:spPr>
          <a:xfrm>
            <a:off x="3382649" y="2684752"/>
            <a:ext cx="2378700" cy="1730654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Containerization to isolate components, ensure reproducibility, and simplify deployment.</a:t>
            </a:r>
          </a:p>
        </p:txBody>
      </p:sp>
      <p:sp>
        <p:nvSpPr>
          <p:cNvPr id="22" name="Google Shape;1691;p40">
            <a:extLst>
              <a:ext uri="{FF2B5EF4-FFF2-40B4-BE49-F238E27FC236}">
                <a16:creationId xmlns:a16="http://schemas.microsoft.com/office/drawing/2014/main" id="{592EF932-6D2A-67F6-75BE-88BABEE505CD}"/>
              </a:ext>
            </a:extLst>
          </p:cNvPr>
          <p:cNvSpPr/>
          <p:nvPr/>
        </p:nvSpPr>
        <p:spPr>
          <a:xfrm>
            <a:off x="3382654" y="2240752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Docker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13" name="Gruppo 412">
            <a:extLst>
              <a:ext uri="{FF2B5EF4-FFF2-40B4-BE49-F238E27FC236}">
                <a16:creationId xmlns:a16="http://schemas.microsoft.com/office/drawing/2014/main" id="{89C4E099-1502-CAFF-2CC5-568083EB524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14" name="Google Shape;68;p15">
              <a:extLst>
                <a:ext uri="{FF2B5EF4-FFF2-40B4-BE49-F238E27FC236}">
                  <a16:creationId xmlns:a16="http://schemas.microsoft.com/office/drawing/2014/main" id="{D1225B8A-3F25-76AD-F77D-EE088FA2B3FF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69;p15">
              <a:extLst>
                <a:ext uri="{FF2B5EF4-FFF2-40B4-BE49-F238E27FC236}">
                  <a16:creationId xmlns:a16="http://schemas.microsoft.com/office/drawing/2014/main" id="{2AB1CBC5-51ED-ED4F-634A-1E4FE892BC3D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6" name="Gruppo 415">
              <a:extLst>
                <a:ext uri="{FF2B5EF4-FFF2-40B4-BE49-F238E27FC236}">
                  <a16:creationId xmlns:a16="http://schemas.microsoft.com/office/drawing/2014/main" id="{EDAFD0C8-DEDB-7B0F-A55C-669F632E3B8D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17" name="Google Shape;65;p15">
                <a:extLst>
                  <a:ext uri="{FF2B5EF4-FFF2-40B4-BE49-F238E27FC236}">
                    <a16:creationId xmlns:a16="http://schemas.microsoft.com/office/drawing/2014/main" id="{5368D3E7-A31C-BD5A-83D4-1FD8C15A6AC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66;p15">
                <a:extLst>
                  <a:ext uri="{FF2B5EF4-FFF2-40B4-BE49-F238E27FC236}">
                    <a16:creationId xmlns:a16="http://schemas.microsoft.com/office/drawing/2014/main" id="{6576CBF3-093E-9E5A-5A21-4AAC15C3A22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67;p15">
                <a:extLst>
                  <a:ext uri="{FF2B5EF4-FFF2-40B4-BE49-F238E27FC236}">
                    <a16:creationId xmlns:a16="http://schemas.microsoft.com/office/drawing/2014/main" id="{DF38ACA7-6001-2475-BA21-B20EC042CE7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70;p15">
                <a:extLst>
                  <a:ext uri="{FF2B5EF4-FFF2-40B4-BE49-F238E27FC236}">
                    <a16:creationId xmlns:a16="http://schemas.microsoft.com/office/drawing/2014/main" id="{ABCDE252-FF3E-1BC5-58DE-E2177F4B6B61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21" name="Gruppo 420">
            <a:extLst>
              <a:ext uri="{FF2B5EF4-FFF2-40B4-BE49-F238E27FC236}">
                <a16:creationId xmlns:a16="http://schemas.microsoft.com/office/drawing/2014/main" id="{7F6C5CE2-0EF1-CFD9-EF19-EA530223A9DC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22" name="Google Shape;73;p15">
              <a:extLst>
                <a:ext uri="{FF2B5EF4-FFF2-40B4-BE49-F238E27FC236}">
                  <a16:creationId xmlns:a16="http://schemas.microsoft.com/office/drawing/2014/main" id="{431C0CBC-3721-74F7-46CB-64111C2A26F8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75;p15">
              <a:extLst>
                <a:ext uri="{FF2B5EF4-FFF2-40B4-BE49-F238E27FC236}">
                  <a16:creationId xmlns:a16="http://schemas.microsoft.com/office/drawing/2014/main" id="{D2D6F731-EBB0-DE71-9D09-10D417A5878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76;p15">
              <a:extLst>
                <a:ext uri="{FF2B5EF4-FFF2-40B4-BE49-F238E27FC236}">
                  <a16:creationId xmlns:a16="http://schemas.microsoft.com/office/drawing/2014/main" id="{D0E23FF3-04E9-D516-DAF3-61D62B56FB05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71;p15">
              <a:extLst>
                <a:ext uri="{FF2B5EF4-FFF2-40B4-BE49-F238E27FC236}">
                  <a16:creationId xmlns:a16="http://schemas.microsoft.com/office/drawing/2014/main" id="{182CDF92-6DE1-0A68-7227-79003BEA1583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72;p15">
              <a:extLst>
                <a:ext uri="{FF2B5EF4-FFF2-40B4-BE49-F238E27FC236}">
                  <a16:creationId xmlns:a16="http://schemas.microsoft.com/office/drawing/2014/main" id="{BCE8ECB2-9895-0C62-09F3-13AB9DF5939A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74;p15">
              <a:extLst>
                <a:ext uri="{FF2B5EF4-FFF2-40B4-BE49-F238E27FC236}">
                  <a16:creationId xmlns:a16="http://schemas.microsoft.com/office/drawing/2014/main" id="{BA2425B1-7EE4-5134-CD64-A56E70353E07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8" name="Gruppo 427">
            <a:extLst>
              <a:ext uri="{FF2B5EF4-FFF2-40B4-BE49-F238E27FC236}">
                <a16:creationId xmlns:a16="http://schemas.microsoft.com/office/drawing/2014/main" id="{E308FD32-5AF4-6315-3158-61DA73C97BFB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29" name="Google Shape;122;p15">
              <a:extLst>
                <a:ext uri="{FF2B5EF4-FFF2-40B4-BE49-F238E27FC236}">
                  <a16:creationId xmlns:a16="http://schemas.microsoft.com/office/drawing/2014/main" id="{BA90C538-EFFB-A20F-EBAA-2BB2B4E07A5D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23;p15">
              <a:extLst>
                <a:ext uri="{FF2B5EF4-FFF2-40B4-BE49-F238E27FC236}">
                  <a16:creationId xmlns:a16="http://schemas.microsoft.com/office/drawing/2014/main" id="{4134338A-84C1-A12B-41F8-E80B83C0CA2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124;p15">
              <a:extLst>
                <a:ext uri="{FF2B5EF4-FFF2-40B4-BE49-F238E27FC236}">
                  <a16:creationId xmlns:a16="http://schemas.microsoft.com/office/drawing/2014/main" id="{E9C604F3-7A02-7797-B73B-BF6B7239F284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125;p15">
              <a:extLst>
                <a:ext uri="{FF2B5EF4-FFF2-40B4-BE49-F238E27FC236}">
                  <a16:creationId xmlns:a16="http://schemas.microsoft.com/office/drawing/2014/main" id="{CA480C0C-55EF-1BE7-618C-AE2E3FD64CDE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3" name="Gruppo 432">
            <a:extLst>
              <a:ext uri="{FF2B5EF4-FFF2-40B4-BE49-F238E27FC236}">
                <a16:creationId xmlns:a16="http://schemas.microsoft.com/office/drawing/2014/main" id="{0AF31523-DEC7-4547-FAF8-58FBFC6D423B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34" name="Google Shape;57;p15">
              <a:extLst>
                <a:ext uri="{FF2B5EF4-FFF2-40B4-BE49-F238E27FC236}">
                  <a16:creationId xmlns:a16="http://schemas.microsoft.com/office/drawing/2014/main" id="{AE24C1B4-EA57-AB71-796C-097F8FD1CBA6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58;p15">
              <a:extLst>
                <a:ext uri="{FF2B5EF4-FFF2-40B4-BE49-F238E27FC236}">
                  <a16:creationId xmlns:a16="http://schemas.microsoft.com/office/drawing/2014/main" id="{9914C41F-A537-5751-0A3C-ABBA7B83005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59;p15">
              <a:extLst>
                <a:ext uri="{FF2B5EF4-FFF2-40B4-BE49-F238E27FC236}">
                  <a16:creationId xmlns:a16="http://schemas.microsoft.com/office/drawing/2014/main" id="{037563FD-1033-E0F8-961F-C29A13438AB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60;p15">
              <a:extLst>
                <a:ext uri="{FF2B5EF4-FFF2-40B4-BE49-F238E27FC236}">
                  <a16:creationId xmlns:a16="http://schemas.microsoft.com/office/drawing/2014/main" id="{E011AF4B-F378-4A37-FE09-FB858CFB3F1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61;p15">
              <a:extLst>
                <a:ext uri="{FF2B5EF4-FFF2-40B4-BE49-F238E27FC236}">
                  <a16:creationId xmlns:a16="http://schemas.microsoft.com/office/drawing/2014/main" id="{F7E6E145-0487-44D1-059A-C9189D4D836B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62;p15">
              <a:extLst>
                <a:ext uri="{FF2B5EF4-FFF2-40B4-BE49-F238E27FC236}">
                  <a16:creationId xmlns:a16="http://schemas.microsoft.com/office/drawing/2014/main" id="{BDF1A3B2-2CA4-2BDB-65AA-8B252DEB605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63;p15">
              <a:extLst>
                <a:ext uri="{FF2B5EF4-FFF2-40B4-BE49-F238E27FC236}">
                  <a16:creationId xmlns:a16="http://schemas.microsoft.com/office/drawing/2014/main" id="{44952E41-788C-CFDF-86A2-FB119201B1F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27;p15">
              <a:extLst>
                <a:ext uri="{FF2B5EF4-FFF2-40B4-BE49-F238E27FC236}">
                  <a16:creationId xmlns:a16="http://schemas.microsoft.com/office/drawing/2014/main" id="{A60AA781-E0D1-C57B-268F-9EC56C1B2C0E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28;p15">
              <a:extLst>
                <a:ext uri="{FF2B5EF4-FFF2-40B4-BE49-F238E27FC236}">
                  <a16:creationId xmlns:a16="http://schemas.microsoft.com/office/drawing/2014/main" id="{F74431B4-D561-6184-5C61-DCB4B587F0E5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29;p15">
              <a:extLst>
                <a:ext uri="{FF2B5EF4-FFF2-40B4-BE49-F238E27FC236}">
                  <a16:creationId xmlns:a16="http://schemas.microsoft.com/office/drawing/2014/main" id="{B25CF63A-E3B7-61CE-CE46-ADAAB8C1BCDD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30;p15">
              <a:extLst>
                <a:ext uri="{FF2B5EF4-FFF2-40B4-BE49-F238E27FC236}">
                  <a16:creationId xmlns:a16="http://schemas.microsoft.com/office/drawing/2014/main" id="{B4061327-BADE-1A37-3615-87CF22FE4A14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31;p15">
              <a:extLst>
                <a:ext uri="{FF2B5EF4-FFF2-40B4-BE49-F238E27FC236}">
                  <a16:creationId xmlns:a16="http://schemas.microsoft.com/office/drawing/2014/main" id="{D7B2E0E4-870C-0ABF-EF26-61A1D622178E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32;p15">
              <a:extLst>
                <a:ext uri="{FF2B5EF4-FFF2-40B4-BE49-F238E27FC236}">
                  <a16:creationId xmlns:a16="http://schemas.microsoft.com/office/drawing/2014/main" id="{DAC5681C-C6A1-2FF7-EBF6-0F5D65C75B9D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33;p15">
              <a:extLst>
                <a:ext uri="{FF2B5EF4-FFF2-40B4-BE49-F238E27FC236}">
                  <a16:creationId xmlns:a16="http://schemas.microsoft.com/office/drawing/2014/main" id="{F190950E-2E7D-A0E1-23E1-CEC13E8C6CB6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3246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8A6F9A81-8DF1-3C98-594C-DA19BB48C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B97F7F93-7C7C-800B-9D2C-31801BD3CD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D89D0C2E-1B2F-1A0F-8CB2-7D4F8A1A0247}"/>
              </a:ext>
            </a:extLst>
          </p:cNvPr>
          <p:cNvSpPr txBox="1">
            <a:spLocks/>
          </p:cNvSpPr>
          <p:nvPr/>
        </p:nvSpPr>
        <p:spPr>
          <a:xfrm>
            <a:off x="3419955" y="717723"/>
            <a:ext cx="2300499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</a:t>
            </a:r>
            <a:r>
              <a:rPr lang="it-IT" sz="1400" dirty="0" err="1"/>
              <a:t>disassembler</a:t>
            </a:r>
            <a:r>
              <a:rPr lang="it-IT" sz="1400" dirty="0"/>
              <a:t> </a:t>
            </a:r>
            <a:r>
              <a:rPr lang="it-IT" sz="1400" dirty="0" err="1"/>
              <a:t>module</a:t>
            </a:r>
            <a:r>
              <a:rPr lang="it-IT" sz="1400" dirty="0"/>
              <a:t>)</a:t>
            </a:r>
          </a:p>
        </p:txBody>
      </p:sp>
      <p:pic>
        <p:nvPicPr>
          <p:cNvPr id="4" name="Immagine 3" descr="Immagine che contiene Elementi grafici, Carattere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57D98DA9-94A5-DBB6-B116-5A31E565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80" y="1273144"/>
            <a:ext cx="1681247" cy="708831"/>
          </a:xfrm>
          <a:prstGeom prst="rect">
            <a:avLst/>
          </a:prstGeom>
        </p:spPr>
      </p:pic>
      <p:pic>
        <p:nvPicPr>
          <p:cNvPr id="6" name="Immagine 5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36CD80BD-B9B6-996E-C9DB-36E043DC8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156" y="1078874"/>
            <a:ext cx="903101" cy="903101"/>
          </a:xfrm>
          <a:prstGeom prst="rect">
            <a:avLst/>
          </a:prstGeom>
        </p:spPr>
      </p:pic>
      <p:sp>
        <p:nvSpPr>
          <p:cNvPr id="9" name="Google Shape;1687;p40">
            <a:extLst>
              <a:ext uri="{FF2B5EF4-FFF2-40B4-BE49-F238E27FC236}">
                <a16:creationId xmlns:a16="http://schemas.microsoft.com/office/drawing/2014/main" id="{F24D2AFC-3192-D87F-D4FF-AB80B2B243E2}"/>
              </a:ext>
            </a:extLst>
          </p:cNvPr>
          <p:cNvSpPr/>
          <p:nvPr/>
        </p:nvSpPr>
        <p:spPr>
          <a:xfrm>
            <a:off x="1041248" y="2587955"/>
            <a:ext cx="2380800" cy="183782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Ghidra</a:t>
            </a: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is an open-source disassembler that runs in headless mode, allowing batch analysis of binaries and automatic extraction of assembly and pseudocode through scripting.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Google Shape;1688;p40">
            <a:extLst>
              <a:ext uri="{FF2B5EF4-FFF2-40B4-BE49-F238E27FC236}">
                <a16:creationId xmlns:a16="http://schemas.microsoft.com/office/drawing/2014/main" id="{C580CEF0-8278-8F28-7CE8-BE4689E63A6A}"/>
              </a:ext>
            </a:extLst>
          </p:cNvPr>
          <p:cNvSpPr/>
          <p:nvPr/>
        </p:nvSpPr>
        <p:spPr>
          <a:xfrm>
            <a:off x="1041249" y="2143955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Ghidra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1" name="Google Shape;1690;p40">
            <a:extLst>
              <a:ext uri="{FF2B5EF4-FFF2-40B4-BE49-F238E27FC236}">
                <a16:creationId xmlns:a16="http://schemas.microsoft.com/office/drawing/2014/main" id="{A0641988-1DDA-0681-5045-135720E6762E}"/>
              </a:ext>
            </a:extLst>
          </p:cNvPr>
          <p:cNvSpPr/>
          <p:nvPr/>
        </p:nvSpPr>
        <p:spPr>
          <a:xfrm>
            <a:off x="5720449" y="2587955"/>
            <a:ext cx="2378700" cy="183782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Radare2 is a highly scriptable toolkit for binary analysis that speeds up the extraction of sections, functions, and metadata and integrates easily into Python pipelines.</a:t>
            </a:r>
          </a:p>
        </p:txBody>
      </p:sp>
      <p:sp>
        <p:nvSpPr>
          <p:cNvPr id="12" name="Google Shape;1691;p40">
            <a:extLst>
              <a:ext uri="{FF2B5EF4-FFF2-40B4-BE49-F238E27FC236}">
                <a16:creationId xmlns:a16="http://schemas.microsoft.com/office/drawing/2014/main" id="{80A8B716-69BB-42A1-6A7F-A1681E4DB3A2}"/>
              </a:ext>
            </a:extLst>
          </p:cNvPr>
          <p:cNvSpPr/>
          <p:nvPr/>
        </p:nvSpPr>
        <p:spPr>
          <a:xfrm>
            <a:off x="5720454" y="2143955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radare2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464" name="Gruppo 463">
            <a:extLst>
              <a:ext uri="{FF2B5EF4-FFF2-40B4-BE49-F238E27FC236}">
                <a16:creationId xmlns:a16="http://schemas.microsoft.com/office/drawing/2014/main" id="{3E4AD0F4-7D6E-5245-A6EE-38FE64034AC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65" name="Google Shape;68;p15">
              <a:extLst>
                <a:ext uri="{FF2B5EF4-FFF2-40B4-BE49-F238E27FC236}">
                  <a16:creationId xmlns:a16="http://schemas.microsoft.com/office/drawing/2014/main" id="{5378534E-9F02-2651-EB59-8376E428116A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69;p15">
              <a:extLst>
                <a:ext uri="{FF2B5EF4-FFF2-40B4-BE49-F238E27FC236}">
                  <a16:creationId xmlns:a16="http://schemas.microsoft.com/office/drawing/2014/main" id="{51AA644A-AE65-9FE7-C24B-A65EBE00905E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" name="Gruppo 466">
              <a:extLst>
                <a:ext uri="{FF2B5EF4-FFF2-40B4-BE49-F238E27FC236}">
                  <a16:creationId xmlns:a16="http://schemas.microsoft.com/office/drawing/2014/main" id="{94815A68-1A2F-2612-1E4A-395B6DEA37D4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68" name="Google Shape;65;p15">
                <a:extLst>
                  <a:ext uri="{FF2B5EF4-FFF2-40B4-BE49-F238E27FC236}">
                    <a16:creationId xmlns:a16="http://schemas.microsoft.com/office/drawing/2014/main" id="{AF9A45ED-79CB-9517-4EC5-2C6DE08CCC5A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66;p15">
                <a:extLst>
                  <a:ext uri="{FF2B5EF4-FFF2-40B4-BE49-F238E27FC236}">
                    <a16:creationId xmlns:a16="http://schemas.microsoft.com/office/drawing/2014/main" id="{73391AEA-CAD2-EB64-62A1-23B83C3FE68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67;p15">
                <a:extLst>
                  <a:ext uri="{FF2B5EF4-FFF2-40B4-BE49-F238E27FC236}">
                    <a16:creationId xmlns:a16="http://schemas.microsoft.com/office/drawing/2014/main" id="{07F2137B-E0A6-91E3-EFDE-7C407D68FE9D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70;p15">
                <a:extLst>
                  <a:ext uri="{FF2B5EF4-FFF2-40B4-BE49-F238E27FC236}">
                    <a16:creationId xmlns:a16="http://schemas.microsoft.com/office/drawing/2014/main" id="{CC61CF16-6CEE-875C-B9AC-B24E71E129DC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99" name="Gruppo 498">
            <a:extLst>
              <a:ext uri="{FF2B5EF4-FFF2-40B4-BE49-F238E27FC236}">
                <a16:creationId xmlns:a16="http://schemas.microsoft.com/office/drawing/2014/main" id="{DAA3DB9B-BE6C-741A-592F-DFF17ED3BF48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73" name="Google Shape;73;p15">
              <a:extLst>
                <a:ext uri="{FF2B5EF4-FFF2-40B4-BE49-F238E27FC236}">
                  <a16:creationId xmlns:a16="http://schemas.microsoft.com/office/drawing/2014/main" id="{D5721470-FDB9-5F6E-75AF-A43F5869242D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75;p15">
              <a:extLst>
                <a:ext uri="{FF2B5EF4-FFF2-40B4-BE49-F238E27FC236}">
                  <a16:creationId xmlns:a16="http://schemas.microsoft.com/office/drawing/2014/main" id="{479E1E70-4445-0146-938F-5B31D16B3281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76;p15">
              <a:extLst>
                <a:ext uri="{FF2B5EF4-FFF2-40B4-BE49-F238E27FC236}">
                  <a16:creationId xmlns:a16="http://schemas.microsoft.com/office/drawing/2014/main" id="{857CBA9A-E320-9A3B-A0E7-FF2D06536AF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71;p15">
              <a:extLst>
                <a:ext uri="{FF2B5EF4-FFF2-40B4-BE49-F238E27FC236}">
                  <a16:creationId xmlns:a16="http://schemas.microsoft.com/office/drawing/2014/main" id="{911AE7BF-1116-AD4F-1F22-F1EC8EEEF917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72;p15">
              <a:extLst>
                <a:ext uri="{FF2B5EF4-FFF2-40B4-BE49-F238E27FC236}">
                  <a16:creationId xmlns:a16="http://schemas.microsoft.com/office/drawing/2014/main" id="{E7C40304-2782-1516-B6C4-E166529CFC86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74;p15">
              <a:extLst>
                <a:ext uri="{FF2B5EF4-FFF2-40B4-BE49-F238E27FC236}">
                  <a16:creationId xmlns:a16="http://schemas.microsoft.com/office/drawing/2014/main" id="{87EA8468-8B4C-796D-1D51-92938B3AF681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0" name="Gruppo 499">
            <a:extLst>
              <a:ext uri="{FF2B5EF4-FFF2-40B4-BE49-F238E27FC236}">
                <a16:creationId xmlns:a16="http://schemas.microsoft.com/office/drawing/2014/main" id="{9C265863-C459-D5CE-2D7D-9B156B7FABC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0" name="Google Shape;122;p15">
              <a:extLst>
                <a:ext uri="{FF2B5EF4-FFF2-40B4-BE49-F238E27FC236}">
                  <a16:creationId xmlns:a16="http://schemas.microsoft.com/office/drawing/2014/main" id="{3537BB60-D275-E1E9-B94E-26793610AA9E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23;p15">
              <a:extLst>
                <a:ext uri="{FF2B5EF4-FFF2-40B4-BE49-F238E27FC236}">
                  <a16:creationId xmlns:a16="http://schemas.microsoft.com/office/drawing/2014/main" id="{D6685FEA-448A-139F-C95B-3F7428FB8FD6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24;p15">
              <a:extLst>
                <a:ext uri="{FF2B5EF4-FFF2-40B4-BE49-F238E27FC236}">
                  <a16:creationId xmlns:a16="http://schemas.microsoft.com/office/drawing/2014/main" id="{7238D13B-493B-56F5-A089-66B1B3E4887A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125;p15">
              <a:extLst>
                <a:ext uri="{FF2B5EF4-FFF2-40B4-BE49-F238E27FC236}">
                  <a16:creationId xmlns:a16="http://schemas.microsoft.com/office/drawing/2014/main" id="{FEF9F162-4759-68D2-7A92-15271F28862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ruppo 483">
            <a:extLst>
              <a:ext uri="{FF2B5EF4-FFF2-40B4-BE49-F238E27FC236}">
                <a16:creationId xmlns:a16="http://schemas.microsoft.com/office/drawing/2014/main" id="{E8B07563-BBFC-2958-33D2-60DF049169B9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85" name="Google Shape;57;p15">
              <a:extLst>
                <a:ext uri="{FF2B5EF4-FFF2-40B4-BE49-F238E27FC236}">
                  <a16:creationId xmlns:a16="http://schemas.microsoft.com/office/drawing/2014/main" id="{A32881B9-CF7D-90D1-CAEE-B7A273B80CAF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58;p15">
              <a:extLst>
                <a:ext uri="{FF2B5EF4-FFF2-40B4-BE49-F238E27FC236}">
                  <a16:creationId xmlns:a16="http://schemas.microsoft.com/office/drawing/2014/main" id="{A10B7CB3-60E8-DC98-C773-331309FC3CFE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59;p15">
              <a:extLst>
                <a:ext uri="{FF2B5EF4-FFF2-40B4-BE49-F238E27FC236}">
                  <a16:creationId xmlns:a16="http://schemas.microsoft.com/office/drawing/2014/main" id="{88AE8101-65B4-DA43-D394-A3A1A296A38C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60;p15">
              <a:extLst>
                <a:ext uri="{FF2B5EF4-FFF2-40B4-BE49-F238E27FC236}">
                  <a16:creationId xmlns:a16="http://schemas.microsoft.com/office/drawing/2014/main" id="{66849DB8-2E26-35D8-86DD-9295F8F5954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61;p15">
              <a:extLst>
                <a:ext uri="{FF2B5EF4-FFF2-40B4-BE49-F238E27FC236}">
                  <a16:creationId xmlns:a16="http://schemas.microsoft.com/office/drawing/2014/main" id="{506B44B9-93B1-F3E3-8DE0-B3D1D5F5EBB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62;p15">
              <a:extLst>
                <a:ext uri="{FF2B5EF4-FFF2-40B4-BE49-F238E27FC236}">
                  <a16:creationId xmlns:a16="http://schemas.microsoft.com/office/drawing/2014/main" id="{419EAFBC-CE64-2FCF-88BA-D82E1D19BEEC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63;p15">
              <a:extLst>
                <a:ext uri="{FF2B5EF4-FFF2-40B4-BE49-F238E27FC236}">
                  <a16:creationId xmlns:a16="http://schemas.microsoft.com/office/drawing/2014/main" id="{ACC1DBBC-2042-0565-BF1E-90E7BA76890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27;p15">
              <a:extLst>
                <a:ext uri="{FF2B5EF4-FFF2-40B4-BE49-F238E27FC236}">
                  <a16:creationId xmlns:a16="http://schemas.microsoft.com/office/drawing/2014/main" id="{52F7FF55-1396-31A8-EE55-53EDD915A3CC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28;p15">
              <a:extLst>
                <a:ext uri="{FF2B5EF4-FFF2-40B4-BE49-F238E27FC236}">
                  <a16:creationId xmlns:a16="http://schemas.microsoft.com/office/drawing/2014/main" id="{850DFB59-4721-073B-EFCE-063FE09BE22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29;p15">
              <a:extLst>
                <a:ext uri="{FF2B5EF4-FFF2-40B4-BE49-F238E27FC236}">
                  <a16:creationId xmlns:a16="http://schemas.microsoft.com/office/drawing/2014/main" id="{5E62C225-F6C6-7ED4-364C-EFA2705333A0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30;p15">
              <a:extLst>
                <a:ext uri="{FF2B5EF4-FFF2-40B4-BE49-F238E27FC236}">
                  <a16:creationId xmlns:a16="http://schemas.microsoft.com/office/drawing/2014/main" id="{792F5285-2A87-F0E2-0821-7FF5EA2210D5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31;p15">
              <a:extLst>
                <a:ext uri="{FF2B5EF4-FFF2-40B4-BE49-F238E27FC236}">
                  <a16:creationId xmlns:a16="http://schemas.microsoft.com/office/drawing/2014/main" id="{0C2A5B5F-09B5-8AE9-28ED-A5104C5C8040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32;p15">
              <a:extLst>
                <a:ext uri="{FF2B5EF4-FFF2-40B4-BE49-F238E27FC236}">
                  <a16:creationId xmlns:a16="http://schemas.microsoft.com/office/drawing/2014/main" id="{3D0C9177-BBDF-0F20-D0BB-74AE79429691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33;p15">
              <a:extLst>
                <a:ext uri="{FF2B5EF4-FFF2-40B4-BE49-F238E27FC236}">
                  <a16:creationId xmlns:a16="http://schemas.microsoft.com/office/drawing/2014/main" id="{62F2E41B-0765-2ECA-0D08-379B83342EDE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2022;p44">
            <a:extLst>
              <a:ext uri="{FF2B5EF4-FFF2-40B4-BE49-F238E27FC236}">
                <a16:creationId xmlns:a16="http://schemas.microsoft.com/office/drawing/2014/main" id="{0CC2635C-439D-7614-73ED-806755CA1F3B}"/>
              </a:ext>
            </a:extLst>
          </p:cNvPr>
          <p:cNvGrpSpPr/>
          <p:nvPr/>
        </p:nvGrpSpPr>
        <p:grpSpPr>
          <a:xfrm>
            <a:off x="3566490" y="1513191"/>
            <a:ext cx="2007426" cy="2605487"/>
            <a:chOff x="457194" y="1463225"/>
            <a:chExt cx="2571315" cy="3337373"/>
          </a:xfrm>
        </p:grpSpPr>
        <p:sp>
          <p:nvSpPr>
            <p:cNvPr id="696" name="Google Shape;2023;p44">
              <a:extLst>
                <a:ext uri="{FF2B5EF4-FFF2-40B4-BE49-F238E27FC236}">
                  <a16:creationId xmlns:a16="http://schemas.microsoft.com/office/drawing/2014/main" id="{F26F9906-8C1F-2FFC-05F6-130BA99834E5}"/>
                </a:ext>
              </a:extLst>
            </p:cNvPr>
            <p:cNvSpPr/>
            <p:nvPr/>
          </p:nvSpPr>
          <p:spPr>
            <a:xfrm>
              <a:off x="457194" y="2043641"/>
              <a:ext cx="2571315" cy="2116080"/>
            </a:xfrm>
            <a:custGeom>
              <a:avLst/>
              <a:gdLst/>
              <a:ahLst/>
              <a:cxnLst/>
              <a:rect l="l" t="t" r="r" b="b"/>
              <a:pathLst>
                <a:path w="68605" h="55745" extrusionOk="0">
                  <a:moveTo>
                    <a:pt x="31355" y="1"/>
                  </a:moveTo>
                  <a:cubicBezTo>
                    <a:pt x="29357" y="1"/>
                    <a:pt x="27324" y="305"/>
                    <a:pt x="25968" y="1106"/>
                  </a:cubicBezTo>
                  <a:cubicBezTo>
                    <a:pt x="20527" y="4261"/>
                    <a:pt x="25337" y="5880"/>
                    <a:pt x="24527" y="10488"/>
                  </a:cubicBezTo>
                  <a:cubicBezTo>
                    <a:pt x="23801" y="14643"/>
                    <a:pt x="16550" y="16417"/>
                    <a:pt x="13073" y="17143"/>
                  </a:cubicBezTo>
                  <a:cubicBezTo>
                    <a:pt x="10311" y="17715"/>
                    <a:pt x="7430" y="17905"/>
                    <a:pt x="4894" y="19096"/>
                  </a:cubicBezTo>
                  <a:cubicBezTo>
                    <a:pt x="2358" y="20287"/>
                    <a:pt x="179" y="22894"/>
                    <a:pt x="655" y="25632"/>
                  </a:cubicBezTo>
                  <a:cubicBezTo>
                    <a:pt x="1322" y="29573"/>
                    <a:pt x="6120" y="29359"/>
                    <a:pt x="8501" y="31502"/>
                  </a:cubicBezTo>
                  <a:cubicBezTo>
                    <a:pt x="13347" y="35872"/>
                    <a:pt x="8906" y="36789"/>
                    <a:pt x="5704" y="41146"/>
                  </a:cubicBezTo>
                  <a:cubicBezTo>
                    <a:pt x="0" y="48921"/>
                    <a:pt x="13276" y="53648"/>
                    <a:pt x="18646" y="54505"/>
                  </a:cubicBezTo>
                  <a:cubicBezTo>
                    <a:pt x="24056" y="55346"/>
                    <a:pt x="29522" y="55745"/>
                    <a:pt x="34985" y="55745"/>
                  </a:cubicBezTo>
                  <a:cubicBezTo>
                    <a:pt x="36640" y="55745"/>
                    <a:pt x="38294" y="55708"/>
                    <a:pt x="39946" y="55636"/>
                  </a:cubicBezTo>
                  <a:cubicBezTo>
                    <a:pt x="43506" y="55481"/>
                    <a:pt x="47066" y="55172"/>
                    <a:pt x="50590" y="54707"/>
                  </a:cubicBezTo>
                  <a:cubicBezTo>
                    <a:pt x="53579" y="54326"/>
                    <a:pt x="56984" y="54112"/>
                    <a:pt x="59460" y="52183"/>
                  </a:cubicBezTo>
                  <a:cubicBezTo>
                    <a:pt x="64282" y="48397"/>
                    <a:pt x="60710" y="45182"/>
                    <a:pt x="57960" y="42789"/>
                  </a:cubicBezTo>
                  <a:cubicBezTo>
                    <a:pt x="51388" y="37086"/>
                    <a:pt x="64699" y="32240"/>
                    <a:pt x="67056" y="28407"/>
                  </a:cubicBezTo>
                  <a:cubicBezTo>
                    <a:pt x="68604" y="25930"/>
                    <a:pt x="68045" y="23144"/>
                    <a:pt x="66366" y="21251"/>
                  </a:cubicBezTo>
                  <a:cubicBezTo>
                    <a:pt x="65187" y="19906"/>
                    <a:pt x="63449" y="19001"/>
                    <a:pt x="61496" y="18929"/>
                  </a:cubicBezTo>
                  <a:cubicBezTo>
                    <a:pt x="61142" y="18916"/>
                    <a:pt x="60781" y="18911"/>
                    <a:pt x="60417" y="18911"/>
                  </a:cubicBezTo>
                  <a:cubicBezTo>
                    <a:pt x="59354" y="18911"/>
                    <a:pt x="58254" y="18954"/>
                    <a:pt x="57152" y="18954"/>
                  </a:cubicBezTo>
                  <a:cubicBezTo>
                    <a:pt x="55322" y="18954"/>
                    <a:pt x="53484" y="18835"/>
                    <a:pt x="51793" y="18203"/>
                  </a:cubicBezTo>
                  <a:cubicBezTo>
                    <a:pt x="47816" y="16715"/>
                    <a:pt x="47411" y="13440"/>
                    <a:pt x="46137" y="9845"/>
                  </a:cubicBezTo>
                  <a:cubicBezTo>
                    <a:pt x="44530" y="5285"/>
                    <a:pt x="40470" y="1653"/>
                    <a:pt x="35719" y="486"/>
                  </a:cubicBezTo>
                  <a:cubicBezTo>
                    <a:pt x="34529" y="195"/>
                    <a:pt x="32953" y="1"/>
                    <a:pt x="3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2024;p44">
              <a:extLst>
                <a:ext uri="{FF2B5EF4-FFF2-40B4-BE49-F238E27FC236}">
                  <a16:creationId xmlns:a16="http://schemas.microsoft.com/office/drawing/2014/main" id="{D5FA3439-7C9E-A2CB-4FEF-1DDD094DA929}"/>
                </a:ext>
              </a:extLst>
            </p:cNvPr>
            <p:cNvSpPr/>
            <p:nvPr/>
          </p:nvSpPr>
          <p:spPr>
            <a:xfrm>
              <a:off x="1330917" y="2184589"/>
              <a:ext cx="3186" cy="42060"/>
            </a:xfrm>
            <a:custGeom>
              <a:avLst/>
              <a:gdLst/>
              <a:ahLst/>
              <a:cxnLst/>
              <a:rect l="l" t="t" r="r" b="b"/>
              <a:pathLst>
                <a:path w="85" h="1108" extrusionOk="0">
                  <a:moveTo>
                    <a:pt x="84" y="0"/>
                  </a:moveTo>
                  <a:cubicBezTo>
                    <a:pt x="1" y="369"/>
                    <a:pt x="13" y="738"/>
                    <a:pt x="84" y="1107"/>
                  </a:cubicBezTo>
                  <a:lnTo>
                    <a:pt x="84" y="4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DD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2025;p44">
              <a:extLst>
                <a:ext uri="{FF2B5EF4-FFF2-40B4-BE49-F238E27FC236}">
                  <a16:creationId xmlns:a16="http://schemas.microsoft.com/office/drawing/2014/main" id="{77736CC0-268D-376C-822A-E3FA45FB8B2A}"/>
                </a:ext>
              </a:extLst>
            </p:cNvPr>
            <p:cNvSpPr/>
            <p:nvPr/>
          </p:nvSpPr>
          <p:spPr>
            <a:xfrm>
              <a:off x="2144860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394" y="0"/>
                    <a:pt x="1" y="405"/>
                    <a:pt x="1" y="893"/>
                  </a:cubicBezTo>
                  <a:cubicBezTo>
                    <a:pt x="1" y="1381"/>
                    <a:pt x="394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2026;p44">
              <a:extLst>
                <a:ext uri="{FF2B5EF4-FFF2-40B4-BE49-F238E27FC236}">
                  <a16:creationId xmlns:a16="http://schemas.microsoft.com/office/drawing/2014/main" id="{8DFA4881-4F0E-7FE4-9115-25F890BDB09C}"/>
                </a:ext>
              </a:extLst>
            </p:cNvPr>
            <p:cNvSpPr/>
            <p:nvPr/>
          </p:nvSpPr>
          <p:spPr>
            <a:xfrm>
              <a:off x="2255087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2027;p44">
              <a:extLst>
                <a:ext uri="{FF2B5EF4-FFF2-40B4-BE49-F238E27FC236}">
                  <a16:creationId xmlns:a16="http://schemas.microsoft.com/office/drawing/2014/main" id="{203FCCC1-877D-541B-4E36-5B93679CDF91}"/>
                </a:ext>
              </a:extLst>
            </p:cNvPr>
            <p:cNvSpPr/>
            <p:nvPr/>
          </p:nvSpPr>
          <p:spPr>
            <a:xfrm>
              <a:off x="2365314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94" y="1786"/>
                    <a:pt x="1786" y="1381"/>
                    <a:pt x="1786" y="893"/>
                  </a:cubicBezTo>
                  <a:cubicBezTo>
                    <a:pt x="1786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2028;p44">
              <a:extLst>
                <a:ext uri="{FF2B5EF4-FFF2-40B4-BE49-F238E27FC236}">
                  <a16:creationId xmlns:a16="http://schemas.microsoft.com/office/drawing/2014/main" id="{C84B137E-44D4-F505-6B12-327F9AE72A4D}"/>
                </a:ext>
              </a:extLst>
            </p:cNvPr>
            <p:cNvSpPr/>
            <p:nvPr/>
          </p:nvSpPr>
          <p:spPr>
            <a:xfrm>
              <a:off x="2475991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0"/>
                  </a:moveTo>
                  <a:cubicBezTo>
                    <a:pt x="405" y="0"/>
                    <a:pt x="0" y="405"/>
                    <a:pt x="0" y="893"/>
                  </a:cubicBezTo>
                  <a:cubicBezTo>
                    <a:pt x="0" y="1381"/>
                    <a:pt x="405" y="1786"/>
                    <a:pt x="893" y="1786"/>
                  </a:cubicBezTo>
                  <a:cubicBezTo>
                    <a:pt x="1381" y="1786"/>
                    <a:pt x="1786" y="1381"/>
                    <a:pt x="1786" y="893"/>
                  </a:cubicBezTo>
                  <a:cubicBezTo>
                    <a:pt x="1786" y="405"/>
                    <a:pt x="1381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2029;p44">
              <a:extLst>
                <a:ext uri="{FF2B5EF4-FFF2-40B4-BE49-F238E27FC236}">
                  <a16:creationId xmlns:a16="http://schemas.microsoft.com/office/drawing/2014/main" id="{56070508-7FBA-6521-F955-25278BCAAFAD}"/>
                </a:ext>
              </a:extLst>
            </p:cNvPr>
            <p:cNvSpPr/>
            <p:nvPr/>
          </p:nvSpPr>
          <p:spPr>
            <a:xfrm>
              <a:off x="941355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87"/>
                    <a:pt x="894" y="1787"/>
                  </a:cubicBezTo>
                  <a:cubicBezTo>
                    <a:pt x="1394" y="1787"/>
                    <a:pt x="1787" y="1394"/>
                    <a:pt x="1787" y="894"/>
                  </a:cubicBezTo>
                  <a:cubicBezTo>
                    <a:pt x="1787" y="406"/>
                    <a:pt x="1394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2030;p44">
              <a:extLst>
                <a:ext uri="{FF2B5EF4-FFF2-40B4-BE49-F238E27FC236}">
                  <a16:creationId xmlns:a16="http://schemas.microsoft.com/office/drawing/2014/main" id="{5BEF6B74-5E50-9D73-D78D-9472D896B856}"/>
                </a:ext>
              </a:extLst>
            </p:cNvPr>
            <p:cNvSpPr/>
            <p:nvPr/>
          </p:nvSpPr>
          <p:spPr>
            <a:xfrm>
              <a:off x="1052032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2" y="1787"/>
                    <a:pt x="1786" y="1394"/>
                    <a:pt x="1786" y="894"/>
                  </a:cubicBezTo>
                  <a:cubicBezTo>
                    <a:pt x="1786" y="406"/>
                    <a:pt x="1382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2031;p44">
              <a:extLst>
                <a:ext uri="{FF2B5EF4-FFF2-40B4-BE49-F238E27FC236}">
                  <a16:creationId xmlns:a16="http://schemas.microsoft.com/office/drawing/2014/main" id="{1AB3CAD3-1DF3-5A4B-DF20-C9FFE35B0944}"/>
                </a:ext>
              </a:extLst>
            </p:cNvPr>
            <p:cNvSpPr/>
            <p:nvPr/>
          </p:nvSpPr>
          <p:spPr>
            <a:xfrm>
              <a:off x="1162259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94"/>
                    <a:pt x="405" y="1787"/>
                    <a:pt x="893" y="1787"/>
                  </a:cubicBezTo>
                  <a:cubicBezTo>
                    <a:pt x="1393" y="1787"/>
                    <a:pt x="1786" y="1394"/>
                    <a:pt x="1786" y="894"/>
                  </a:cubicBezTo>
                  <a:cubicBezTo>
                    <a:pt x="1786" y="406"/>
                    <a:pt x="1393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2032;p44">
              <a:extLst>
                <a:ext uri="{FF2B5EF4-FFF2-40B4-BE49-F238E27FC236}">
                  <a16:creationId xmlns:a16="http://schemas.microsoft.com/office/drawing/2014/main" id="{E1F37C68-F907-E6CE-31B5-3987A1DEFA4F}"/>
                </a:ext>
              </a:extLst>
            </p:cNvPr>
            <p:cNvSpPr/>
            <p:nvPr/>
          </p:nvSpPr>
          <p:spPr>
            <a:xfrm>
              <a:off x="1272936" y="1463225"/>
              <a:ext cx="66939" cy="67835"/>
            </a:xfrm>
            <a:custGeom>
              <a:avLst/>
              <a:gdLst/>
              <a:ahLst/>
              <a:cxnLst/>
              <a:rect l="l" t="t" r="r" b="b"/>
              <a:pathLst>
                <a:path w="1786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1" y="1787"/>
                    <a:pt x="1786" y="1394"/>
                    <a:pt x="1786" y="894"/>
                  </a:cubicBezTo>
                  <a:cubicBezTo>
                    <a:pt x="1786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2033;p44">
              <a:extLst>
                <a:ext uri="{FF2B5EF4-FFF2-40B4-BE49-F238E27FC236}">
                  <a16:creationId xmlns:a16="http://schemas.microsoft.com/office/drawing/2014/main" id="{2B0C7702-7180-F00A-76C3-BF2C3D0804C1}"/>
                </a:ext>
              </a:extLst>
            </p:cNvPr>
            <p:cNvSpPr/>
            <p:nvPr/>
          </p:nvSpPr>
          <p:spPr>
            <a:xfrm>
              <a:off x="2576399" y="2279642"/>
              <a:ext cx="178517" cy="179209"/>
            </a:xfrm>
            <a:custGeom>
              <a:avLst/>
              <a:gdLst/>
              <a:ahLst/>
              <a:cxnLst/>
              <a:rect l="l" t="t" r="r" b="b"/>
              <a:pathLst>
                <a:path w="4763" h="4721" extrusionOk="0">
                  <a:moveTo>
                    <a:pt x="2471" y="1"/>
                  </a:moveTo>
                  <a:cubicBezTo>
                    <a:pt x="2421" y="1"/>
                    <a:pt x="2373" y="29"/>
                    <a:pt x="2358" y="92"/>
                  </a:cubicBezTo>
                  <a:cubicBezTo>
                    <a:pt x="2155" y="627"/>
                    <a:pt x="1953" y="1199"/>
                    <a:pt x="1548" y="1628"/>
                  </a:cubicBezTo>
                  <a:cubicBezTo>
                    <a:pt x="1358" y="1830"/>
                    <a:pt x="1119" y="1997"/>
                    <a:pt x="846" y="2116"/>
                  </a:cubicBezTo>
                  <a:cubicBezTo>
                    <a:pt x="584" y="2223"/>
                    <a:pt x="334" y="2211"/>
                    <a:pt x="60" y="2247"/>
                  </a:cubicBezTo>
                  <a:cubicBezTo>
                    <a:pt x="48" y="2247"/>
                    <a:pt x="36" y="2294"/>
                    <a:pt x="60" y="2294"/>
                  </a:cubicBezTo>
                  <a:cubicBezTo>
                    <a:pt x="72" y="2306"/>
                    <a:pt x="107" y="2306"/>
                    <a:pt x="119" y="2330"/>
                  </a:cubicBezTo>
                  <a:cubicBezTo>
                    <a:pt x="95" y="2342"/>
                    <a:pt x="60" y="2354"/>
                    <a:pt x="36" y="2390"/>
                  </a:cubicBezTo>
                  <a:cubicBezTo>
                    <a:pt x="0" y="2413"/>
                    <a:pt x="0" y="2473"/>
                    <a:pt x="12" y="2509"/>
                  </a:cubicBezTo>
                  <a:cubicBezTo>
                    <a:pt x="167" y="2711"/>
                    <a:pt x="417" y="2711"/>
                    <a:pt x="655" y="2806"/>
                  </a:cubicBezTo>
                  <a:cubicBezTo>
                    <a:pt x="905" y="2901"/>
                    <a:pt x="1143" y="3044"/>
                    <a:pt x="1358" y="3223"/>
                  </a:cubicBezTo>
                  <a:cubicBezTo>
                    <a:pt x="1762" y="3544"/>
                    <a:pt x="2131" y="4033"/>
                    <a:pt x="2203" y="4568"/>
                  </a:cubicBezTo>
                  <a:cubicBezTo>
                    <a:pt x="2221" y="4670"/>
                    <a:pt x="2310" y="4720"/>
                    <a:pt x="2399" y="4720"/>
                  </a:cubicBezTo>
                  <a:cubicBezTo>
                    <a:pt x="2489" y="4720"/>
                    <a:pt x="2578" y="4670"/>
                    <a:pt x="2596" y="4568"/>
                  </a:cubicBezTo>
                  <a:cubicBezTo>
                    <a:pt x="2751" y="3556"/>
                    <a:pt x="3524" y="2771"/>
                    <a:pt x="4536" y="2628"/>
                  </a:cubicBezTo>
                  <a:cubicBezTo>
                    <a:pt x="4763" y="2544"/>
                    <a:pt x="4763" y="2163"/>
                    <a:pt x="4536" y="2116"/>
                  </a:cubicBezTo>
                  <a:cubicBezTo>
                    <a:pt x="3524" y="1937"/>
                    <a:pt x="2751" y="1139"/>
                    <a:pt x="2608" y="127"/>
                  </a:cubicBezTo>
                  <a:cubicBezTo>
                    <a:pt x="2601" y="47"/>
                    <a:pt x="2534" y="1"/>
                    <a:pt x="2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2034;p44">
              <a:extLst>
                <a:ext uri="{FF2B5EF4-FFF2-40B4-BE49-F238E27FC236}">
                  <a16:creationId xmlns:a16="http://schemas.microsoft.com/office/drawing/2014/main" id="{FA76CB30-12F3-A5ED-A027-B52D0B77682C}"/>
                </a:ext>
              </a:extLst>
            </p:cNvPr>
            <p:cNvSpPr/>
            <p:nvPr/>
          </p:nvSpPr>
          <p:spPr>
            <a:xfrm>
              <a:off x="556702" y="2508392"/>
              <a:ext cx="133466" cy="132518"/>
            </a:xfrm>
            <a:custGeom>
              <a:avLst/>
              <a:gdLst/>
              <a:ahLst/>
              <a:cxnLst/>
              <a:rect l="l" t="t" r="r" b="b"/>
              <a:pathLst>
                <a:path w="3561" h="3491" extrusionOk="0">
                  <a:moveTo>
                    <a:pt x="1861" y="1"/>
                  </a:moveTo>
                  <a:cubicBezTo>
                    <a:pt x="1825" y="1"/>
                    <a:pt x="1790" y="20"/>
                    <a:pt x="1775" y="66"/>
                  </a:cubicBezTo>
                  <a:cubicBezTo>
                    <a:pt x="1632" y="471"/>
                    <a:pt x="1477" y="888"/>
                    <a:pt x="1179" y="1197"/>
                  </a:cubicBezTo>
                  <a:cubicBezTo>
                    <a:pt x="1024" y="1340"/>
                    <a:pt x="858" y="1471"/>
                    <a:pt x="655" y="1555"/>
                  </a:cubicBezTo>
                  <a:cubicBezTo>
                    <a:pt x="465" y="1626"/>
                    <a:pt x="262" y="1626"/>
                    <a:pt x="60" y="1662"/>
                  </a:cubicBezTo>
                  <a:cubicBezTo>
                    <a:pt x="36" y="1662"/>
                    <a:pt x="36" y="1686"/>
                    <a:pt x="60" y="1686"/>
                  </a:cubicBezTo>
                  <a:cubicBezTo>
                    <a:pt x="72" y="1697"/>
                    <a:pt x="84" y="1697"/>
                    <a:pt x="108" y="1697"/>
                  </a:cubicBezTo>
                  <a:cubicBezTo>
                    <a:pt x="72" y="1721"/>
                    <a:pt x="60" y="1733"/>
                    <a:pt x="24" y="1745"/>
                  </a:cubicBezTo>
                  <a:cubicBezTo>
                    <a:pt x="1" y="1757"/>
                    <a:pt x="1" y="1805"/>
                    <a:pt x="12" y="1840"/>
                  </a:cubicBezTo>
                  <a:cubicBezTo>
                    <a:pt x="120" y="1995"/>
                    <a:pt x="310" y="1995"/>
                    <a:pt x="489" y="2055"/>
                  </a:cubicBezTo>
                  <a:cubicBezTo>
                    <a:pt x="679" y="2138"/>
                    <a:pt x="846" y="2233"/>
                    <a:pt x="1013" y="2376"/>
                  </a:cubicBezTo>
                  <a:cubicBezTo>
                    <a:pt x="1310" y="2626"/>
                    <a:pt x="1584" y="2983"/>
                    <a:pt x="1655" y="3388"/>
                  </a:cubicBezTo>
                  <a:cubicBezTo>
                    <a:pt x="1661" y="3458"/>
                    <a:pt x="1724" y="3491"/>
                    <a:pt x="1788" y="3491"/>
                  </a:cubicBezTo>
                  <a:cubicBezTo>
                    <a:pt x="1855" y="3491"/>
                    <a:pt x="1923" y="3455"/>
                    <a:pt x="1929" y="3388"/>
                  </a:cubicBezTo>
                  <a:cubicBezTo>
                    <a:pt x="2048" y="2626"/>
                    <a:pt x="2632" y="2043"/>
                    <a:pt x="3370" y="1924"/>
                  </a:cubicBezTo>
                  <a:cubicBezTo>
                    <a:pt x="3560" y="1912"/>
                    <a:pt x="3560" y="1614"/>
                    <a:pt x="3394" y="1578"/>
                  </a:cubicBezTo>
                  <a:cubicBezTo>
                    <a:pt x="2644" y="1447"/>
                    <a:pt x="2048" y="852"/>
                    <a:pt x="1965" y="90"/>
                  </a:cubicBezTo>
                  <a:cubicBezTo>
                    <a:pt x="1958" y="36"/>
                    <a:pt x="1909" y="1"/>
                    <a:pt x="1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2035;p44">
              <a:extLst>
                <a:ext uri="{FF2B5EF4-FFF2-40B4-BE49-F238E27FC236}">
                  <a16:creationId xmlns:a16="http://schemas.microsoft.com/office/drawing/2014/main" id="{6CD933BE-E105-1FD2-DC40-72682D522269}"/>
                </a:ext>
              </a:extLst>
            </p:cNvPr>
            <p:cNvSpPr/>
            <p:nvPr/>
          </p:nvSpPr>
          <p:spPr>
            <a:xfrm>
              <a:off x="742788" y="4127294"/>
              <a:ext cx="155317" cy="155218"/>
            </a:xfrm>
            <a:custGeom>
              <a:avLst/>
              <a:gdLst/>
              <a:ahLst/>
              <a:cxnLst/>
              <a:rect l="l" t="t" r="r" b="b"/>
              <a:pathLst>
                <a:path w="4144" h="4089" extrusionOk="0">
                  <a:moveTo>
                    <a:pt x="2127" y="1"/>
                  </a:moveTo>
                  <a:cubicBezTo>
                    <a:pt x="2085" y="1"/>
                    <a:pt x="2044" y="24"/>
                    <a:pt x="2024" y="79"/>
                  </a:cubicBezTo>
                  <a:cubicBezTo>
                    <a:pt x="1905" y="413"/>
                    <a:pt x="1786" y="734"/>
                    <a:pt x="1608" y="1032"/>
                  </a:cubicBezTo>
                  <a:cubicBezTo>
                    <a:pt x="1513" y="1020"/>
                    <a:pt x="1417" y="996"/>
                    <a:pt x="1334" y="949"/>
                  </a:cubicBezTo>
                  <a:cubicBezTo>
                    <a:pt x="1108" y="841"/>
                    <a:pt x="953" y="675"/>
                    <a:pt x="762" y="544"/>
                  </a:cubicBezTo>
                  <a:cubicBezTo>
                    <a:pt x="760" y="542"/>
                    <a:pt x="757" y="541"/>
                    <a:pt x="754" y="541"/>
                  </a:cubicBezTo>
                  <a:cubicBezTo>
                    <a:pt x="739" y="541"/>
                    <a:pt x="719" y="560"/>
                    <a:pt x="739" y="579"/>
                  </a:cubicBezTo>
                  <a:cubicBezTo>
                    <a:pt x="739" y="591"/>
                    <a:pt x="751" y="615"/>
                    <a:pt x="762" y="639"/>
                  </a:cubicBezTo>
                  <a:cubicBezTo>
                    <a:pt x="739" y="615"/>
                    <a:pt x="703" y="615"/>
                    <a:pt x="679" y="603"/>
                  </a:cubicBezTo>
                  <a:cubicBezTo>
                    <a:pt x="643" y="603"/>
                    <a:pt x="596" y="639"/>
                    <a:pt x="596" y="663"/>
                  </a:cubicBezTo>
                  <a:cubicBezTo>
                    <a:pt x="560" y="889"/>
                    <a:pt x="715" y="1056"/>
                    <a:pt x="810" y="1246"/>
                  </a:cubicBezTo>
                  <a:cubicBezTo>
                    <a:pt x="881" y="1413"/>
                    <a:pt x="929" y="1568"/>
                    <a:pt x="953" y="1734"/>
                  </a:cubicBezTo>
                  <a:cubicBezTo>
                    <a:pt x="893" y="1770"/>
                    <a:pt x="822" y="1806"/>
                    <a:pt x="762" y="1830"/>
                  </a:cubicBezTo>
                  <a:cubicBezTo>
                    <a:pt x="536" y="1913"/>
                    <a:pt x="298" y="1901"/>
                    <a:pt x="60" y="1949"/>
                  </a:cubicBezTo>
                  <a:cubicBezTo>
                    <a:pt x="48" y="1949"/>
                    <a:pt x="48" y="1972"/>
                    <a:pt x="60" y="1984"/>
                  </a:cubicBezTo>
                  <a:cubicBezTo>
                    <a:pt x="84" y="2008"/>
                    <a:pt x="108" y="2008"/>
                    <a:pt x="119" y="2020"/>
                  </a:cubicBezTo>
                  <a:lnTo>
                    <a:pt x="36" y="2068"/>
                  </a:lnTo>
                  <a:cubicBezTo>
                    <a:pt x="0" y="2080"/>
                    <a:pt x="0" y="2139"/>
                    <a:pt x="12" y="2163"/>
                  </a:cubicBezTo>
                  <a:cubicBezTo>
                    <a:pt x="155" y="2342"/>
                    <a:pt x="370" y="2365"/>
                    <a:pt x="572" y="2437"/>
                  </a:cubicBezTo>
                  <a:cubicBezTo>
                    <a:pt x="703" y="2484"/>
                    <a:pt x="822" y="2556"/>
                    <a:pt x="941" y="2627"/>
                  </a:cubicBezTo>
                  <a:cubicBezTo>
                    <a:pt x="893" y="2865"/>
                    <a:pt x="810" y="3104"/>
                    <a:pt x="655" y="3294"/>
                  </a:cubicBezTo>
                  <a:cubicBezTo>
                    <a:pt x="569" y="3409"/>
                    <a:pt x="691" y="3562"/>
                    <a:pt x="810" y="3562"/>
                  </a:cubicBezTo>
                  <a:cubicBezTo>
                    <a:pt x="839" y="3562"/>
                    <a:pt x="868" y="3553"/>
                    <a:pt x="893" y="3532"/>
                  </a:cubicBezTo>
                  <a:cubicBezTo>
                    <a:pt x="1108" y="3389"/>
                    <a:pt x="1322" y="3282"/>
                    <a:pt x="1560" y="3211"/>
                  </a:cubicBezTo>
                  <a:cubicBezTo>
                    <a:pt x="1739" y="3437"/>
                    <a:pt x="1858" y="3699"/>
                    <a:pt x="1905" y="3973"/>
                  </a:cubicBezTo>
                  <a:cubicBezTo>
                    <a:pt x="1923" y="4050"/>
                    <a:pt x="2001" y="4089"/>
                    <a:pt x="2078" y="4089"/>
                  </a:cubicBezTo>
                  <a:cubicBezTo>
                    <a:pt x="2155" y="4089"/>
                    <a:pt x="2233" y="4050"/>
                    <a:pt x="2251" y="3973"/>
                  </a:cubicBezTo>
                  <a:cubicBezTo>
                    <a:pt x="2298" y="3687"/>
                    <a:pt x="2394" y="3413"/>
                    <a:pt x="2548" y="3175"/>
                  </a:cubicBezTo>
                  <a:cubicBezTo>
                    <a:pt x="2810" y="3234"/>
                    <a:pt x="3072" y="3354"/>
                    <a:pt x="3310" y="3520"/>
                  </a:cubicBezTo>
                  <a:cubicBezTo>
                    <a:pt x="3342" y="3543"/>
                    <a:pt x="3375" y="3552"/>
                    <a:pt x="3408" y="3552"/>
                  </a:cubicBezTo>
                  <a:cubicBezTo>
                    <a:pt x="3550" y="3552"/>
                    <a:pt x="3681" y="3370"/>
                    <a:pt x="3584" y="3234"/>
                  </a:cubicBezTo>
                  <a:cubicBezTo>
                    <a:pt x="3429" y="3020"/>
                    <a:pt x="3322" y="2758"/>
                    <a:pt x="3263" y="2508"/>
                  </a:cubicBezTo>
                  <a:cubicBezTo>
                    <a:pt x="3465" y="2389"/>
                    <a:pt x="3691" y="2318"/>
                    <a:pt x="3953" y="2270"/>
                  </a:cubicBezTo>
                  <a:cubicBezTo>
                    <a:pt x="4144" y="2234"/>
                    <a:pt x="4132" y="1901"/>
                    <a:pt x="3929" y="1853"/>
                  </a:cubicBezTo>
                  <a:cubicBezTo>
                    <a:pt x="3679" y="1818"/>
                    <a:pt x="3453" y="1722"/>
                    <a:pt x="3251" y="1603"/>
                  </a:cubicBezTo>
                  <a:cubicBezTo>
                    <a:pt x="3310" y="1318"/>
                    <a:pt x="3429" y="1056"/>
                    <a:pt x="3620" y="818"/>
                  </a:cubicBezTo>
                  <a:cubicBezTo>
                    <a:pt x="3679" y="729"/>
                    <a:pt x="3632" y="624"/>
                    <a:pt x="3547" y="624"/>
                  </a:cubicBezTo>
                  <a:cubicBezTo>
                    <a:pt x="3529" y="624"/>
                    <a:pt x="3510" y="629"/>
                    <a:pt x="3489" y="639"/>
                  </a:cubicBezTo>
                  <a:cubicBezTo>
                    <a:pt x="3203" y="770"/>
                    <a:pt x="2906" y="901"/>
                    <a:pt x="2596" y="996"/>
                  </a:cubicBezTo>
                  <a:cubicBezTo>
                    <a:pt x="2417" y="734"/>
                    <a:pt x="2298" y="437"/>
                    <a:pt x="2251" y="115"/>
                  </a:cubicBezTo>
                  <a:cubicBezTo>
                    <a:pt x="2244" y="46"/>
                    <a:pt x="2185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2036;p44">
              <a:extLst>
                <a:ext uri="{FF2B5EF4-FFF2-40B4-BE49-F238E27FC236}">
                  <a16:creationId xmlns:a16="http://schemas.microsoft.com/office/drawing/2014/main" id="{AC13B682-ED33-8A9B-BE32-8C31A043BDCF}"/>
                </a:ext>
              </a:extLst>
            </p:cNvPr>
            <p:cNvSpPr/>
            <p:nvPr/>
          </p:nvSpPr>
          <p:spPr>
            <a:xfrm>
              <a:off x="2811096" y="3654609"/>
              <a:ext cx="92426" cy="93230"/>
            </a:xfrm>
            <a:custGeom>
              <a:avLst/>
              <a:gdLst/>
              <a:ahLst/>
              <a:cxnLst/>
              <a:rect l="l" t="t" r="r" b="b"/>
              <a:pathLst>
                <a:path w="2466" h="2456" extrusionOk="0">
                  <a:moveTo>
                    <a:pt x="1288" y="1"/>
                  </a:moveTo>
                  <a:cubicBezTo>
                    <a:pt x="1262" y="1"/>
                    <a:pt x="1238" y="17"/>
                    <a:pt x="1227" y="54"/>
                  </a:cubicBezTo>
                  <a:cubicBezTo>
                    <a:pt x="1156" y="244"/>
                    <a:pt x="1072" y="435"/>
                    <a:pt x="977" y="613"/>
                  </a:cubicBezTo>
                  <a:cubicBezTo>
                    <a:pt x="918" y="601"/>
                    <a:pt x="858" y="589"/>
                    <a:pt x="811" y="554"/>
                  </a:cubicBezTo>
                  <a:cubicBezTo>
                    <a:pt x="680" y="494"/>
                    <a:pt x="584" y="387"/>
                    <a:pt x="465" y="316"/>
                  </a:cubicBezTo>
                  <a:cubicBezTo>
                    <a:pt x="453" y="316"/>
                    <a:pt x="430" y="316"/>
                    <a:pt x="453" y="327"/>
                  </a:cubicBezTo>
                  <a:cubicBezTo>
                    <a:pt x="453" y="351"/>
                    <a:pt x="465" y="363"/>
                    <a:pt x="465" y="363"/>
                  </a:cubicBezTo>
                  <a:cubicBezTo>
                    <a:pt x="453" y="363"/>
                    <a:pt x="430" y="351"/>
                    <a:pt x="406" y="351"/>
                  </a:cubicBezTo>
                  <a:cubicBezTo>
                    <a:pt x="394" y="351"/>
                    <a:pt x="358" y="363"/>
                    <a:pt x="358" y="375"/>
                  </a:cubicBezTo>
                  <a:cubicBezTo>
                    <a:pt x="334" y="506"/>
                    <a:pt x="441" y="601"/>
                    <a:pt x="477" y="720"/>
                  </a:cubicBezTo>
                  <a:cubicBezTo>
                    <a:pt x="525" y="804"/>
                    <a:pt x="560" y="911"/>
                    <a:pt x="572" y="1018"/>
                  </a:cubicBezTo>
                  <a:cubicBezTo>
                    <a:pt x="525" y="1030"/>
                    <a:pt x="501" y="1066"/>
                    <a:pt x="453" y="1078"/>
                  </a:cubicBezTo>
                  <a:cubicBezTo>
                    <a:pt x="322" y="1137"/>
                    <a:pt x="179" y="1125"/>
                    <a:pt x="37" y="1149"/>
                  </a:cubicBezTo>
                  <a:cubicBezTo>
                    <a:pt x="25" y="1149"/>
                    <a:pt x="25" y="1161"/>
                    <a:pt x="37" y="1185"/>
                  </a:cubicBezTo>
                  <a:cubicBezTo>
                    <a:pt x="49" y="1185"/>
                    <a:pt x="60" y="1197"/>
                    <a:pt x="60" y="1197"/>
                  </a:cubicBezTo>
                  <a:cubicBezTo>
                    <a:pt x="49" y="1197"/>
                    <a:pt x="37" y="1209"/>
                    <a:pt x="25" y="1232"/>
                  </a:cubicBezTo>
                  <a:cubicBezTo>
                    <a:pt x="1" y="1244"/>
                    <a:pt x="1" y="1268"/>
                    <a:pt x="1" y="1292"/>
                  </a:cubicBezTo>
                  <a:cubicBezTo>
                    <a:pt x="84" y="1387"/>
                    <a:pt x="215" y="1387"/>
                    <a:pt x="334" y="1447"/>
                  </a:cubicBezTo>
                  <a:cubicBezTo>
                    <a:pt x="406" y="1482"/>
                    <a:pt x="477" y="1530"/>
                    <a:pt x="560" y="1566"/>
                  </a:cubicBezTo>
                  <a:cubicBezTo>
                    <a:pt x="525" y="1720"/>
                    <a:pt x="477" y="1851"/>
                    <a:pt x="394" y="1971"/>
                  </a:cubicBezTo>
                  <a:cubicBezTo>
                    <a:pt x="346" y="2028"/>
                    <a:pt x="415" y="2118"/>
                    <a:pt x="481" y="2118"/>
                  </a:cubicBezTo>
                  <a:cubicBezTo>
                    <a:pt x="496" y="2118"/>
                    <a:pt x="511" y="2113"/>
                    <a:pt x="525" y="2101"/>
                  </a:cubicBezTo>
                  <a:cubicBezTo>
                    <a:pt x="644" y="2018"/>
                    <a:pt x="775" y="1959"/>
                    <a:pt x="930" y="1911"/>
                  </a:cubicBezTo>
                  <a:cubicBezTo>
                    <a:pt x="1037" y="2042"/>
                    <a:pt x="1108" y="2209"/>
                    <a:pt x="1132" y="2375"/>
                  </a:cubicBezTo>
                  <a:cubicBezTo>
                    <a:pt x="1144" y="2429"/>
                    <a:pt x="1189" y="2456"/>
                    <a:pt x="1233" y="2456"/>
                  </a:cubicBezTo>
                  <a:cubicBezTo>
                    <a:pt x="1278" y="2456"/>
                    <a:pt x="1322" y="2429"/>
                    <a:pt x="1334" y="2375"/>
                  </a:cubicBezTo>
                  <a:cubicBezTo>
                    <a:pt x="1358" y="2197"/>
                    <a:pt x="1418" y="2042"/>
                    <a:pt x="1513" y="1911"/>
                  </a:cubicBezTo>
                  <a:cubicBezTo>
                    <a:pt x="1668" y="1947"/>
                    <a:pt x="1823" y="2018"/>
                    <a:pt x="1954" y="2125"/>
                  </a:cubicBezTo>
                  <a:cubicBezTo>
                    <a:pt x="1973" y="2138"/>
                    <a:pt x="1993" y="2144"/>
                    <a:pt x="2012" y="2144"/>
                  </a:cubicBezTo>
                  <a:cubicBezTo>
                    <a:pt x="2101" y="2144"/>
                    <a:pt x="2179" y="2027"/>
                    <a:pt x="2120" y="1959"/>
                  </a:cubicBezTo>
                  <a:cubicBezTo>
                    <a:pt x="2025" y="1828"/>
                    <a:pt x="1954" y="1673"/>
                    <a:pt x="1930" y="1530"/>
                  </a:cubicBezTo>
                  <a:cubicBezTo>
                    <a:pt x="2049" y="1447"/>
                    <a:pt x="2180" y="1411"/>
                    <a:pt x="2323" y="1387"/>
                  </a:cubicBezTo>
                  <a:cubicBezTo>
                    <a:pt x="2465" y="1328"/>
                    <a:pt x="2465" y="1125"/>
                    <a:pt x="2346" y="1113"/>
                  </a:cubicBezTo>
                  <a:cubicBezTo>
                    <a:pt x="2192" y="1078"/>
                    <a:pt x="2061" y="1030"/>
                    <a:pt x="1942" y="958"/>
                  </a:cubicBezTo>
                  <a:cubicBezTo>
                    <a:pt x="1977" y="792"/>
                    <a:pt x="2049" y="637"/>
                    <a:pt x="2168" y="482"/>
                  </a:cubicBezTo>
                  <a:cubicBezTo>
                    <a:pt x="2199" y="431"/>
                    <a:pt x="2158" y="370"/>
                    <a:pt x="2108" y="370"/>
                  </a:cubicBezTo>
                  <a:cubicBezTo>
                    <a:pt x="2101" y="370"/>
                    <a:pt x="2093" y="372"/>
                    <a:pt x="2084" y="375"/>
                  </a:cubicBezTo>
                  <a:cubicBezTo>
                    <a:pt x="1918" y="470"/>
                    <a:pt x="1751" y="542"/>
                    <a:pt x="1549" y="589"/>
                  </a:cubicBezTo>
                  <a:cubicBezTo>
                    <a:pt x="1442" y="435"/>
                    <a:pt x="1370" y="256"/>
                    <a:pt x="1358" y="66"/>
                  </a:cubicBezTo>
                  <a:cubicBezTo>
                    <a:pt x="1352" y="26"/>
                    <a:pt x="1319" y="1"/>
                    <a:pt x="1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2037;p44">
              <a:extLst>
                <a:ext uri="{FF2B5EF4-FFF2-40B4-BE49-F238E27FC236}">
                  <a16:creationId xmlns:a16="http://schemas.microsoft.com/office/drawing/2014/main" id="{264701A0-68D5-4750-68E0-5204FA5C4091}"/>
                </a:ext>
              </a:extLst>
            </p:cNvPr>
            <p:cNvSpPr/>
            <p:nvPr/>
          </p:nvSpPr>
          <p:spPr>
            <a:xfrm>
              <a:off x="1954314" y="2090978"/>
              <a:ext cx="528843" cy="532920"/>
            </a:xfrm>
            <a:custGeom>
              <a:avLst/>
              <a:gdLst/>
              <a:ahLst/>
              <a:cxnLst/>
              <a:rect l="l" t="t" r="r" b="b"/>
              <a:pathLst>
                <a:path w="14110" h="14039" extrusionOk="0">
                  <a:moveTo>
                    <a:pt x="7427" y="0"/>
                  </a:moveTo>
                  <a:cubicBezTo>
                    <a:pt x="7315" y="0"/>
                    <a:pt x="7195" y="61"/>
                    <a:pt x="7085" y="61"/>
                  </a:cubicBezTo>
                  <a:cubicBezTo>
                    <a:pt x="6966" y="61"/>
                    <a:pt x="6847" y="49"/>
                    <a:pt x="6728" y="49"/>
                  </a:cubicBezTo>
                  <a:cubicBezTo>
                    <a:pt x="6700" y="52"/>
                    <a:pt x="6673" y="53"/>
                    <a:pt x="6646" y="53"/>
                  </a:cubicBezTo>
                  <a:cubicBezTo>
                    <a:pt x="6573" y="53"/>
                    <a:pt x="6503" y="46"/>
                    <a:pt x="6434" y="46"/>
                  </a:cubicBezTo>
                  <a:cubicBezTo>
                    <a:pt x="6409" y="46"/>
                    <a:pt x="6384" y="47"/>
                    <a:pt x="6359" y="49"/>
                  </a:cubicBezTo>
                  <a:cubicBezTo>
                    <a:pt x="6240" y="61"/>
                    <a:pt x="6121" y="121"/>
                    <a:pt x="6002" y="132"/>
                  </a:cubicBezTo>
                  <a:cubicBezTo>
                    <a:pt x="5980" y="138"/>
                    <a:pt x="5959" y="141"/>
                    <a:pt x="5937" y="141"/>
                  </a:cubicBezTo>
                  <a:cubicBezTo>
                    <a:pt x="5847" y="141"/>
                    <a:pt x="5754" y="100"/>
                    <a:pt x="5669" y="100"/>
                  </a:cubicBezTo>
                  <a:cubicBezTo>
                    <a:pt x="5648" y="100"/>
                    <a:pt x="5628" y="103"/>
                    <a:pt x="5609" y="109"/>
                  </a:cubicBezTo>
                  <a:cubicBezTo>
                    <a:pt x="5490" y="121"/>
                    <a:pt x="5394" y="216"/>
                    <a:pt x="5275" y="240"/>
                  </a:cubicBezTo>
                  <a:cubicBezTo>
                    <a:pt x="5156" y="275"/>
                    <a:pt x="5049" y="335"/>
                    <a:pt x="4930" y="371"/>
                  </a:cubicBezTo>
                  <a:cubicBezTo>
                    <a:pt x="4811" y="418"/>
                    <a:pt x="4692" y="430"/>
                    <a:pt x="4573" y="478"/>
                  </a:cubicBezTo>
                  <a:cubicBezTo>
                    <a:pt x="4454" y="525"/>
                    <a:pt x="4335" y="573"/>
                    <a:pt x="4228" y="609"/>
                  </a:cubicBezTo>
                  <a:cubicBezTo>
                    <a:pt x="4120" y="668"/>
                    <a:pt x="3989" y="692"/>
                    <a:pt x="3882" y="752"/>
                  </a:cubicBezTo>
                  <a:cubicBezTo>
                    <a:pt x="3787" y="811"/>
                    <a:pt x="3668" y="871"/>
                    <a:pt x="3561" y="930"/>
                  </a:cubicBezTo>
                  <a:cubicBezTo>
                    <a:pt x="3454" y="990"/>
                    <a:pt x="3347" y="1061"/>
                    <a:pt x="3251" y="1121"/>
                  </a:cubicBezTo>
                  <a:cubicBezTo>
                    <a:pt x="3144" y="1180"/>
                    <a:pt x="3073" y="1287"/>
                    <a:pt x="2966" y="1359"/>
                  </a:cubicBezTo>
                  <a:cubicBezTo>
                    <a:pt x="2870" y="1430"/>
                    <a:pt x="2751" y="1490"/>
                    <a:pt x="2668" y="1561"/>
                  </a:cubicBezTo>
                  <a:cubicBezTo>
                    <a:pt x="2573" y="1645"/>
                    <a:pt x="2454" y="1704"/>
                    <a:pt x="2370" y="1775"/>
                  </a:cubicBezTo>
                  <a:cubicBezTo>
                    <a:pt x="2275" y="1847"/>
                    <a:pt x="2192" y="1942"/>
                    <a:pt x="2096" y="2026"/>
                  </a:cubicBezTo>
                  <a:cubicBezTo>
                    <a:pt x="2013" y="2121"/>
                    <a:pt x="1977" y="2264"/>
                    <a:pt x="1906" y="2359"/>
                  </a:cubicBezTo>
                  <a:cubicBezTo>
                    <a:pt x="1834" y="2442"/>
                    <a:pt x="1703" y="2502"/>
                    <a:pt x="1620" y="2597"/>
                  </a:cubicBezTo>
                  <a:cubicBezTo>
                    <a:pt x="1549" y="2680"/>
                    <a:pt x="1525" y="2811"/>
                    <a:pt x="1442" y="2918"/>
                  </a:cubicBezTo>
                  <a:cubicBezTo>
                    <a:pt x="1370" y="3014"/>
                    <a:pt x="1239" y="3073"/>
                    <a:pt x="1180" y="3169"/>
                  </a:cubicBezTo>
                  <a:cubicBezTo>
                    <a:pt x="1108" y="3276"/>
                    <a:pt x="1108" y="3430"/>
                    <a:pt x="1049" y="3526"/>
                  </a:cubicBezTo>
                  <a:cubicBezTo>
                    <a:pt x="989" y="3645"/>
                    <a:pt x="894" y="3740"/>
                    <a:pt x="834" y="3847"/>
                  </a:cubicBezTo>
                  <a:cubicBezTo>
                    <a:pt x="775" y="3942"/>
                    <a:pt x="727" y="4050"/>
                    <a:pt x="691" y="4169"/>
                  </a:cubicBezTo>
                  <a:cubicBezTo>
                    <a:pt x="632" y="4276"/>
                    <a:pt x="572" y="4383"/>
                    <a:pt x="525" y="4502"/>
                  </a:cubicBezTo>
                  <a:cubicBezTo>
                    <a:pt x="477" y="4597"/>
                    <a:pt x="406" y="4704"/>
                    <a:pt x="358" y="4823"/>
                  </a:cubicBezTo>
                  <a:cubicBezTo>
                    <a:pt x="334" y="4943"/>
                    <a:pt x="310" y="5062"/>
                    <a:pt x="287" y="5181"/>
                  </a:cubicBezTo>
                  <a:cubicBezTo>
                    <a:pt x="251" y="5300"/>
                    <a:pt x="251" y="5419"/>
                    <a:pt x="227" y="5538"/>
                  </a:cubicBezTo>
                  <a:cubicBezTo>
                    <a:pt x="203" y="5657"/>
                    <a:pt x="120" y="5776"/>
                    <a:pt x="108" y="5895"/>
                  </a:cubicBezTo>
                  <a:cubicBezTo>
                    <a:pt x="96" y="6014"/>
                    <a:pt x="120" y="6145"/>
                    <a:pt x="108" y="6264"/>
                  </a:cubicBezTo>
                  <a:cubicBezTo>
                    <a:pt x="96" y="6383"/>
                    <a:pt x="13" y="6502"/>
                    <a:pt x="13" y="6621"/>
                  </a:cubicBezTo>
                  <a:cubicBezTo>
                    <a:pt x="1" y="6740"/>
                    <a:pt x="120" y="6883"/>
                    <a:pt x="120" y="7002"/>
                  </a:cubicBezTo>
                  <a:cubicBezTo>
                    <a:pt x="120" y="7133"/>
                    <a:pt x="49" y="7252"/>
                    <a:pt x="49" y="7371"/>
                  </a:cubicBezTo>
                  <a:cubicBezTo>
                    <a:pt x="49" y="7490"/>
                    <a:pt x="144" y="7610"/>
                    <a:pt x="156" y="7729"/>
                  </a:cubicBezTo>
                  <a:cubicBezTo>
                    <a:pt x="168" y="7860"/>
                    <a:pt x="156" y="7979"/>
                    <a:pt x="168" y="8098"/>
                  </a:cubicBezTo>
                  <a:cubicBezTo>
                    <a:pt x="179" y="8217"/>
                    <a:pt x="227" y="8336"/>
                    <a:pt x="263" y="8455"/>
                  </a:cubicBezTo>
                  <a:cubicBezTo>
                    <a:pt x="287" y="8574"/>
                    <a:pt x="239" y="8705"/>
                    <a:pt x="275" y="8824"/>
                  </a:cubicBezTo>
                  <a:cubicBezTo>
                    <a:pt x="299" y="8943"/>
                    <a:pt x="322" y="9062"/>
                    <a:pt x="358" y="9181"/>
                  </a:cubicBezTo>
                  <a:cubicBezTo>
                    <a:pt x="394" y="9300"/>
                    <a:pt x="465" y="9407"/>
                    <a:pt x="513" y="9526"/>
                  </a:cubicBezTo>
                  <a:cubicBezTo>
                    <a:pt x="560" y="9634"/>
                    <a:pt x="656" y="9741"/>
                    <a:pt x="703" y="9836"/>
                  </a:cubicBezTo>
                  <a:cubicBezTo>
                    <a:pt x="751" y="9955"/>
                    <a:pt x="715" y="10110"/>
                    <a:pt x="775" y="10217"/>
                  </a:cubicBezTo>
                  <a:cubicBezTo>
                    <a:pt x="834" y="10312"/>
                    <a:pt x="977" y="10396"/>
                    <a:pt x="1037" y="10491"/>
                  </a:cubicBezTo>
                  <a:cubicBezTo>
                    <a:pt x="1096" y="10598"/>
                    <a:pt x="1096" y="10753"/>
                    <a:pt x="1156" y="10848"/>
                  </a:cubicBezTo>
                  <a:cubicBezTo>
                    <a:pt x="1215" y="10955"/>
                    <a:pt x="1299" y="11050"/>
                    <a:pt x="1370" y="11146"/>
                  </a:cubicBezTo>
                  <a:cubicBezTo>
                    <a:pt x="1453" y="11241"/>
                    <a:pt x="1525" y="11348"/>
                    <a:pt x="1596" y="11431"/>
                  </a:cubicBezTo>
                  <a:cubicBezTo>
                    <a:pt x="1668" y="11539"/>
                    <a:pt x="1763" y="11622"/>
                    <a:pt x="1834" y="11717"/>
                  </a:cubicBezTo>
                  <a:cubicBezTo>
                    <a:pt x="1930" y="11801"/>
                    <a:pt x="2013" y="11884"/>
                    <a:pt x="2108" y="11967"/>
                  </a:cubicBezTo>
                  <a:cubicBezTo>
                    <a:pt x="2180" y="12039"/>
                    <a:pt x="2299" y="12122"/>
                    <a:pt x="2382" y="12193"/>
                  </a:cubicBezTo>
                  <a:cubicBezTo>
                    <a:pt x="2477" y="12265"/>
                    <a:pt x="2549" y="12384"/>
                    <a:pt x="2644" y="12455"/>
                  </a:cubicBezTo>
                  <a:cubicBezTo>
                    <a:pt x="2727" y="12539"/>
                    <a:pt x="2799" y="12634"/>
                    <a:pt x="2906" y="12717"/>
                  </a:cubicBezTo>
                  <a:cubicBezTo>
                    <a:pt x="3013" y="12789"/>
                    <a:pt x="3120" y="12848"/>
                    <a:pt x="3216" y="12908"/>
                  </a:cubicBezTo>
                  <a:cubicBezTo>
                    <a:pt x="3311" y="12979"/>
                    <a:pt x="3442" y="13015"/>
                    <a:pt x="3549" y="13074"/>
                  </a:cubicBezTo>
                  <a:cubicBezTo>
                    <a:pt x="3656" y="13134"/>
                    <a:pt x="3787" y="13146"/>
                    <a:pt x="3894" y="13205"/>
                  </a:cubicBezTo>
                  <a:cubicBezTo>
                    <a:pt x="3989" y="13265"/>
                    <a:pt x="4085" y="13348"/>
                    <a:pt x="4204" y="13396"/>
                  </a:cubicBezTo>
                  <a:cubicBezTo>
                    <a:pt x="4311" y="13455"/>
                    <a:pt x="4442" y="13444"/>
                    <a:pt x="4561" y="13491"/>
                  </a:cubicBezTo>
                  <a:cubicBezTo>
                    <a:pt x="4668" y="13527"/>
                    <a:pt x="4763" y="13610"/>
                    <a:pt x="4882" y="13646"/>
                  </a:cubicBezTo>
                  <a:cubicBezTo>
                    <a:pt x="5002" y="13682"/>
                    <a:pt x="5097" y="13801"/>
                    <a:pt x="5216" y="13825"/>
                  </a:cubicBezTo>
                  <a:cubicBezTo>
                    <a:pt x="5240" y="13832"/>
                    <a:pt x="5266" y="13835"/>
                    <a:pt x="5292" y="13835"/>
                  </a:cubicBezTo>
                  <a:cubicBezTo>
                    <a:pt x="5374" y="13835"/>
                    <a:pt x="5462" y="13808"/>
                    <a:pt x="5542" y="13808"/>
                  </a:cubicBezTo>
                  <a:cubicBezTo>
                    <a:pt x="5561" y="13808"/>
                    <a:pt x="5579" y="13809"/>
                    <a:pt x="5597" y="13813"/>
                  </a:cubicBezTo>
                  <a:cubicBezTo>
                    <a:pt x="5716" y="13848"/>
                    <a:pt x="5823" y="13967"/>
                    <a:pt x="5942" y="13979"/>
                  </a:cubicBezTo>
                  <a:cubicBezTo>
                    <a:pt x="6061" y="13991"/>
                    <a:pt x="6192" y="13991"/>
                    <a:pt x="6311" y="14003"/>
                  </a:cubicBezTo>
                  <a:cubicBezTo>
                    <a:pt x="6335" y="14008"/>
                    <a:pt x="6360" y="14010"/>
                    <a:pt x="6385" y="14010"/>
                  </a:cubicBezTo>
                  <a:cubicBezTo>
                    <a:pt x="6486" y="14010"/>
                    <a:pt x="6597" y="13979"/>
                    <a:pt x="6692" y="13979"/>
                  </a:cubicBezTo>
                  <a:cubicBezTo>
                    <a:pt x="6823" y="13991"/>
                    <a:pt x="6942" y="14039"/>
                    <a:pt x="7061" y="14039"/>
                  </a:cubicBezTo>
                  <a:lnTo>
                    <a:pt x="7430" y="14039"/>
                  </a:lnTo>
                  <a:cubicBezTo>
                    <a:pt x="7549" y="14039"/>
                    <a:pt x="7669" y="13967"/>
                    <a:pt x="7788" y="13944"/>
                  </a:cubicBezTo>
                  <a:cubicBezTo>
                    <a:pt x="7797" y="13943"/>
                    <a:pt x="7806" y="13942"/>
                    <a:pt x="7815" y="13942"/>
                  </a:cubicBezTo>
                  <a:cubicBezTo>
                    <a:pt x="7917" y="13942"/>
                    <a:pt x="8027" y="13993"/>
                    <a:pt x="8129" y="13993"/>
                  </a:cubicBezTo>
                  <a:cubicBezTo>
                    <a:pt x="8138" y="13993"/>
                    <a:pt x="8147" y="13992"/>
                    <a:pt x="8157" y="13991"/>
                  </a:cubicBezTo>
                  <a:cubicBezTo>
                    <a:pt x="8276" y="13979"/>
                    <a:pt x="8383" y="13860"/>
                    <a:pt x="8502" y="13825"/>
                  </a:cubicBezTo>
                  <a:cubicBezTo>
                    <a:pt x="8621" y="13813"/>
                    <a:pt x="8752" y="13825"/>
                    <a:pt x="8871" y="13801"/>
                  </a:cubicBezTo>
                  <a:cubicBezTo>
                    <a:pt x="8990" y="13765"/>
                    <a:pt x="9097" y="13717"/>
                    <a:pt x="9216" y="13682"/>
                  </a:cubicBezTo>
                  <a:cubicBezTo>
                    <a:pt x="9335" y="13646"/>
                    <a:pt x="9466" y="13658"/>
                    <a:pt x="9585" y="13622"/>
                  </a:cubicBezTo>
                  <a:cubicBezTo>
                    <a:pt x="9693" y="13575"/>
                    <a:pt x="9812" y="13503"/>
                    <a:pt x="9919" y="13455"/>
                  </a:cubicBezTo>
                  <a:cubicBezTo>
                    <a:pt x="10038" y="13408"/>
                    <a:pt x="10157" y="13360"/>
                    <a:pt x="10264" y="13301"/>
                  </a:cubicBezTo>
                  <a:cubicBezTo>
                    <a:pt x="10383" y="13253"/>
                    <a:pt x="10466" y="13158"/>
                    <a:pt x="10574" y="13098"/>
                  </a:cubicBezTo>
                  <a:cubicBezTo>
                    <a:pt x="10681" y="13039"/>
                    <a:pt x="10800" y="12991"/>
                    <a:pt x="10895" y="12932"/>
                  </a:cubicBezTo>
                  <a:cubicBezTo>
                    <a:pt x="11002" y="12872"/>
                    <a:pt x="11098" y="12789"/>
                    <a:pt x="11193" y="12705"/>
                  </a:cubicBezTo>
                  <a:cubicBezTo>
                    <a:pt x="11288" y="12634"/>
                    <a:pt x="11371" y="12527"/>
                    <a:pt x="11467" y="12455"/>
                  </a:cubicBezTo>
                  <a:cubicBezTo>
                    <a:pt x="11574" y="12384"/>
                    <a:pt x="11693" y="12324"/>
                    <a:pt x="11776" y="12253"/>
                  </a:cubicBezTo>
                  <a:cubicBezTo>
                    <a:pt x="11871" y="12170"/>
                    <a:pt x="11907" y="12039"/>
                    <a:pt x="12002" y="11955"/>
                  </a:cubicBezTo>
                  <a:cubicBezTo>
                    <a:pt x="12086" y="11872"/>
                    <a:pt x="12229" y="11812"/>
                    <a:pt x="12300" y="11729"/>
                  </a:cubicBezTo>
                  <a:cubicBezTo>
                    <a:pt x="12371" y="11634"/>
                    <a:pt x="12419" y="11503"/>
                    <a:pt x="12491" y="11420"/>
                  </a:cubicBezTo>
                  <a:cubicBezTo>
                    <a:pt x="12562" y="11312"/>
                    <a:pt x="12657" y="11241"/>
                    <a:pt x="12729" y="11134"/>
                  </a:cubicBezTo>
                  <a:cubicBezTo>
                    <a:pt x="12800" y="11039"/>
                    <a:pt x="12883" y="10943"/>
                    <a:pt x="12943" y="10836"/>
                  </a:cubicBezTo>
                  <a:cubicBezTo>
                    <a:pt x="13003" y="10729"/>
                    <a:pt x="13074" y="10622"/>
                    <a:pt x="13133" y="10527"/>
                  </a:cubicBezTo>
                  <a:cubicBezTo>
                    <a:pt x="13193" y="10419"/>
                    <a:pt x="13264" y="10312"/>
                    <a:pt x="13324" y="10205"/>
                  </a:cubicBezTo>
                  <a:cubicBezTo>
                    <a:pt x="13384" y="10110"/>
                    <a:pt x="13384" y="9967"/>
                    <a:pt x="13431" y="9848"/>
                  </a:cubicBezTo>
                  <a:cubicBezTo>
                    <a:pt x="13467" y="9753"/>
                    <a:pt x="13610" y="9669"/>
                    <a:pt x="13657" y="9550"/>
                  </a:cubicBezTo>
                  <a:cubicBezTo>
                    <a:pt x="13693" y="9431"/>
                    <a:pt x="13741" y="9336"/>
                    <a:pt x="13788" y="9217"/>
                  </a:cubicBezTo>
                  <a:cubicBezTo>
                    <a:pt x="13836" y="9098"/>
                    <a:pt x="13788" y="8955"/>
                    <a:pt x="13812" y="8836"/>
                  </a:cubicBezTo>
                  <a:cubicBezTo>
                    <a:pt x="13848" y="8717"/>
                    <a:pt x="13860" y="8598"/>
                    <a:pt x="13895" y="8479"/>
                  </a:cubicBezTo>
                  <a:cubicBezTo>
                    <a:pt x="13919" y="8372"/>
                    <a:pt x="13931" y="8241"/>
                    <a:pt x="13955" y="8122"/>
                  </a:cubicBezTo>
                  <a:cubicBezTo>
                    <a:pt x="13967" y="8014"/>
                    <a:pt x="13991" y="7895"/>
                    <a:pt x="14015" y="7776"/>
                  </a:cubicBezTo>
                  <a:cubicBezTo>
                    <a:pt x="14026" y="7657"/>
                    <a:pt x="14038" y="7538"/>
                    <a:pt x="14038" y="7419"/>
                  </a:cubicBezTo>
                  <a:cubicBezTo>
                    <a:pt x="14050" y="7276"/>
                    <a:pt x="14074" y="7157"/>
                    <a:pt x="14074" y="7038"/>
                  </a:cubicBezTo>
                  <a:cubicBezTo>
                    <a:pt x="14074" y="6907"/>
                    <a:pt x="14098" y="6788"/>
                    <a:pt x="14086" y="6609"/>
                  </a:cubicBezTo>
                  <a:cubicBezTo>
                    <a:pt x="14086" y="6490"/>
                    <a:pt x="14110" y="6359"/>
                    <a:pt x="14098" y="6240"/>
                  </a:cubicBezTo>
                  <a:cubicBezTo>
                    <a:pt x="14086" y="6121"/>
                    <a:pt x="13955" y="6014"/>
                    <a:pt x="13931" y="5895"/>
                  </a:cubicBezTo>
                  <a:cubicBezTo>
                    <a:pt x="13919" y="5776"/>
                    <a:pt x="13991" y="5645"/>
                    <a:pt x="13967" y="5526"/>
                  </a:cubicBezTo>
                  <a:cubicBezTo>
                    <a:pt x="13955" y="5407"/>
                    <a:pt x="13919" y="5288"/>
                    <a:pt x="13895" y="5169"/>
                  </a:cubicBezTo>
                  <a:cubicBezTo>
                    <a:pt x="13860" y="5050"/>
                    <a:pt x="13824" y="4931"/>
                    <a:pt x="13788" y="4812"/>
                  </a:cubicBezTo>
                  <a:cubicBezTo>
                    <a:pt x="13753" y="4693"/>
                    <a:pt x="13693" y="4585"/>
                    <a:pt x="13657" y="4466"/>
                  </a:cubicBezTo>
                  <a:cubicBezTo>
                    <a:pt x="13610" y="4347"/>
                    <a:pt x="13514" y="4240"/>
                    <a:pt x="13467" y="4145"/>
                  </a:cubicBezTo>
                  <a:cubicBezTo>
                    <a:pt x="13431" y="4038"/>
                    <a:pt x="13431" y="3883"/>
                    <a:pt x="13372" y="3788"/>
                  </a:cubicBezTo>
                  <a:cubicBezTo>
                    <a:pt x="13312" y="3680"/>
                    <a:pt x="13169" y="3609"/>
                    <a:pt x="13110" y="3502"/>
                  </a:cubicBezTo>
                  <a:cubicBezTo>
                    <a:pt x="13050" y="3395"/>
                    <a:pt x="13026" y="3276"/>
                    <a:pt x="12967" y="3169"/>
                  </a:cubicBezTo>
                  <a:cubicBezTo>
                    <a:pt x="12907" y="3073"/>
                    <a:pt x="12836" y="2978"/>
                    <a:pt x="12752" y="2871"/>
                  </a:cubicBezTo>
                  <a:cubicBezTo>
                    <a:pt x="12681" y="2776"/>
                    <a:pt x="12598" y="2680"/>
                    <a:pt x="12514" y="2597"/>
                  </a:cubicBezTo>
                  <a:cubicBezTo>
                    <a:pt x="12443" y="2502"/>
                    <a:pt x="12336" y="2418"/>
                    <a:pt x="12264" y="2323"/>
                  </a:cubicBezTo>
                  <a:cubicBezTo>
                    <a:pt x="12181" y="2240"/>
                    <a:pt x="12098" y="2145"/>
                    <a:pt x="12014" y="2061"/>
                  </a:cubicBezTo>
                  <a:cubicBezTo>
                    <a:pt x="11943" y="1966"/>
                    <a:pt x="11848" y="1883"/>
                    <a:pt x="11764" y="1799"/>
                  </a:cubicBezTo>
                  <a:cubicBezTo>
                    <a:pt x="11669" y="1728"/>
                    <a:pt x="11621" y="1585"/>
                    <a:pt x="11538" y="1502"/>
                  </a:cubicBezTo>
                  <a:cubicBezTo>
                    <a:pt x="11431" y="1430"/>
                    <a:pt x="11312" y="1406"/>
                    <a:pt x="11205" y="1323"/>
                  </a:cubicBezTo>
                  <a:cubicBezTo>
                    <a:pt x="11121" y="1252"/>
                    <a:pt x="11002" y="1192"/>
                    <a:pt x="10895" y="1133"/>
                  </a:cubicBezTo>
                  <a:cubicBezTo>
                    <a:pt x="10788" y="1061"/>
                    <a:pt x="10669" y="1025"/>
                    <a:pt x="10574" y="966"/>
                  </a:cubicBezTo>
                  <a:cubicBezTo>
                    <a:pt x="10466" y="906"/>
                    <a:pt x="10347" y="871"/>
                    <a:pt x="10240" y="811"/>
                  </a:cubicBezTo>
                  <a:cubicBezTo>
                    <a:pt x="10121" y="763"/>
                    <a:pt x="10050" y="656"/>
                    <a:pt x="9931" y="609"/>
                  </a:cubicBezTo>
                  <a:cubicBezTo>
                    <a:pt x="9824" y="573"/>
                    <a:pt x="9704" y="537"/>
                    <a:pt x="9585" y="490"/>
                  </a:cubicBezTo>
                  <a:cubicBezTo>
                    <a:pt x="9466" y="454"/>
                    <a:pt x="9359" y="394"/>
                    <a:pt x="9240" y="347"/>
                  </a:cubicBezTo>
                  <a:cubicBezTo>
                    <a:pt x="9145" y="311"/>
                    <a:pt x="9038" y="216"/>
                    <a:pt x="8919" y="180"/>
                  </a:cubicBezTo>
                  <a:cubicBezTo>
                    <a:pt x="8800" y="156"/>
                    <a:pt x="8681" y="132"/>
                    <a:pt x="8561" y="109"/>
                  </a:cubicBezTo>
                  <a:cubicBezTo>
                    <a:pt x="8533" y="100"/>
                    <a:pt x="8505" y="97"/>
                    <a:pt x="8475" y="97"/>
                  </a:cubicBezTo>
                  <a:cubicBezTo>
                    <a:pt x="8393" y="97"/>
                    <a:pt x="8307" y="122"/>
                    <a:pt x="8226" y="122"/>
                  </a:cubicBezTo>
                  <a:cubicBezTo>
                    <a:pt x="8215" y="122"/>
                    <a:pt x="8204" y="122"/>
                    <a:pt x="8192" y="121"/>
                  </a:cubicBezTo>
                  <a:cubicBezTo>
                    <a:pt x="8073" y="109"/>
                    <a:pt x="7954" y="49"/>
                    <a:pt x="7835" y="37"/>
                  </a:cubicBezTo>
                  <a:cubicBezTo>
                    <a:pt x="7692" y="13"/>
                    <a:pt x="7573" y="1"/>
                    <a:pt x="7454" y="1"/>
                  </a:cubicBezTo>
                  <a:cubicBezTo>
                    <a:pt x="7445" y="1"/>
                    <a:pt x="7436" y="0"/>
                    <a:pt x="7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2038;p44">
              <a:extLst>
                <a:ext uri="{FF2B5EF4-FFF2-40B4-BE49-F238E27FC236}">
                  <a16:creationId xmlns:a16="http://schemas.microsoft.com/office/drawing/2014/main" id="{A51A0320-D482-230D-5C62-077C583C3F2B}"/>
                </a:ext>
              </a:extLst>
            </p:cNvPr>
            <p:cNvSpPr/>
            <p:nvPr/>
          </p:nvSpPr>
          <p:spPr>
            <a:xfrm>
              <a:off x="2189498" y="2331458"/>
              <a:ext cx="59818" cy="53030"/>
            </a:xfrm>
            <a:custGeom>
              <a:avLst/>
              <a:gdLst/>
              <a:ahLst/>
              <a:cxnLst/>
              <a:rect l="l" t="t" r="r" b="b"/>
              <a:pathLst>
                <a:path w="1596" h="1397" extrusionOk="0">
                  <a:moveTo>
                    <a:pt x="799" y="1"/>
                  </a:moveTo>
                  <a:cubicBezTo>
                    <a:pt x="572" y="1"/>
                    <a:pt x="349" y="109"/>
                    <a:pt x="215" y="310"/>
                  </a:cubicBezTo>
                  <a:cubicBezTo>
                    <a:pt x="0" y="632"/>
                    <a:pt x="96" y="1072"/>
                    <a:pt x="417" y="1286"/>
                  </a:cubicBezTo>
                  <a:cubicBezTo>
                    <a:pt x="535" y="1360"/>
                    <a:pt x="666" y="1396"/>
                    <a:pt x="797" y="1396"/>
                  </a:cubicBezTo>
                  <a:cubicBezTo>
                    <a:pt x="1023" y="1396"/>
                    <a:pt x="1246" y="1288"/>
                    <a:pt x="1382" y="1084"/>
                  </a:cubicBezTo>
                  <a:cubicBezTo>
                    <a:pt x="1596" y="763"/>
                    <a:pt x="1513" y="322"/>
                    <a:pt x="1191" y="120"/>
                  </a:cubicBezTo>
                  <a:cubicBezTo>
                    <a:pt x="1071" y="39"/>
                    <a:pt x="934" y="1"/>
                    <a:pt x="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2039;p44">
              <a:extLst>
                <a:ext uri="{FF2B5EF4-FFF2-40B4-BE49-F238E27FC236}">
                  <a16:creationId xmlns:a16="http://schemas.microsoft.com/office/drawing/2014/main" id="{7ED52D1D-91C2-CFE6-9640-BDA0E90DC9B0}"/>
                </a:ext>
              </a:extLst>
            </p:cNvPr>
            <p:cNvSpPr/>
            <p:nvPr/>
          </p:nvSpPr>
          <p:spPr>
            <a:xfrm>
              <a:off x="2065890" y="2202886"/>
              <a:ext cx="307036" cy="310361"/>
            </a:xfrm>
            <a:custGeom>
              <a:avLst/>
              <a:gdLst/>
              <a:ahLst/>
              <a:cxnLst/>
              <a:rect l="l" t="t" r="r" b="b"/>
              <a:pathLst>
                <a:path w="8192" h="8176" extrusionOk="0">
                  <a:moveTo>
                    <a:pt x="4089" y="2384"/>
                  </a:moveTo>
                  <a:cubicBezTo>
                    <a:pt x="4309" y="2384"/>
                    <a:pt x="4530" y="2428"/>
                    <a:pt x="4739" y="2518"/>
                  </a:cubicBezTo>
                  <a:cubicBezTo>
                    <a:pt x="5858" y="2995"/>
                    <a:pt x="6156" y="4400"/>
                    <a:pt x="5299" y="5281"/>
                  </a:cubicBezTo>
                  <a:cubicBezTo>
                    <a:pt x="4980" y="5616"/>
                    <a:pt x="4543" y="5790"/>
                    <a:pt x="4100" y="5790"/>
                  </a:cubicBezTo>
                  <a:cubicBezTo>
                    <a:pt x="3881" y="5790"/>
                    <a:pt x="3661" y="5748"/>
                    <a:pt x="3453" y="5662"/>
                  </a:cubicBezTo>
                  <a:cubicBezTo>
                    <a:pt x="2346" y="5185"/>
                    <a:pt x="2048" y="3769"/>
                    <a:pt x="2894" y="2888"/>
                  </a:cubicBezTo>
                  <a:cubicBezTo>
                    <a:pt x="3212" y="2561"/>
                    <a:pt x="3647" y="2384"/>
                    <a:pt x="4089" y="2384"/>
                  </a:cubicBezTo>
                  <a:close/>
                  <a:moveTo>
                    <a:pt x="3819" y="0"/>
                  </a:moveTo>
                  <a:cubicBezTo>
                    <a:pt x="3804" y="0"/>
                    <a:pt x="3789" y="2"/>
                    <a:pt x="3775" y="6"/>
                  </a:cubicBezTo>
                  <a:lnTo>
                    <a:pt x="2798" y="197"/>
                  </a:lnTo>
                  <a:cubicBezTo>
                    <a:pt x="2715" y="209"/>
                    <a:pt x="2644" y="304"/>
                    <a:pt x="2644" y="399"/>
                  </a:cubicBezTo>
                  <a:lnTo>
                    <a:pt x="2656" y="1399"/>
                  </a:lnTo>
                  <a:cubicBezTo>
                    <a:pt x="2477" y="1494"/>
                    <a:pt x="2310" y="1602"/>
                    <a:pt x="2144" y="1745"/>
                  </a:cubicBezTo>
                  <a:lnTo>
                    <a:pt x="1227" y="1352"/>
                  </a:lnTo>
                  <a:cubicBezTo>
                    <a:pt x="1203" y="1346"/>
                    <a:pt x="1179" y="1343"/>
                    <a:pt x="1156" y="1343"/>
                  </a:cubicBezTo>
                  <a:cubicBezTo>
                    <a:pt x="1085" y="1343"/>
                    <a:pt x="1018" y="1369"/>
                    <a:pt x="965" y="1423"/>
                  </a:cubicBezTo>
                  <a:lnTo>
                    <a:pt x="417" y="2245"/>
                  </a:lnTo>
                  <a:cubicBezTo>
                    <a:pt x="370" y="2316"/>
                    <a:pt x="370" y="2447"/>
                    <a:pt x="453" y="2495"/>
                  </a:cubicBezTo>
                  <a:lnTo>
                    <a:pt x="1167" y="3197"/>
                  </a:lnTo>
                  <a:cubicBezTo>
                    <a:pt x="1108" y="3388"/>
                    <a:pt x="1060" y="3602"/>
                    <a:pt x="1048" y="3804"/>
                  </a:cubicBezTo>
                  <a:lnTo>
                    <a:pt x="131" y="4185"/>
                  </a:lnTo>
                  <a:cubicBezTo>
                    <a:pt x="48" y="4209"/>
                    <a:pt x="0" y="4316"/>
                    <a:pt x="24" y="4400"/>
                  </a:cubicBezTo>
                  <a:lnTo>
                    <a:pt x="215" y="5376"/>
                  </a:lnTo>
                  <a:cubicBezTo>
                    <a:pt x="227" y="5459"/>
                    <a:pt x="322" y="5543"/>
                    <a:pt x="417" y="5543"/>
                  </a:cubicBezTo>
                  <a:lnTo>
                    <a:pt x="1405" y="5519"/>
                  </a:lnTo>
                  <a:cubicBezTo>
                    <a:pt x="1489" y="5697"/>
                    <a:pt x="1608" y="5864"/>
                    <a:pt x="1739" y="6031"/>
                  </a:cubicBezTo>
                  <a:lnTo>
                    <a:pt x="1358" y="6948"/>
                  </a:lnTo>
                  <a:cubicBezTo>
                    <a:pt x="1322" y="7043"/>
                    <a:pt x="1358" y="7138"/>
                    <a:pt x="1429" y="7198"/>
                  </a:cubicBezTo>
                  <a:lnTo>
                    <a:pt x="2251" y="7757"/>
                  </a:lnTo>
                  <a:cubicBezTo>
                    <a:pt x="2280" y="7772"/>
                    <a:pt x="2318" y="7781"/>
                    <a:pt x="2356" y="7781"/>
                  </a:cubicBezTo>
                  <a:cubicBezTo>
                    <a:pt x="2411" y="7781"/>
                    <a:pt x="2466" y="7763"/>
                    <a:pt x="2501" y="7721"/>
                  </a:cubicBezTo>
                  <a:lnTo>
                    <a:pt x="3191" y="7007"/>
                  </a:lnTo>
                  <a:cubicBezTo>
                    <a:pt x="3394" y="7067"/>
                    <a:pt x="3596" y="7114"/>
                    <a:pt x="3799" y="7126"/>
                  </a:cubicBezTo>
                  <a:lnTo>
                    <a:pt x="4168" y="8055"/>
                  </a:lnTo>
                  <a:cubicBezTo>
                    <a:pt x="4200" y="8130"/>
                    <a:pt x="4280" y="8176"/>
                    <a:pt x="4365" y="8176"/>
                  </a:cubicBezTo>
                  <a:cubicBezTo>
                    <a:pt x="4374" y="8176"/>
                    <a:pt x="4384" y="8175"/>
                    <a:pt x="4394" y="8174"/>
                  </a:cubicBezTo>
                  <a:lnTo>
                    <a:pt x="5358" y="7971"/>
                  </a:lnTo>
                  <a:cubicBezTo>
                    <a:pt x="5454" y="7960"/>
                    <a:pt x="5525" y="7876"/>
                    <a:pt x="5525" y="7769"/>
                  </a:cubicBezTo>
                  <a:lnTo>
                    <a:pt x="5513" y="6769"/>
                  </a:lnTo>
                  <a:cubicBezTo>
                    <a:pt x="5692" y="6662"/>
                    <a:pt x="5870" y="6567"/>
                    <a:pt x="6025" y="6412"/>
                  </a:cubicBezTo>
                  <a:lnTo>
                    <a:pt x="6954" y="6805"/>
                  </a:lnTo>
                  <a:cubicBezTo>
                    <a:pt x="6978" y="6811"/>
                    <a:pt x="7001" y="6814"/>
                    <a:pt x="7025" y="6814"/>
                  </a:cubicBezTo>
                  <a:cubicBezTo>
                    <a:pt x="7094" y="6814"/>
                    <a:pt x="7159" y="6787"/>
                    <a:pt x="7204" y="6733"/>
                  </a:cubicBezTo>
                  <a:lnTo>
                    <a:pt x="7763" y="5912"/>
                  </a:lnTo>
                  <a:cubicBezTo>
                    <a:pt x="7823" y="5840"/>
                    <a:pt x="7799" y="5733"/>
                    <a:pt x="7728" y="5662"/>
                  </a:cubicBezTo>
                  <a:lnTo>
                    <a:pt x="7013" y="4959"/>
                  </a:lnTo>
                  <a:cubicBezTo>
                    <a:pt x="7073" y="4769"/>
                    <a:pt x="7120" y="4554"/>
                    <a:pt x="7132" y="4364"/>
                  </a:cubicBezTo>
                  <a:lnTo>
                    <a:pt x="8061" y="3995"/>
                  </a:lnTo>
                  <a:cubicBezTo>
                    <a:pt x="8144" y="3959"/>
                    <a:pt x="8192" y="3852"/>
                    <a:pt x="8180" y="3769"/>
                  </a:cubicBezTo>
                  <a:lnTo>
                    <a:pt x="7978" y="2804"/>
                  </a:lnTo>
                  <a:cubicBezTo>
                    <a:pt x="7966" y="2709"/>
                    <a:pt x="7882" y="2637"/>
                    <a:pt x="7775" y="2637"/>
                  </a:cubicBezTo>
                  <a:lnTo>
                    <a:pt x="6775" y="2649"/>
                  </a:lnTo>
                  <a:cubicBezTo>
                    <a:pt x="6668" y="2471"/>
                    <a:pt x="6549" y="2292"/>
                    <a:pt x="6418" y="2126"/>
                  </a:cubicBezTo>
                  <a:lnTo>
                    <a:pt x="6811" y="1221"/>
                  </a:lnTo>
                  <a:cubicBezTo>
                    <a:pt x="6835" y="1125"/>
                    <a:pt x="6811" y="1030"/>
                    <a:pt x="6727" y="971"/>
                  </a:cubicBezTo>
                  <a:lnTo>
                    <a:pt x="5918" y="423"/>
                  </a:lnTo>
                  <a:cubicBezTo>
                    <a:pt x="5880" y="402"/>
                    <a:pt x="5836" y="390"/>
                    <a:pt x="5792" y="390"/>
                  </a:cubicBezTo>
                  <a:cubicBezTo>
                    <a:pt x="5739" y="390"/>
                    <a:pt x="5689" y="407"/>
                    <a:pt x="5656" y="447"/>
                  </a:cubicBezTo>
                  <a:lnTo>
                    <a:pt x="4965" y="1161"/>
                  </a:lnTo>
                  <a:cubicBezTo>
                    <a:pt x="4763" y="1102"/>
                    <a:pt x="4561" y="1078"/>
                    <a:pt x="4370" y="1042"/>
                  </a:cubicBezTo>
                  <a:lnTo>
                    <a:pt x="3989" y="125"/>
                  </a:lnTo>
                  <a:cubicBezTo>
                    <a:pt x="3969" y="46"/>
                    <a:pt x="3892" y="0"/>
                    <a:pt x="3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2040;p44">
              <a:extLst>
                <a:ext uri="{FF2B5EF4-FFF2-40B4-BE49-F238E27FC236}">
                  <a16:creationId xmlns:a16="http://schemas.microsoft.com/office/drawing/2014/main" id="{434DEC9B-32C0-792E-E08F-04AA9EF91988}"/>
                </a:ext>
              </a:extLst>
            </p:cNvPr>
            <p:cNvSpPr/>
            <p:nvPr/>
          </p:nvSpPr>
          <p:spPr>
            <a:xfrm>
              <a:off x="2385853" y="1818042"/>
              <a:ext cx="311496" cy="311955"/>
            </a:xfrm>
            <a:custGeom>
              <a:avLst/>
              <a:gdLst/>
              <a:ahLst/>
              <a:cxnLst/>
              <a:rect l="l" t="t" r="r" b="b"/>
              <a:pathLst>
                <a:path w="8311" h="8218" extrusionOk="0">
                  <a:moveTo>
                    <a:pt x="6989" y="0"/>
                  </a:moveTo>
                  <a:lnTo>
                    <a:pt x="6989" y="24"/>
                  </a:lnTo>
                  <a:lnTo>
                    <a:pt x="1322" y="24"/>
                  </a:lnTo>
                  <a:cubicBezTo>
                    <a:pt x="548" y="24"/>
                    <a:pt x="0" y="536"/>
                    <a:pt x="0" y="1346"/>
                  </a:cubicBezTo>
                  <a:lnTo>
                    <a:pt x="0" y="5048"/>
                  </a:lnTo>
                  <a:cubicBezTo>
                    <a:pt x="0" y="5775"/>
                    <a:pt x="500" y="6370"/>
                    <a:pt x="1322" y="6370"/>
                  </a:cubicBezTo>
                  <a:lnTo>
                    <a:pt x="1631" y="6370"/>
                  </a:lnTo>
                  <a:cubicBezTo>
                    <a:pt x="1810" y="6370"/>
                    <a:pt x="1977" y="6537"/>
                    <a:pt x="2024" y="6751"/>
                  </a:cubicBezTo>
                  <a:lnTo>
                    <a:pt x="2274" y="8025"/>
                  </a:lnTo>
                  <a:cubicBezTo>
                    <a:pt x="2303" y="8153"/>
                    <a:pt x="2366" y="8218"/>
                    <a:pt x="2445" y="8218"/>
                  </a:cubicBezTo>
                  <a:cubicBezTo>
                    <a:pt x="2498" y="8218"/>
                    <a:pt x="2558" y="8189"/>
                    <a:pt x="2620" y="8132"/>
                  </a:cubicBezTo>
                  <a:lnTo>
                    <a:pt x="4084" y="6644"/>
                  </a:lnTo>
                  <a:cubicBezTo>
                    <a:pt x="4239" y="6489"/>
                    <a:pt x="4525" y="6370"/>
                    <a:pt x="4727" y="6370"/>
                  </a:cubicBezTo>
                  <a:lnTo>
                    <a:pt x="6989" y="6370"/>
                  </a:lnTo>
                  <a:cubicBezTo>
                    <a:pt x="7775" y="6370"/>
                    <a:pt x="8311" y="5715"/>
                    <a:pt x="8311" y="5048"/>
                  </a:cubicBezTo>
                  <a:lnTo>
                    <a:pt x="8311" y="1334"/>
                  </a:lnTo>
                  <a:cubicBezTo>
                    <a:pt x="8311" y="560"/>
                    <a:pt x="7751" y="0"/>
                    <a:pt x="6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2041;p44">
              <a:extLst>
                <a:ext uri="{FF2B5EF4-FFF2-40B4-BE49-F238E27FC236}">
                  <a16:creationId xmlns:a16="http://schemas.microsoft.com/office/drawing/2014/main" id="{BF670DC0-D319-3569-E467-68FA965C5D15}"/>
                </a:ext>
              </a:extLst>
            </p:cNvPr>
            <p:cNvSpPr/>
            <p:nvPr/>
          </p:nvSpPr>
          <p:spPr>
            <a:xfrm>
              <a:off x="2452342" y="1848220"/>
              <a:ext cx="176756" cy="175109"/>
            </a:xfrm>
            <a:custGeom>
              <a:avLst/>
              <a:gdLst/>
              <a:ahLst/>
              <a:cxnLst/>
              <a:rect l="l" t="t" r="r" b="b"/>
              <a:pathLst>
                <a:path w="4716" h="4613" extrusionOk="0">
                  <a:moveTo>
                    <a:pt x="2372" y="0"/>
                  </a:moveTo>
                  <a:cubicBezTo>
                    <a:pt x="2335" y="0"/>
                    <a:pt x="2299" y="1"/>
                    <a:pt x="2262" y="3"/>
                  </a:cubicBezTo>
                  <a:cubicBezTo>
                    <a:pt x="988" y="50"/>
                    <a:pt x="0" y="1134"/>
                    <a:pt x="60" y="2408"/>
                  </a:cubicBezTo>
                  <a:cubicBezTo>
                    <a:pt x="106" y="3652"/>
                    <a:pt x="1129" y="4612"/>
                    <a:pt x="2364" y="4612"/>
                  </a:cubicBezTo>
                  <a:cubicBezTo>
                    <a:pt x="2393" y="4612"/>
                    <a:pt x="2423" y="4612"/>
                    <a:pt x="2453" y="4611"/>
                  </a:cubicBezTo>
                  <a:cubicBezTo>
                    <a:pt x="3727" y="4551"/>
                    <a:pt x="4715" y="3479"/>
                    <a:pt x="4668" y="2205"/>
                  </a:cubicBezTo>
                  <a:cubicBezTo>
                    <a:pt x="4610" y="968"/>
                    <a:pt x="3597" y="0"/>
                    <a:pt x="2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2042;p44">
              <a:extLst>
                <a:ext uri="{FF2B5EF4-FFF2-40B4-BE49-F238E27FC236}">
                  <a16:creationId xmlns:a16="http://schemas.microsoft.com/office/drawing/2014/main" id="{9933C6BC-261E-8238-A944-FB5BDA46CD33}"/>
                </a:ext>
              </a:extLst>
            </p:cNvPr>
            <p:cNvSpPr/>
            <p:nvPr/>
          </p:nvSpPr>
          <p:spPr>
            <a:xfrm>
              <a:off x="2491620" y="1882195"/>
              <a:ext cx="100409" cy="130203"/>
            </a:xfrm>
            <a:custGeom>
              <a:avLst/>
              <a:gdLst/>
              <a:ahLst/>
              <a:cxnLst/>
              <a:rect l="l" t="t" r="r" b="b"/>
              <a:pathLst>
                <a:path w="2679" h="3430" extrusionOk="0">
                  <a:moveTo>
                    <a:pt x="1345" y="1"/>
                  </a:moveTo>
                  <a:cubicBezTo>
                    <a:pt x="941" y="1"/>
                    <a:pt x="631" y="310"/>
                    <a:pt x="572" y="715"/>
                  </a:cubicBezTo>
                  <a:cubicBezTo>
                    <a:pt x="524" y="1025"/>
                    <a:pt x="607" y="1334"/>
                    <a:pt x="714" y="1620"/>
                  </a:cubicBezTo>
                  <a:cubicBezTo>
                    <a:pt x="762" y="1703"/>
                    <a:pt x="810" y="1799"/>
                    <a:pt x="869" y="1882"/>
                  </a:cubicBezTo>
                  <a:lnTo>
                    <a:pt x="869" y="2084"/>
                  </a:lnTo>
                  <a:cubicBezTo>
                    <a:pt x="869" y="2144"/>
                    <a:pt x="833" y="2180"/>
                    <a:pt x="786" y="2215"/>
                  </a:cubicBezTo>
                  <a:lnTo>
                    <a:pt x="274" y="2501"/>
                  </a:lnTo>
                  <a:cubicBezTo>
                    <a:pt x="107" y="2584"/>
                    <a:pt x="0" y="2751"/>
                    <a:pt x="0" y="2930"/>
                  </a:cubicBezTo>
                  <a:cubicBezTo>
                    <a:pt x="357" y="3251"/>
                    <a:pt x="833" y="3430"/>
                    <a:pt x="1345" y="3430"/>
                  </a:cubicBezTo>
                  <a:cubicBezTo>
                    <a:pt x="1845" y="3430"/>
                    <a:pt x="2322" y="3239"/>
                    <a:pt x="2679" y="2930"/>
                  </a:cubicBezTo>
                  <a:cubicBezTo>
                    <a:pt x="2667" y="2751"/>
                    <a:pt x="2560" y="2584"/>
                    <a:pt x="2393" y="2501"/>
                  </a:cubicBezTo>
                  <a:lnTo>
                    <a:pt x="1845" y="2215"/>
                  </a:lnTo>
                  <a:cubicBezTo>
                    <a:pt x="1786" y="2180"/>
                    <a:pt x="1762" y="2144"/>
                    <a:pt x="1762" y="2084"/>
                  </a:cubicBezTo>
                  <a:cubicBezTo>
                    <a:pt x="1762" y="1989"/>
                    <a:pt x="1738" y="1918"/>
                    <a:pt x="1786" y="1846"/>
                  </a:cubicBezTo>
                  <a:cubicBezTo>
                    <a:pt x="2084" y="1406"/>
                    <a:pt x="2131" y="1072"/>
                    <a:pt x="2060" y="632"/>
                  </a:cubicBezTo>
                  <a:cubicBezTo>
                    <a:pt x="2000" y="263"/>
                    <a:pt x="1738" y="1"/>
                    <a:pt x="1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2043;p44">
              <a:extLst>
                <a:ext uri="{FF2B5EF4-FFF2-40B4-BE49-F238E27FC236}">
                  <a16:creationId xmlns:a16="http://schemas.microsoft.com/office/drawing/2014/main" id="{B1EEF6A3-29CF-57BF-0045-1C73BE74E052}"/>
                </a:ext>
              </a:extLst>
            </p:cNvPr>
            <p:cNvSpPr/>
            <p:nvPr/>
          </p:nvSpPr>
          <p:spPr>
            <a:xfrm>
              <a:off x="809277" y="4270860"/>
              <a:ext cx="394514" cy="335263"/>
            </a:xfrm>
            <a:custGeom>
              <a:avLst/>
              <a:gdLst/>
              <a:ahLst/>
              <a:cxnLst/>
              <a:rect l="l" t="t" r="r" b="b"/>
              <a:pathLst>
                <a:path w="10526" h="8832" extrusionOk="0">
                  <a:moveTo>
                    <a:pt x="8740" y="0"/>
                  </a:moveTo>
                  <a:lnTo>
                    <a:pt x="727" y="6263"/>
                  </a:lnTo>
                  <a:cubicBezTo>
                    <a:pt x="108" y="6751"/>
                    <a:pt x="0" y="7656"/>
                    <a:pt x="489" y="8287"/>
                  </a:cubicBezTo>
                  <a:cubicBezTo>
                    <a:pt x="777" y="8644"/>
                    <a:pt x="1201" y="8831"/>
                    <a:pt x="1627" y="8831"/>
                  </a:cubicBezTo>
                  <a:cubicBezTo>
                    <a:pt x="1938" y="8831"/>
                    <a:pt x="2251" y="8731"/>
                    <a:pt x="2513" y="8525"/>
                  </a:cubicBezTo>
                  <a:lnTo>
                    <a:pt x="10526" y="2262"/>
                  </a:lnTo>
                  <a:cubicBezTo>
                    <a:pt x="9895" y="1524"/>
                    <a:pt x="9359" y="738"/>
                    <a:pt x="8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2044;p44">
              <a:extLst>
                <a:ext uri="{FF2B5EF4-FFF2-40B4-BE49-F238E27FC236}">
                  <a16:creationId xmlns:a16="http://schemas.microsoft.com/office/drawing/2014/main" id="{11BC06CE-0719-4042-ED90-B02B812A6BEA}"/>
                </a:ext>
              </a:extLst>
            </p:cNvPr>
            <p:cNvSpPr/>
            <p:nvPr/>
          </p:nvSpPr>
          <p:spPr>
            <a:xfrm>
              <a:off x="724048" y="4314818"/>
              <a:ext cx="373076" cy="329834"/>
            </a:xfrm>
            <a:custGeom>
              <a:avLst/>
              <a:gdLst/>
              <a:ahLst/>
              <a:cxnLst/>
              <a:rect l="l" t="t" r="r" b="b"/>
              <a:pathLst>
                <a:path w="9954" h="8689" extrusionOk="0">
                  <a:moveTo>
                    <a:pt x="8507" y="1"/>
                  </a:moveTo>
                  <a:cubicBezTo>
                    <a:pt x="8343" y="1"/>
                    <a:pt x="8176" y="55"/>
                    <a:pt x="8037" y="164"/>
                  </a:cubicBezTo>
                  <a:lnTo>
                    <a:pt x="1143" y="5712"/>
                  </a:lnTo>
                  <a:cubicBezTo>
                    <a:pt x="250" y="6426"/>
                    <a:pt x="0" y="7712"/>
                    <a:pt x="608" y="8665"/>
                  </a:cubicBezTo>
                  <a:cubicBezTo>
                    <a:pt x="608" y="8677"/>
                    <a:pt x="619" y="8677"/>
                    <a:pt x="619" y="8689"/>
                  </a:cubicBezTo>
                  <a:lnTo>
                    <a:pt x="9954" y="1426"/>
                  </a:lnTo>
                  <a:cubicBezTo>
                    <a:pt x="9668" y="1045"/>
                    <a:pt x="9371" y="652"/>
                    <a:pt x="9073" y="283"/>
                  </a:cubicBezTo>
                  <a:cubicBezTo>
                    <a:pt x="8931" y="94"/>
                    <a:pt x="8721" y="1"/>
                    <a:pt x="8507" y="1"/>
                  </a:cubicBezTo>
                  <a:close/>
                </a:path>
              </a:pathLst>
            </a:custGeom>
            <a:solidFill>
              <a:srgbClr val="6B72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2045;p44">
              <a:extLst>
                <a:ext uri="{FF2B5EF4-FFF2-40B4-BE49-F238E27FC236}">
                  <a16:creationId xmlns:a16="http://schemas.microsoft.com/office/drawing/2014/main" id="{48E5CA00-6582-9029-0164-91BFC2A42101}"/>
                </a:ext>
              </a:extLst>
            </p:cNvPr>
            <p:cNvSpPr/>
            <p:nvPr/>
          </p:nvSpPr>
          <p:spPr>
            <a:xfrm>
              <a:off x="748148" y="4368912"/>
              <a:ext cx="394065" cy="313170"/>
            </a:xfrm>
            <a:custGeom>
              <a:avLst/>
              <a:gdLst/>
              <a:ahLst/>
              <a:cxnLst/>
              <a:rect l="l" t="t" r="r" b="b"/>
              <a:pathLst>
                <a:path w="10514" h="8250" extrusionOk="0">
                  <a:moveTo>
                    <a:pt x="9323" y="1"/>
                  </a:moveTo>
                  <a:lnTo>
                    <a:pt x="0" y="7264"/>
                  </a:lnTo>
                  <a:cubicBezTo>
                    <a:pt x="428" y="7912"/>
                    <a:pt x="1133" y="8249"/>
                    <a:pt x="1842" y="8249"/>
                  </a:cubicBezTo>
                  <a:cubicBezTo>
                    <a:pt x="2318" y="8249"/>
                    <a:pt x="2795" y="8098"/>
                    <a:pt x="3191" y="7788"/>
                  </a:cubicBezTo>
                  <a:lnTo>
                    <a:pt x="10240" y="2096"/>
                  </a:lnTo>
                  <a:cubicBezTo>
                    <a:pt x="10490" y="1906"/>
                    <a:pt x="10514" y="1549"/>
                    <a:pt x="10323" y="1299"/>
                  </a:cubicBezTo>
                  <a:cubicBezTo>
                    <a:pt x="9978" y="882"/>
                    <a:pt x="9656" y="441"/>
                    <a:pt x="9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2046;p44">
              <a:extLst>
                <a:ext uri="{FF2B5EF4-FFF2-40B4-BE49-F238E27FC236}">
                  <a16:creationId xmlns:a16="http://schemas.microsoft.com/office/drawing/2014/main" id="{98E9AB98-8385-A002-79CE-BCE30C53F7B9}"/>
                </a:ext>
              </a:extLst>
            </p:cNvPr>
            <p:cNvSpPr/>
            <p:nvPr/>
          </p:nvSpPr>
          <p:spPr>
            <a:xfrm>
              <a:off x="1124330" y="3919232"/>
              <a:ext cx="471274" cy="480004"/>
            </a:xfrm>
            <a:custGeom>
              <a:avLst/>
              <a:gdLst/>
              <a:ahLst/>
              <a:cxnLst/>
              <a:rect l="l" t="t" r="r" b="b"/>
              <a:pathLst>
                <a:path w="12574" h="12645" extrusionOk="0">
                  <a:moveTo>
                    <a:pt x="6156" y="0"/>
                  </a:moveTo>
                  <a:cubicBezTo>
                    <a:pt x="6072" y="0"/>
                    <a:pt x="6013" y="72"/>
                    <a:pt x="5941" y="72"/>
                  </a:cubicBezTo>
                  <a:cubicBezTo>
                    <a:pt x="5870" y="95"/>
                    <a:pt x="5811" y="119"/>
                    <a:pt x="5739" y="119"/>
                  </a:cubicBezTo>
                  <a:cubicBezTo>
                    <a:pt x="5709" y="125"/>
                    <a:pt x="5674" y="125"/>
                    <a:pt x="5636" y="125"/>
                  </a:cubicBezTo>
                  <a:cubicBezTo>
                    <a:pt x="5599" y="125"/>
                    <a:pt x="5560" y="125"/>
                    <a:pt x="5525" y="131"/>
                  </a:cubicBezTo>
                  <a:cubicBezTo>
                    <a:pt x="5453" y="155"/>
                    <a:pt x="5394" y="167"/>
                    <a:pt x="5322" y="179"/>
                  </a:cubicBezTo>
                  <a:cubicBezTo>
                    <a:pt x="5293" y="185"/>
                    <a:pt x="5257" y="185"/>
                    <a:pt x="5220" y="185"/>
                  </a:cubicBezTo>
                  <a:cubicBezTo>
                    <a:pt x="5182" y="185"/>
                    <a:pt x="5144" y="185"/>
                    <a:pt x="5108" y="191"/>
                  </a:cubicBezTo>
                  <a:cubicBezTo>
                    <a:pt x="5072" y="203"/>
                    <a:pt x="5037" y="203"/>
                    <a:pt x="4999" y="203"/>
                  </a:cubicBezTo>
                  <a:cubicBezTo>
                    <a:pt x="4962" y="203"/>
                    <a:pt x="4923" y="203"/>
                    <a:pt x="4882" y="214"/>
                  </a:cubicBezTo>
                  <a:cubicBezTo>
                    <a:pt x="4810" y="226"/>
                    <a:pt x="4751" y="274"/>
                    <a:pt x="4679" y="286"/>
                  </a:cubicBezTo>
                  <a:cubicBezTo>
                    <a:pt x="4620" y="310"/>
                    <a:pt x="4548" y="310"/>
                    <a:pt x="4465" y="334"/>
                  </a:cubicBezTo>
                  <a:cubicBezTo>
                    <a:pt x="4406" y="357"/>
                    <a:pt x="4346" y="393"/>
                    <a:pt x="4275" y="417"/>
                  </a:cubicBezTo>
                  <a:cubicBezTo>
                    <a:pt x="4203" y="453"/>
                    <a:pt x="4144" y="488"/>
                    <a:pt x="4084" y="524"/>
                  </a:cubicBezTo>
                  <a:cubicBezTo>
                    <a:pt x="4025" y="548"/>
                    <a:pt x="3953" y="584"/>
                    <a:pt x="3894" y="607"/>
                  </a:cubicBezTo>
                  <a:cubicBezTo>
                    <a:pt x="3834" y="631"/>
                    <a:pt x="3751" y="655"/>
                    <a:pt x="3691" y="691"/>
                  </a:cubicBezTo>
                  <a:cubicBezTo>
                    <a:pt x="3620" y="715"/>
                    <a:pt x="3536" y="703"/>
                    <a:pt x="3477" y="726"/>
                  </a:cubicBezTo>
                  <a:cubicBezTo>
                    <a:pt x="3394" y="762"/>
                    <a:pt x="3358" y="834"/>
                    <a:pt x="3298" y="869"/>
                  </a:cubicBezTo>
                  <a:cubicBezTo>
                    <a:pt x="3215" y="893"/>
                    <a:pt x="3155" y="941"/>
                    <a:pt x="3096" y="965"/>
                  </a:cubicBezTo>
                  <a:cubicBezTo>
                    <a:pt x="3024" y="1012"/>
                    <a:pt x="2977" y="1060"/>
                    <a:pt x="2917" y="1107"/>
                  </a:cubicBezTo>
                  <a:cubicBezTo>
                    <a:pt x="2858" y="1131"/>
                    <a:pt x="2786" y="1143"/>
                    <a:pt x="2727" y="1191"/>
                  </a:cubicBezTo>
                  <a:cubicBezTo>
                    <a:pt x="2667" y="1238"/>
                    <a:pt x="2655" y="1322"/>
                    <a:pt x="2596" y="1369"/>
                  </a:cubicBezTo>
                  <a:cubicBezTo>
                    <a:pt x="2536" y="1417"/>
                    <a:pt x="2477" y="1441"/>
                    <a:pt x="2417" y="1488"/>
                  </a:cubicBezTo>
                  <a:cubicBezTo>
                    <a:pt x="2358" y="1536"/>
                    <a:pt x="2286" y="1548"/>
                    <a:pt x="2227" y="1596"/>
                  </a:cubicBezTo>
                  <a:cubicBezTo>
                    <a:pt x="2179" y="1643"/>
                    <a:pt x="2131" y="1703"/>
                    <a:pt x="2072" y="1738"/>
                  </a:cubicBezTo>
                  <a:cubicBezTo>
                    <a:pt x="2024" y="1786"/>
                    <a:pt x="1953" y="1834"/>
                    <a:pt x="1905" y="1881"/>
                  </a:cubicBezTo>
                  <a:cubicBezTo>
                    <a:pt x="1846" y="1941"/>
                    <a:pt x="1786" y="1977"/>
                    <a:pt x="1750" y="2024"/>
                  </a:cubicBezTo>
                  <a:cubicBezTo>
                    <a:pt x="1703" y="2072"/>
                    <a:pt x="1691" y="2155"/>
                    <a:pt x="1643" y="2215"/>
                  </a:cubicBezTo>
                  <a:cubicBezTo>
                    <a:pt x="1596" y="2274"/>
                    <a:pt x="1536" y="2310"/>
                    <a:pt x="1489" y="2369"/>
                  </a:cubicBezTo>
                  <a:cubicBezTo>
                    <a:pt x="1453" y="2429"/>
                    <a:pt x="1369" y="2453"/>
                    <a:pt x="1334" y="2512"/>
                  </a:cubicBezTo>
                  <a:cubicBezTo>
                    <a:pt x="1286" y="2572"/>
                    <a:pt x="1250" y="2631"/>
                    <a:pt x="1215" y="2691"/>
                  </a:cubicBezTo>
                  <a:cubicBezTo>
                    <a:pt x="1167" y="2750"/>
                    <a:pt x="1155" y="2834"/>
                    <a:pt x="1108" y="2893"/>
                  </a:cubicBezTo>
                  <a:cubicBezTo>
                    <a:pt x="1060" y="2953"/>
                    <a:pt x="1060" y="3024"/>
                    <a:pt x="1012" y="3084"/>
                  </a:cubicBezTo>
                  <a:cubicBezTo>
                    <a:pt x="977" y="3143"/>
                    <a:pt x="929" y="3203"/>
                    <a:pt x="893" y="3262"/>
                  </a:cubicBezTo>
                  <a:cubicBezTo>
                    <a:pt x="858" y="3334"/>
                    <a:pt x="762" y="3370"/>
                    <a:pt x="738" y="3429"/>
                  </a:cubicBezTo>
                  <a:cubicBezTo>
                    <a:pt x="691" y="3489"/>
                    <a:pt x="715" y="3584"/>
                    <a:pt x="691" y="3643"/>
                  </a:cubicBezTo>
                  <a:cubicBezTo>
                    <a:pt x="655" y="3703"/>
                    <a:pt x="631" y="3786"/>
                    <a:pt x="596" y="3846"/>
                  </a:cubicBezTo>
                  <a:cubicBezTo>
                    <a:pt x="572" y="3905"/>
                    <a:pt x="500" y="3965"/>
                    <a:pt x="465" y="4024"/>
                  </a:cubicBezTo>
                  <a:cubicBezTo>
                    <a:pt x="453" y="4096"/>
                    <a:pt x="441" y="4167"/>
                    <a:pt x="405" y="4227"/>
                  </a:cubicBezTo>
                  <a:cubicBezTo>
                    <a:pt x="381" y="4298"/>
                    <a:pt x="357" y="4358"/>
                    <a:pt x="346" y="4441"/>
                  </a:cubicBezTo>
                  <a:cubicBezTo>
                    <a:pt x="334" y="4501"/>
                    <a:pt x="334" y="4572"/>
                    <a:pt x="322" y="4644"/>
                  </a:cubicBezTo>
                  <a:cubicBezTo>
                    <a:pt x="298" y="4703"/>
                    <a:pt x="238" y="4763"/>
                    <a:pt x="226" y="4834"/>
                  </a:cubicBezTo>
                  <a:cubicBezTo>
                    <a:pt x="215" y="4917"/>
                    <a:pt x="203" y="4977"/>
                    <a:pt x="179" y="5048"/>
                  </a:cubicBezTo>
                  <a:cubicBezTo>
                    <a:pt x="167" y="5120"/>
                    <a:pt x="155" y="5179"/>
                    <a:pt x="143" y="5251"/>
                  </a:cubicBezTo>
                  <a:cubicBezTo>
                    <a:pt x="143" y="5334"/>
                    <a:pt x="107" y="5394"/>
                    <a:pt x="96" y="5465"/>
                  </a:cubicBezTo>
                  <a:cubicBezTo>
                    <a:pt x="84" y="5525"/>
                    <a:pt x="107" y="5596"/>
                    <a:pt x="96" y="5668"/>
                  </a:cubicBezTo>
                  <a:cubicBezTo>
                    <a:pt x="84" y="5751"/>
                    <a:pt x="24" y="5810"/>
                    <a:pt x="24" y="5882"/>
                  </a:cubicBezTo>
                  <a:cubicBezTo>
                    <a:pt x="24" y="5953"/>
                    <a:pt x="48" y="6025"/>
                    <a:pt x="48" y="6108"/>
                  </a:cubicBezTo>
                  <a:cubicBezTo>
                    <a:pt x="36" y="6168"/>
                    <a:pt x="0" y="6239"/>
                    <a:pt x="0" y="6310"/>
                  </a:cubicBezTo>
                  <a:cubicBezTo>
                    <a:pt x="0" y="6370"/>
                    <a:pt x="24" y="6441"/>
                    <a:pt x="24" y="6525"/>
                  </a:cubicBezTo>
                  <a:cubicBezTo>
                    <a:pt x="24" y="6596"/>
                    <a:pt x="84" y="6656"/>
                    <a:pt x="84" y="6727"/>
                  </a:cubicBezTo>
                  <a:cubicBezTo>
                    <a:pt x="96" y="6787"/>
                    <a:pt x="84" y="6858"/>
                    <a:pt x="84" y="6930"/>
                  </a:cubicBezTo>
                  <a:cubicBezTo>
                    <a:pt x="84" y="7013"/>
                    <a:pt x="36" y="7084"/>
                    <a:pt x="48" y="7156"/>
                  </a:cubicBezTo>
                  <a:cubicBezTo>
                    <a:pt x="60" y="7227"/>
                    <a:pt x="119" y="7287"/>
                    <a:pt x="143" y="7370"/>
                  </a:cubicBezTo>
                  <a:cubicBezTo>
                    <a:pt x="155" y="7442"/>
                    <a:pt x="107" y="7513"/>
                    <a:pt x="119" y="7584"/>
                  </a:cubicBezTo>
                  <a:cubicBezTo>
                    <a:pt x="143" y="7668"/>
                    <a:pt x="167" y="7727"/>
                    <a:pt x="179" y="7799"/>
                  </a:cubicBezTo>
                  <a:cubicBezTo>
                    <a:pt x="215" y="7870"/>
                    <a:pt x="238" y="7930"/>
                    <a:pt x="262" y="8001"/>
                  </a:cubicBezTo>
                  <a:cubicBezTo>
                    <a:pt x="274" y="8061"/>
                    <a:pt x="286" y="8144"/>
                    <a:pt x="298" y="8215"/>
                  </a:cubicBezTo>
                  <a:cubicBezTo>
                    <a:pt x="322" y="8287"/>
                    <a:pt x="405" y="8323"/>
                    <a:pt x="441" y="8394"/>
                  </a:cubicBezTo>
                  <a:cubicBezTo>
                    <a:pt x="453" y="8465"/>
                    <a:pt x="393" y="8573"/>
                    <a:pt x="417" y="8632"/>
                  </a:cubicBezTo>
                  <a:cubicBezTo>
                    <a:pt x="453" y="8692"/>
                    <a:pt x="524" y="8751"/>
                    <a:pt x="560" y="8811"/>
                  </a:cubicBezTo>
                  <a:cubicBezTo>
                    <a:pt x="584" y="8882"/>
                    <a:pt x="655" y="8930"/>
                    <a:pt x="691" y="8989"/>
                  </a:cubicBezTo>
                  <a:cubicBezTo>
                    <a:pt x="715" y="9049"/>
                    <a:pt x="703" y="9144"/>
                    <a:pt x="738" y="9204"/>
                  </a:cubicBezTo>
                  <a:cubicBezTo>
                    <a:pt x="762" y="9263"/>
                    <a:pt x="798" y="9335"/>
                    <a:pt x="822" y="9394"/>
                  </a:cubicBezTo>
                  <a:cubicBezTo>
                    <a:pt x="858" y="9454"/>
                    <a:pt x="941" y="9501"/>
                    <a:pt x="977" y="9561"/>
                  </a:cubicBezTo>
                  <a:cubicBezTo>
                    <a:pt x="1012" y="9608"/>
                    <a:pt x="988" y="9716"/>
                    <a:pt x="1036" y="9775"/>
                  </a:cubicBezTo>
                  <a:cubicBezTo>
                    <a:pt x="1060" y="9835"/>
                    <a:pt x="1119" y="9882"/>
                    <a:pt x="1167" y="9942"/>
                  </a:cubicBezTo>
                  <a:cubicBezTo>
                    <a:pt x="1215" y="10001"/>
                    <a:pt x="1227" y="10073"/>
                    <a:pt x="1274" y="10132"/>
                  </a:cubicBezTo>
                  <a:cubicBezTo>
                    <a:pt x="1310" y="10192"/>
                    <a:pt x="1393" y="10228"/>
                    <a:pt x="1429" y="10287"/>
                  </a:cubicBezTo>
                  <a:cubicBezTo>
                    <a:pt x="1477" y="10347"/>
                    <a:pt x="1572" y="10359"/>
                    <a:pt x="1608" y="10418"/>
                  </a:cubicBezTo>
                  <a:cubicBezTo>
                    <a:pt x="1667" y="10466"/>
                    <a:pt x="1667" y="10549"/>
                    <a:pt x="1715" y="10609"/>
                  </a:cubicBezTo>
                  <a:cubicBezTo>
                    <a:pt x="1762" y="10656"/>
                    <a:pt x="1834" y="10704"/>
                    <a:pt x="1881" y="10740"/>
                  </a:cubicBezTo>
                  <a:cubicBezTo>
                    <a:pt x="1929" y="10787"/>
                    <a:pt x="2012" y="10823"/>
                    <a:pt x="2060" y="10859"/>
                  </a:cubicBezTo>
                  <a:cubicBezTo>
                    <a:pt x="2120" y="10906"/>
                    <a:pt x="2108" y="11025"/>
                    <a:pt x="2167" y="11073"/>
                  </a:cubicBezTo>
                  <a:cubicBezTo>
                    <a:pt x="2227" y="11121"/>
                    <a:pt x="2286" y="11144"/>
                    <a:pt x="2346" y="11192"/>
                  </a:cubicBezTo>
                  <a:cubicBezTo>
                    <a:pt x="2405" y="11240"/>
                    <a:pt x="2477" y="11252"/>
                    <a:pt x="2536" y="11299"/>
                  </a:cubicBezTo>
                  <a:cubicBezTo>
                    <a:pt x="2596" y="11335"/>
                    <a:pt x="2643" y="11382"/>
                    <a:pt x="2703" y="11430"/>
                  </a:cubicBezTo>
                  <a:cubicBezTo>
                    <a:pt x="2763" y="11478"/>
                    <a:pt x="2846" y="11478"/>
                    <a:pt x="2905" y="11513"/>
                  </a:cubicBezTo>
                  <a:cubicBezTo>
                    <a:pt x="2965" y="11561"/>
                    <a:pt x="3001" y="11656"/>
                    <a:pt x="3060" y="11692"/>
                  </a:cubicBezTo>
                  <a:cubicBezTo>
                    <a:pt x="3120" y="11728"/>
                    <a:pt x="3203" y="11728"/>
                    <a:pt x="3263" y="11752"/>
                  </a:cubicBezTo>
                  <a:cubicBezTo>
                    <a:pt x="3322" y="11787"/>
                    <a:pt x="3394" y="11811"/>
                    <a:pt x="3453" y="11847"/>
                  </a:cubicBezTo>
                  <a:cubicBezTo>
                    <a:pt x="3536" y="11894"/>
                    <a:pt x="3596" y="11918"/>
                    <a:pt x="3655" y="11954"/>
                  </a:cubicBezTo>
                  <a:cubicBezTo>
                    <a:pt x="3715" y="11978"/>
                    <a:pt x="3775" y="12037"/>
                    <a:pt x="3834" y="12073"/>
                  </a:cubicBezTo>
                  <a:cubicBezTo>
                    <a:pt x="3894" y="12097"/>
                    <a:pt x="3977" y="12085"/>
                    <a:pt x="4036" y="12109"/>
                  </a:cubicBezTo>
                  <a:cubicBezTo>
                    <a:pt x="4096" y="12144"/>
                    <a:pt x="4167" y="12156"/>
                    <a:pt x="4227" y="12192"/>
                  </a:cubicBezTo>
                  <a:cubicBezTo>
                    <a:pt x="4287" y="12216"/>
                    <a:pt x="4334" y="12311"/>
                    <a:pt x="4406" y="12323"/>
                  </a:cubicBezTo>
                  <a:cubicBezTo>
                    <a:pt x="4423" y="12326"/>
                    <a:pt x="4440" y="12327"/>
                    <a:pt x="4457" y="12327"/>
                  </a:cubicBezTo>
                  <a:cubicBezTo>
                    <a:pt x="4502" y="12327"/>
                    <a:pt x="4545" y="12320"/>
                    <a:pt x="4586" y="12320"/>
                  </a:cubicBezTo>
                  <a:cubicBezTo>
                    <a:pt x="4602" y="12320"/>
                    <a:pt x="4617" y="12321"/>
                    <a:pt x="4632" y="12323"/>
                  </a:cubicBezTo>
                  <a:cubicBezTo>
                    <a:pt x="4703" y="12335"/>
                    <a:pt x="4751" y="12406"/>
                    <a:pt x="4822" y="12430"/>
                  </a:cubicBezTo>
                  <a:cubicBezTo>
                    <a:pt x="4835" y="12432"/>
                    <a:pt x="4847" y="12433"/>
                    <a:pt x="4859" y="12433"/>
                  </a:cubicBezTo>
                  <a:cubicBezTo>
                    <a:pt x="4906" y="12433"/>
                    <a:pt x="4950" y="12422"/>
                    <a:pt x="4992" y="12422"/>
                  </a:cubicBezTo>
                  <a:cubicBezTo>
                    <a:pt x="5011" y="12422"/>
                    <a:pt x="5030" y="12424"/>
                    <a:pt x="5049" y="12430"/>
                  </a:cubicBezTo>
                  <a:cubicBezTo>
                    <a:pt x="5120" y="12442"/>
                    <a:pt x="5179" y="12466"/>
                    <a:pt x="5263" y="12490"/>
                  </a:cubicBezTo>
                  <a:cubicBezTo>
                    <a:pt x="5293" y="12496"/>
                    <a:pt x="5325" y="12496"/>
                    <a:pt x="5360" y="12496"/>
                  </a:cubicBezTo>
                  <a:cubicBezTo>
                    <a:pt x="5394" y="12496"/>
                    <a:pt x="5430" y="12496"/>
                    <a:pt x="5465" y="12502"/>
                  </a:cubicBezTo>
                  <a:cubicBezTo>
                    <a:pt x="5537" y="12502"/>
                    <a:pt x="5596" y="12585"/>
                    <a:pt x="5680" y="12609"/>
                  </a:cubicBezTo>
                  <a:cubicBezTo>
                    <a:pt x="5699" y="12613"/>
                    <a:pt x="5721" y="12614"/>
                    <a:pt x="5743" y="12614"/>
                  </a:cubicBezTo>
                  <a:cubicBezTo>
                    <a:pt x="5787" y="12614"/>
                    <a:pt x="5834" y="12609"/>
                    <a:pt x="5882" y="12609"/>
                  </a:cubicBezTo>
                  <a:cubicBezTo>
                    <a:pt x="5941" y="12621"/>
                    <a:pt x="6013" y="12621"/>
                    <a:pt x="6096" y="12621"/>
                  </a:cubicBezTo>
                  <a:cubicBezTo>
                    <a:pt x="6156" y="12621"/>
                    <a:pt x="6227" y="12645"/>
                    <a:pt x="6299" y="12645"/>
                  </a:cubicBezTo>
                  <a:cubicBezTo>
                    <a:pt x="6358" y="12645"/>
                    <a:pt x="6430" y="12633"/>
                    <a:pt x="6513" y="12633"/>
                  </a:cubicBezTo>
                  <a:cubicBezTo>
                    <a:pt x="6584" y="12633"/>
                    <a:pt x="6644" y="12549"/>
                    <a:pt x="6715" y="12549"/>
                  </a:cubicBezTo>
                  <a:cubicBezTo>
                    <a:pt x="6787" y="12549"/>
                    <a:pt x="6870" y="12609"/>
                    <a:pt x="6942" y="12609"/>
                  </a:cubicBezTo>
                  <a:cubicBezTo>
                    <a:pt x="7013" y="12585"/>
                    <a:pt x="7073" y="12573"/>
                    <a:pt x="7144" y="12561"/>
                  </a:cubicBezTo>
                  <a:cubicBezTo>
                    <a:pt x="7227" y="12561"/>
                    <a:pt x="7287" y="12490"/>
                    <a:pt x="7358" y="12466"/>
                  </a:cubicBezTo>
                  <a:cubicBezTo>
                    <a:pt x="7365" y="12465"/>
                    <a:pt x="7371" y="12464"/>
                    <a:pt x="7378" y="12464"/>
                  </a:cubicBezTo>
                  <a:cubicBezTo>
                    <a:pt x="7436" y="12464"/>
                    <a:pt x="7496" y="12503"/>
                    <a:pt x="7562" y="12503"/>
                  </a:cubicBezTo>
                  <a:cubicBezTo>
                    <a:pt x="7569" y="12503"/>
                    <a:pt x="7577" y="12503"/>
                    <a:pt x="7585" y="12502"/>
                  </a:cubicBezTo>
                  <a:cubicBezTo>
                    <a:pt x="7644" y="12502"/>
                    <a:pt x="7716" y="12502"/>
                    <a:pt x="7787" y="12490"/>
                  </a:cubicBezTo>
                  <a:cubicBezTo>
                    <a:pt x="7846" y="12454"/>
                    <a:pt x="7906" y="12406"/>
                    <a:pt x="7977" y="12395"/>
                  </a:cubicBezTo>
                  <a:cubicBezTo>
                    <a:pt x="8061" y="12383"/>
                    <a:pt x="8097" y="12287"/>
                    <a:pt x="8168" y="12275"/>
                  </a:cubicBezTo>
                  <a:cubicBezTo>
                    <a:pt x="8178" y="12271"/>
                    <a:pt x="8190" y="12270"/>
                    <a:pt x="8202" y="12270"/>
                  </a:cubicBezTo>
                  <a:cubicBezTo>
                    <a:pt x="8243" y="12270"/>
                    <a:pt x="8293" y="12287"/>
                    <a:pt x="8339" y="12287"/>
                  </a:cubicBezTo>
                  <a:cubicBezTo>
                    <a:pt x="8358" y="12287"/>
                    <a:pt x="8377" y="12284"/>
                    <a:pt x="8394" y="12275"/>
                  </a:cubicBezTo>
                  <a:cubicBezTo>
                    <a:pt x="8466" y="12252"/>
                    <a:pt x="8525" y="12204"/>
                    <a:pt x="8585" y="12168"/>
                  </a:cubicBezTo>
                  <a:cubicBezTo>
                    <a:pt x="8644" y="12144"/>
                    <a:pt x="8728" y="12133"/>
                    <a:pt x="8787" y="12097"/>
                  </a:cubicBezTo>
                  <a:cubicBezTo>
                    <a:pt x="8847" y="12073"/>
                    <a:pt x="8918" y="12049"/>
                    <a:pt x="8978" y="12025"/>
                  </a:cubicBezTo>
                  <a:cubicBezTo>
                    <a:pt x="9037" y="11990"/>
                    <a:pt x="9085" y="11906"/>
                    <a:pt x="9144" y="11871"/>
                  </a:cubicBezTo>
                  <a:cubicBezTo>
                    <a:pt x="9174" y="11859"/>
                    <a:pt x="9213" y="11859"/>
                    <a:pt x="9251" y="11859"/>
                  </a:cubicBezTo>
                  <a:cubicBezTo>
                    <a:pt x="9290" y="11859"/>
                    <a:pt x="9329" y="11859"/>
                    <a:pt x="9359" y="11847"/>
                  </a:cubicBezTo>
                  <a:cubicBezTo>
                    <a:pt x="9418" y="11799"/>
                    <a:pt x="9478" y="11752"/>
                    <a:pt x="9537" y="11728"/>
                  </a:cubicBezTo>
                  <a:cubicBezTo>
                    <a:pt x="9597" y="11680"/>
                    <a:pt x="9680" y="11668"/>
                    <a:pt x="9740" y="11621"/>
                  </a:cubicBezTo>
                  <a:cubicBezTo>
                    <a:pt x="9799" y="11597"/>
                    <a:pt x="9835" y="11537"/>
                    <a:pt x="9894" y="11490"/>
                  </a:cubicBezTo>
                  <a:cubicBezTo>
                    <a:pt x="9954" y="11442"/>
                    <a:pt x="9978" y="11359"/>
                    <a:pt x="10037" y="11311"/>
                  </a:cubicBezTo>
                  <a:cubicBezTo>
                    <a:pt x="10097" y="11263"/>
                    <a:pt x="10180" y="11275"/>
                    <a:pt x="10240" y="11240"/>
                  </a:cubicBezTo>
                  <a:cubicBezTo>
                    <a:pt x="10299" y="11192"/>
                    <a:pt x="10359" y="11156"/>
                    <a:pt x="10418" y="11121"/>
                  </a:cubicBezTo>
                  <a:cubicBezTo>
                    <a:pt x="10466" y="11073"/>
                    <a:pt x="10513" y="11013"/>
                    <a:pt x="10573" y="10966"/>
                  </a:cubicBezTo>
                  <a:cubicBezTo>
                    <a:pt x="10633" y="10918"/>
                    <a:pt x="10668" y="10859"/>
                    <a:pt x="10716" y="10823"/>
                  </a:cubicBezTo>
                  <a:cubicBezTo>
                    <a:pt x="10764" y="10775"/>
                    <a:pt x="10835" y="10728"/>
                    <a:pt x="10883" y="10680"/>
                  </a:cubicBezTo>
                  <a:cubicBezTo>
                    <a:pt x="10930" y="10644"/>
                    <a:pt x="10954" y="10561"/>
                    <a:pt x="11002" y="10501"/>
                  </a:cubicBezTo>
                  <a:cubicBezTo>
                    <a:pt x="11049" y="10466"/>
                    <a:pt x="11109" y="10418"/>
                    <a:pt x="11145" y="10359"/>
                  </a:cubicBezTo>
                  <a:cubicBezTo>
                    <a:pt x="11192" y="10299"/>
                    <a:pt x="11228" y="10239"/>
                    <a:pt x="11264" y="10180"/>
                  </a:cubicBezTo>
                  <a:cubicBezTo>
                    <a:pt x="11311" y="10120"/>
                    <a:pt x="11323" y="10049"/>
                    <a:pt x="11371" y="9989"/>
                  </a:cubicBezTo>
                  <a:cubicBezTo>
                    <a:pt x="11418" y="9930"/>
                    <a:pt x="11442" y="9870"/>
                    <a:pt x="11490" y="9811"/>
                  </a:cubicBezTo>
                  <a:cubicBezTo>
                    <a:pt x="11537" y="9751"/>
                    <a:pt x="11609" y="9716"/>
                    <a:pt x="11656" y="9656"/>
                  </a:cubicBezTo>
                  <a:cubicBezTo>
                    <a:pt x="11680" y="9597"/>
                    <a:pt x="11680" y="9513"/>
                    <a:pt x="11716" y="9454"/>
                  </a:cubicBezTo>
                  <a:cubicBezTo>
                    <a:pt x="11740" y="9394"/>
                    <a:pt x="11776" y="9311"/>
                    <a:pt x="11799" y="9251"/>
                  </a:cubicBezTo>
                  <a:cubicBezTo>
                    <a:pt x="11835" y="9180"/>
                    <a:pt x="11883" y="9120"/>
                    <a:pt x="11907" y="9061"/>
                  </a:cubicBezTo>
                  <a:cubicBezTo>
                    <a:pt x="11954" y="8989"/>
                    <a:pt x="11978" y="8930"/>
                    <a:pt x="12014" y="8870"/>
                  </a:cubicBezTo>
                  <a:cubicBezTo>
                    <a:pt x="12037" y="8799"/>
                    <a:pt x="12121" y="8751"/>
                    <a:pt x="12145" y="8692"/>
                  </a:cubicBezTo>
                  <a:cubicBezTo>
                    <a:pt x="12157" y="8632"/>
                    <a:pt x="12121" y="8525"/>
                    <a:pt x="12145" y="8465"/>
                  </a:cubicBezTo>
                  <a:cubicBezTo>
                    <a:pt x="12180" y="8394"/>
                    <a:pt x="12276" y="8358"/>
                    <a:pt x="12299" y="8287"/>
                  </a:cubicBezTo>
                  <a:cubicBezTo>
                    <a:pt x="12311" y="8215"/>
                    <a:pt x="12252" y="8120"/>
                    <a:pt x="12264" y="8049"/>
                  </a:cubicBezTo>
                  <a:cubicBezTo>
                    <a:pt x="12276" y="7977"/>
                    <a:pt x="12359" y="7930"/>
                    <a:pt x="12371" y="7858"/>
                  </a:cubicBezTo>
                  <a:cubicBezTo>
                    <a:pt x="12383" y="7787"/>
                    <a:pt x="12418" y="7727"/>
                    <a:pt x="12430" y="7644"/>
                  </a:cubicBezTo>
                  <a:cubicBezTo>
                    <a:pt x="12442" y="7572"/>
                    <a:pt x="12418" y="7501"/>
                    <a:pt x="12430" y="7430"/>
                  </a:cubicBezTo>
                  <a:cubicBezTo>
                    <a:pt x="12442" y="7346"/>
                    <a:pt x="12478" y="7287"/>
                    <a:pt x="12490" y="7215"/>
                  </a:cubicBezTo>
                  <a:cubicBezTo>
                    <a:pt x="12502" y="7156"/>
                    <a:pt x="12478" y="7084"/>
                    <a:pt x="12490" y="7013"/>
                  </a:cubicBezTo>
                  <a:cubicBezTo>
                    <a:pt x="12490" y="6930"/>
                    <a:pt x="12573" y="6882"/>
                    <a:pt x="12573" y="6799"/>
                  </a:cubicBezTo>
                  <a:lnTo>
                    <a:pt x="12573" y="6596"/>
                  </a:lnTo>
                  <a:cubicBezTo>
                    <a:pt x="12573" y="6537"/>
                    <a:pt x="12502" y="6465"/>
                    <a:pt x="12502" y="6382"/>
                  </a:cubicBezTo>
                  <a:cubicBezTo>
                    <a:pt x="12502" y="6310"/>
                    <a:pt x="12514" y="6251"/>
                    <a:pt x="12514" y="6179"/>
                  </a:cubicBezTo>
                  <a:cubicBezTo>
                    <a:pt x="12514" y="6120"/>
                    <a:pt x="12549" y="6049"/>
                    <a:pt x="12549" y="5965"/>
                  </a:cubicBezTo>
                  <a:lnTo>
                    <a:pt x="12549" y="5763"/>
                  </a:lnTo>
                  <a:cubicBezTo>
                    <a:pt x="12538" y="5703"/>
                    <a:pt x="12549" y="5632"/>
                    <a:pt x="12538" y="5548"/>
                  </a:cubicBezTo>
                  <a:cubicBezTo>
                    <a:pt x="12526" y="5489"/>
                    <a:pt x="12430" y="5429"/>
                    <a:pt x="12418" y="5358"/>
                  </a:cubicBezTo>
                  <a:cubicBezTo>
                    <a:pt x="12395" y="5287"/>
                    <a:pt x="12430" y="5215"/>
                    <a:pt x="12418" y="5132"/>
                  </a:cubicBezTo>
                  <a:cubicBezTo>
                    <a:pt x="12395" y="5060"/>
                    <a:pt x="12371" y="5001"/>
                    <a:pt x="12359" y="4929"/>
                  </a:cubicBezTo>
                  <a:cubicBezTo>
                    <a:pt x="12335" y="4858"/>
                    <a:pt x="12299" y="4798"/>
                    <a:pt x="12276" y="4715"/>
                  </a:cubicBezTo>
                  <a:cubicBezTo>
                    <a:pt x="12264" y="4655"/>
                    <a:pt x="12228" y="4596"/>
                    <a:pt x="12204" y="4525"/>
                  </a:cubicBezTo>
                  <a:cubicBezTo>
                    <a:pt x="12192" y="4465"/>
                    <a:pt x="12204" y="4394"/>
                    <a:pt x="12180" y="4322"/>
                  </a:cubicBezTo>
                  <a:cubicBezTo>
                    <a:pt x="12157" y="4239"/>
                    <a:pt x="12192" y="4155"/>
                    <a:pt x="12157" y="4096"/>
                  </a:cubicBezTo>
                  <a:cubicBezTo>
                    <a:pt x="12133" y="4036"/>
                    <a:pt x="12097" y="3965"/>
                    <a:pt x="12073" y="3905"/>
                  </a:cubicBezTo>
                  <a:cubicBezTo>
                    <a:pt x="12037" y="3822"/>
                    <a:pt x="11942" y="3798"/>
                    <a:pt x="11907" y="3739"/>
                  </a:cubicBezTo>
                  <a:cubicBezTo>
                    <a:pt x="11883" y="3679"/>
                    <a:pt x="11883" y="3584"/>
                    <a:pt x="11847" y="3524"/>
                  </a:cubicBezTo>
                  <a:cubicBezTo>
                    <a:pt x="11823" y="3453"/>
                    <a:pt x="11799" y="3382"/>
                    <a:pt x="11776" y="3322"/>
                  </a:cubicBezTo>
                  <a:cubicBezTo>
                    <a:pt x="11740" y="3262"/>
                    <a:pt x="11680" y="3203"/>
                    <a:pt x="11656" y="3143"/>
                  </a:cubicBezTo>
                  <a:cubicBezTo>
                    <a:pt x="11633" y="3084"/>
                    <a:pt x="11561" y="3036"/>
                    <a:pt x="11526" y="2977"/>
                  </a:cubicBezTo>
                  <a:cubicBezTo>
                    <a:pt x="11478" y="2917"/>
                    <a:pt x="11418" y="2870"/>
                    <a:pt x="11371" y="2810"/>
                  </a:cubicBezTo>
                  <a:cubicBezTo>
                    <a:pt x="11335" y="2750"/>
                    <a:pt x="11359" y="2655"/>
                    <a:pt x="11311" y="2596"/>
                  </a:cubicBezTo>
                  <a:lnTo>
                    <a:pt x="11180" y="2417"/>
                  </a:lnTo>
                  <a:cubicBezTo>
                    <a:pt x="11133" y="2358"/>
                    <a:pt x="11061" y="2322"/>
                    <a:pt x="11014" y="2262"/>
                  </a:cubicBezTo>
                  <a:lnTo>
                    <a:pt x="10883" y="2084"/>
                  </a:lnTo>
                  <a:cubicBezTo>
                    <a:pt x="10835" y="2024"/>
                    <a:pt x="10752" y="2000"/>
                    <a:pt x="10704" y="1953"/>
                  </a:cubicBezTo>
                  <a:cubicBezTo>
                    <a:pt x="10656" y="1905"/>
                    <a:pt x="10609" y="1834"/>
                    <a:pt x="10573" y="1786"/>
                  </a:cubicBezTo>
                  <a:cubicBezTo>
                    <a:pt x="10513" y="1738"/>
                    <a:pt x="10478" y="1667"/>
                    <a:pt x="10418" y="1619"/>
                  </a:cubicBezTo>
                  <a:cubicBezTo>
                    <a:pt x="10359" y="1584"/>
                    <a:pt x="10275" y="1584"/>
                    <a:pt x="10216" y="1536"/>
                  </a:cubicBezTo>
                  <a:cubicBezTo>
                    <a:pt x="10156" y="1488"/>
                    <a:pt x="10109" y="1441"/>
                    <a:pt x="10049" y="1405"/>
                  </a:cubicBezTo>
                  <a:cubicBezTo>
                    <a:pt x="9990" y="1357"/>
                    <a:pt x="9930" y="1322"/>
                    <a:pt x="9871" y="1286"/>
                  </a:cubicBezTo>
                  <a:cubicBezTo>
                    <a:pt x="9811" y="1250"/>
                    <a:pt x="9751" y="1226"/>
                    <a:pt x="9692" y="1179"/>
                  </a:cubicBezTo>
                  <a:cubicBezTo>
                    <a:pt x="9632" y="1131"/>
                    <a:pt x="9597" y="1048"/>
                    <a:pt x="9537" y="1000"/>
                  </a:cubicBezTo>
                  <a:cubicBezTo>
                    <a:pt x="9478" y="953"/>
                    <a:pt x="9394" y="965"/>
                    <a:pt x="9335" y="941"/>
                  </a:cubicBezTo>
                  <a:cubicBezTo>
                    <a:pt x="9275" y="893"/>
                    <a:pt x="9228" y="822"/>
                    <a:pt x="9168" y="786"/>
                  </a:cubicBezTo>
                  <a:cubicBezTo>
                    <a:pt x="9109" y="762"/>
                    <a:pt x="9025" y="762"/>
                    <a:pt x="8966" y="726"/>
                  </a:cubicBezTo>
                  <a:cubicBezTo>
                    <a:pt x="8906" y="703"/>
                    <a:pt x="8823" y="691"/>
                    <a:pt x="8763" y="655"/>
                  </a:cubicBezTo>
                  <a:cubicBezTo>
                    <a:pt x="8692" y="631"/>
                    <a:pt x="8632" y="584"/>
                    <a:pt x="8573" y="548"/>
                  </a:cubicBezTo>
                  <a:cubicBezTo>
                    <a:pt x="8513" y="524"/>
                    <a:pt x="8442" y="536"/>
                    <a:pt x="8418" y="417"/>
                  </a:cubicBezTo>
                  <a:cubicBezTo>
                    <a:pt x="8335" y="393"/>
                    <a:pt x="8299" y="334"/>
                    <a:pt x="8216" y="310"/>
                  </a:cubicBezTo>
                  <a:cubicBezTo>
                    <a:pt x="8156" y="286"/>
                    <a:pt x="8097" y="238"/>
                    <a:pt x="8025" y="226"/>
                  </a:cubicBezTo>
                  <a:cubicBezTo>
                    <a:pt x="7966" y="214"/>
                    <a:pt x="7894" y="214"/>
                    <a:pt x="7823" y="191"/>
                  </a:cubicBezTo>
                  <a:cubicBezTo>
                    <a:pt x="7739" y="179"/>
                    <a:pt x="7680" y="167"/>
                    <a:pt x="7608" y="155"/>
                  </a:cubicBezTo>
                  <a:cubicBezTo>
                    <a:pt x="7537" y="131"/>
                    <a:pt x="7477" y="107"/>
                    <a:pt x="7406" y="95"/>
                  </a:cubicBezTo>
                  <a:cubicBezTo>
                    <a:pt x="7346" y="72"/>
                    <a:pt x="7263" y="72"/>
                    <a:pt x="7192" y="60"/>
                  </a:cubicBezTo>
                  <a:cubicBezTo>
                    <a:pt x="7132" y="60"/>
                    <a:pt x="7061" y="60"/>
                    <a:pt x="6989" y="48"/>
                  </a:cubicBezTo>
                  <a:cubicBezTo>
                    <a:pt x="6930" y="48"/>
                    <a:pt x="6846" y="36"/>
                    <a:pt x="6775" y="36"/>
                  </a:cubicBezTo>
                  <a:lnTo>
                    <a:pt x="6573" y="36"/>
                  </a:lnTo>
                  <a:cubicBezTo>
                    <a:pt x="6513" y="36"/>
                    <a:pt x="6430" y="72"/>
                    <a:pt x="6358" y="72"/>
                  </a:cubicBezTo>
                  <a:cubicBezTo>
                    <a:pt x="6299" y="72"/>
                    <a:pt x="6227" y="0"/>
                    <a:pt x="6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2047;p44">
              <a:extLst>
                <a:ext uri="{FF2B5EF4-FFF2-40B4-BE49-F238E27FC236}">
                  <a16:creationId xmlns:a16="http://schemas.microsoft.com/office/drawing/2014/main" id="{75B89060-08EE-476F-B476-06F64D5965E2}"/>
                </a:ext>
              </a:extLst>
            </p:cNvPr>
            <p:cNvSpPr/>
            <p:nvPr/>
          </p:nvSpPr>
          <p:spPr>
            <a:xfrm>
              <a:off x="1089511" y="3890762"/>
              <a:ext cx="536864" cy="543284"/>
            </a:xfrm>
            <a:custGeom>
              <a:avLst/>
              <a:gdLst/>
              <a:ahLst/>
              <a:cxnLst/>
              <a:rect l="l" t="t" r="r" b="b"/>
              <a:pathLst>
                <a:path w="14324" h="14312" extrusionOk="0">
                  <a:moveTo>
                    <a:pt x="6918" y="1000"/>
                  </a:moveTo>
                  <a:cubicBezTo>
                    <a:pt x="6990" y="1000"/>
                    <a:pt x="7061" y="1095"/>
                    <a:pt x="7144" y="1095"/>
                  </a:cubicBezTo>
                  <a:cubicBezTo>
                    <a:pt x="7216" y="1095"/>
                    <a:pt x="7287" y="1048"/>
                    <a:pt x="7347" y="1048"/>
                  </a:cubicBezTo>
                  <a:cubicBezTo>
                    <a:pt x="7418" y="1048"/>
                    <a:pt x="7502" y="1024"/>
                    <a:pt x="7573" y="1024"/>
                  </a:cubicBezTo>
                  <a:cubicBezTo>
                    <a:pt x="7644" y="1024"/>
                    <a:pt x="7716" y="1024"/>
                    <a:pt x="7799" y="1036"/>
                  </a:cubicBezTo>
                  <a:cubicBezTo>
                    <a:pt x="7871" y="1036"/>
                    <a:pt x="7930" y="1084"/>
                    <a:pt x="8002" y="1084"/>
                  </a:cubicBezTo>
                  <a:cubicBezTo>
                    <a:pt x="8073" y="1095"/>
                    <a:pt x="8133" y="1119"/>
                    <a:pt x="8216" y="1143"/>
                  </a:cubicBezTo>
                  <a:cubicBezTo>
                    <a:pt x="8287" y="1155"/>
                    <a:pt x="8347" y="1203"/>
                    <a:pt x="8418" y="1214"/>
                  </a:cubicBezTo>
                  <a:cubicBezTo>
                    <a:pt x="8433" y="1217"/>
                    <a:pt x="8449" y="1218"/>
                    <a:pt x="8465" y="1218"/>
                  </a:cubicBezTo>
                  <a:cubicBezTo>
                    <a:pt x="8508" y="1218"/>
                    <a:pt x="8554" y="1211"/>
                    <a:pt x="8598" y="1211"/>
                  </a:cubicBezTo>
                  <a:cubicBezTo>
                    <a:pt x="8614" y="1211"/>
                    <a:pt x="8629" y="1212"/>
                    <a:pt x="8645" y="1214"/>
                  </a:cubicBezTo>
                  <a:cubicBezTo>
                    <a:pt x="8680" y="1220"/>
                    <a:pt x="8716" y="1220"/>
                    <a:pt x="8753" y="1220"/>
                  </a:cubicBezTo>
                  <a:cubicBezTo>
                    <a:pt x="8790" y="1220"/>
                    <a:pt x="8829" y="1220"/>
                    <a:pt x="8871" y="1226"/>
                  </a:cubicBezTo>
                  <a:cubicBezTo>
                    <a:pt x="8942" y="1238"/>
                    <a:pt x="8990" y="1345"/>
                    <a:pt x="9049" y="1357"/>
                  </a:cubicBezTo>
                  <a:cubicBezTo>
                    <a:pt x="9064" y="1362"/>
                    <a:pt x="9080" y="1364"/>
                    <a:pt x="9096" y="1364"/>
                  </a:cubicBezTo>
                  <a:cubicBezTo>
                    <a:pt x="9139" y="1364"/>
                    <a:pt x="9184" y="1350"/>
                    <a:pt x="9223" y="1350"/>
                  </a:cubicBezTo>
                  <a:cubicBezTo>
                    <a:pt x="9237" y="1350"/>
                    <a:pt x="9251" y="1352"/>
                    <a:pt x="9264" y="1357"/>
                  </a:cubicBezTo>
                  <a:cubicBezTo>
                    <a:pt x="9347" y="1393"/>
                    <a:pt x="9359" y="1512"/>
                    <a:pt x="9430" y="1536"/>
                  </a:cubicBezTo>
                  <a:cubicBezTo>
                    <a:pt x="9449" y="1547"/>
                    <a:pt x="9472" y="1550"/>
                    <a:pt x="9497" y="1550"/>
                  </a:cubicBezTo>
                  <a:cubicBezTo>
                    <a:pt x="9527" y="1550"/>
                    <a:pt x="9560" y="1546"/>
                    <a:pt x="9590" y="1546"/>
                  </a:cubicBezTo>
                  <a:cubicBezTo>
                    <a:pt x="9615" y="1546"/>
                    <a:pt x="9638" y="1549"/>
                    <a:pt x="9657" y="1560"/>
                  </a:cubicBezTo>
                  <a:cubicBezTo>
                    <a:pt x="9716" y="1584"/>
                    <a:pt x="9788" y="1595"/>
                    <a:pt x="9859" y="1631"/>
                  </a:cubicBezTo>
                  <a:cubicBezTo>
                    <a:pt x="9918" y="1655"/>
                    <a:pt x="9966" y="1738"/>
                    <a:pt x="10038" y="1762"/>
                  </a:cubicBezTo>
                  <a:cubicBezTo>
                    <a:pt x="10097" y="1798"/>
                    <a:pt x="10157" y="1857"/>
                    <a:pt x="10216" y="1881"/>
                  </a:cubicBezTo>
                  <a:cubicBezTo>
                    <a:pt x="10276" y="1917"/>
                    <a:pt x="10371" y="1893"/>
                    <a:pt x="10430" y="1941"/>
                  </a:cubicBezTo>
                  <a:cubicBezTo>
                    <a:pt x="10490" y="1988"/>
                    <a:pt x="10561" y="2000"/>
                    <a:pt x="10621" y="2036"/>
                  </a:cubicBezTo>
                  <a:cubicBezTo>
                    <a:pt x="10680" y="2072"/>
                    <a:pt x="10716" y="2155"/>
                    <a:pt x="10776" y="2191"/>
                  </a:cubicBezTo>
                  <a:cubicBezTo>
                    <a:pt x="10835" y="2238"/>
                    <a:pt x="10859" y="2310"/>
                    <a:pt x="10919" y="2357"/>
                  </a:cubicBezTo>
                  <a:cubicBezTo>
                    <a:pt x="10978" y="2405"/>
                    <a:pt x="11014" y="2465"/>
                    <a:pt x="11073" y="2512"/>
                  </a:cubicBezTo>
                  <a:cubicBezTo>
                    <a:pt x="11133" y="2548"/>
                    <a:pt x="11228" y="2536"/>
                    <a:pt x="11276" y="2584"/>
                  </a:cubicBezTo>
                  <a:cubicBezTo>
                    <a:pt x="11335" y="2631"/>
                    <a:pt x="11335" y="2727"/>
                    <a:pt x="11383" y="2774"/>
                  </a:cubicBezTo>
                  <a:cubicBezTo>
                    <a:pt x="11431" y="2822"/>
                    <a:pt x="11502" y="2846"/>
                    <a:pt x="11562" y="2905"/>
                  </a:cubicBezTo>
                  <a:cubicBezTo>
                    <a:pt x="11609" y="2953"/>
                    <a:pt x="11633" y="3024"/>
                    <a:pt x="11681" y="3084"/>
                  </a:cubicBezTo>
                  <a:cubicBezTo>
                    <a:pt x="11728" y="3143"/>
                    <a:pt x="11847" y="3131"/>
                    <a:pt x="11883" y="3191"/>
                  </a:cubicBezTo>
                  <a:cubicBezTo>
                    <a:pt x="11931" y="3250"/>
                    <a:pt x="11919" y="3358"/>
                    <a:pt x="11966" y="3417"/>
                  </a:cubicBezTo>
                  <a:cubicBezTo>
                    <a:pt x="12002" y="3477"/>
                    <a:pt x="12038" y="3536"/>
                    <a:pt x="12085" y="3596"/>
                  </a:cubicBezTo>
                  <a:cubicBezTo>
                    <a:pt x="12121" y="3655"/>
                    <a:pt x="12216" y="3667"/>
                    <a:pt x="12264" y="3727"/>
                  </a:cubicBezTo>
                  <a:cubicBezTo>
                    <a:pt x="12300" y="3786"/>
                    <a:pt x="12347" y="3846"/>
                    <a:pt x="12383" y="3905"/>
                  </a:cubicBezTo>
                  <a:cubicBezTo>
                    <a:pt x="12419" y="3965"/>
                    <a:pt x="12443" y="4036"/>
                    <a:pt x="12478" y="4096"/>
                  </a:cubicBezTo>
                  <a:cubicBezTo>
                    <a:pt x="12514" y="4155"/>
                    <a:pt x="12585" y="4203"/>
                    <a:pt x="12621" y="4262"/>
                  </a:cubicBezTo>
                  <a:cubicBezTo>
                    <a:pt x="12645" y="4322"/>
                    <a:pt x="12585" y="4441"/>
                    <a:pt x="12621" y="4501"/>
                  </a:cubicBezTo>
                  <a:cubicBezTo>
                    <a:pt x="12645" y="4560"/>
                    <a:pt x="12776" y="4596"/>
                    <a:pt x="12812" y="4655"/>
                  </a:cubicBezTo>
                  <a:cubicBezTo>
                    <a:pt x="12836" y="4715"/>
                    <a:pt x="12859" y="4786"/>
                    <a:pt x="12883" y="4858"/>
                  </a:cubicBezTo>
                  <a:cubicBezTo>
                    <a:pt x="12919" y="4917"/>
                    <a:pt x="12931" y="4989"/>
                    <a:pt x="12943" y="5072"/>
                  </a:cubicBezTo>
                  <a:cubicBezTo>
                    <a:pt x="12978" y="5144"/>
                    <a:pt x="12978" y="5203"/>
                    <a:pt x="13002" y="5275"/>
                  </a:cubicBezTo>
                  <a:cubicBezTo>
                    <a:pt x="13038" y="5346"/>
                    <a:pt x="12990" y="5429"/>
                    <a:pt x="13014" y="5501"/>
                  </a:cubicBezTo>
                  <a:cubicBezTo>
                    <a:pt x="13038" y="5572"/>
                    <a:pt x="13062" y="5632"/>
                    <a:pt x="13074" y="5703"/>
                  </a:cubicBezTo>
                  <a:cubicBezTo>
                    <a:pt x="13097" y="5786"/>
                    <a:pt x="13133" y="5846"/>
                    <a:pt x="13157" y="5906"/>
                  </a:cubicBezTo>
                  <a:cubicBezTo>
                    <a:pt x="13169" y="5977"/>
                    <a:pt x="13217" y="6037"/>
                    <a:pt x="13228" y="6108"/>
                  </a:cubicBezTo>
                  <a:cubicBezTo>
                    <a:pt x="13240" y="6179"/>
                    <a:pt x="13193" y="6263"/>
                    <a:pt x="13217" y="6334"/>
                  </a:cubicBezTo>
                  <a:cubicBezTo>
                    <a:pt x="13228" y="6406"/>
                    <a:pt x="13217" y="6477"/>
                    <a:pt x="13217" y="6537"/>
                  </a:cubicBezTo>
                  <a:cubicBezTo>
                    <a:pt x="13228" y="6620"/>
                    <a:pt x="13228" y="6679"/>
                    <a:pt x="13228" y="6751"/>
                  </a:cubicBezTo>
                  <a:cubicBezTo>
                    <a:pt x="13228" y="6822"/>
                    <a:pt x="13240" y="6882"/>
                    <a:pt x="13240" y="6953"/>
                  </a:cubicBezTo>
                  <a:lnTo>
                    <a:pt x="13240" y="7168"/>
                  </a:lnTo>
                  <a:cubicBezTo>
                    <a:pt x="13240" y="7239"/>
                    <a:pt x="13288" y="7310"/>
                    <a:pt x="13288" y="7370"/>
                  </a:cubicBezTo>
                  <a:cubicBezTo>
                    <a:pt x="13288" y="7453"/>
                    <a:pt x="13240" y="7513"/>
                    <a:pt x="13240" y="7584"/>
                  </a:cubicBezTo>
                  <a:lnTo>
                    <a:pt x="13240" y="7787"/>
                  </a:lnTo>
                  <a:cubicBezTo>
                    <a:pt x="13240" y="7870"/>
                    <a:pt x="13193" y="7930"/>
                    <a:pt x="13181" y="8001"/>
                  </a:cubicBezTo>
                  <a:cubicBezTo>
                    <a:pt x="13169" y="8072"/>
                    <a:pt x="13228" y="8144"/>
                    <a:pt x="13217" y="8227"/>
                  </a:cubicBezTo>
                  <a:cubicBezTo>
                    <a:pt x="13193" y="8299"/>
                    <a:pt x="13133" y="8358"/>
                    <a:pt x="13121" y="8430"/>
                  </a:cubicBezTo>
                  <a:cubicBezTo>
                    <a:pt x="13109" y="8501"/>
                    <a:pt x="13133" y="8584"/>
                    <a:pt x="13109" y="8656"/>
                  </a:cubicBezTo>
                  <a:cubicBezTo>
                    <a:pt x="13097" y="8727"/>
                    <a:pt x="13038" y="8787"/>
                    <a:pt x="13014" y="8846"/>
                  </a:cubicBezTo>
                  <a:cubicBezTo>
                    <a:pt x="13002" y="8918"/>
                    <a:pt x="13014" y="9001"/>
                    <a:pt x="13002" y="9073"/>
                  </a:cubicBezTo>
                  <a:cubicBezTo>
                    <a:pt x="12990" y="9144"/>
                    <a:pt x="12943" y="9204"/>
                    <a:pt x="12931" y="9263"/>
                  </a:cubicBezTo>
                  <a:cubicBezTo>
                    <a:pt x="12978" y="9275"/>
                    <a:pt x="12978" y="9358"/>
                    <a:pt x="12943" y="9430"/>
                  </a:cubicBezTo>
                  <a:cubicBezTo>
                    <a:pt x="12907" y="9489"/>
                    <a:pt x="12859" y="9549"/>
                    <a:pt x="12824" y="9608"/>
                  </a:cubicBezTo>
                  <a:cubicBezTo>
                    <a:pt x="12800" y="9668"/>
                    <a:pt x="12716" y="9716"/>
                    <a:pt x="12693" y="9787"/>
                  </a:cubicBezTo>
                  <a:cubicBezTo>
                    <a:pt x="12657" y="9846"/>
                    <a:pt x="12621" y="9906"/>
                    <a:pt x="12585" y="9977"/>
                  </a:cubicBezTo>
                  <a:cubicBezTo>
                    <a:pt x="12562" y="10037"/>
                    <a:pt x="12514" y="10097"/>
                    <a:pt x="12478" y="10168"/>
                  </a:cubicBezTo>
                  <a:cubicBezTo>
                    <a:pt x="12455" y="10227"/>
                    <a:pt x="12443" y="10311"/>
                    <a:pt x="12395" y="10358"/>
                  </a:cubicBezTo>
                  <a:cubicBezTo>
                    <a:pt x="12347" y="10418"/>
                    <a:pt x="12395" y="10525"/>
                    <a:pt x="12347" y="10585"/>
                  </a:cubicBezTo>
                  <a:cubicBezTo>
                    <a:pt x="12300" y="10644"/>
                    <a:pt x="12264" y="10692"/>
                    <a:pt x="12216" y="10751"/>
                  </a:cubicBezTo>
                  <a:cubicBezTo>
                    <a:pt x="12169" y="10811"/>
                    <a:pt x="12109" y="10859"/>
                    <a:pt x="12062" y="10918"/>
                  </a:cubicBezTo>
                  <a:cubicBezTo>
                    <a:pt x="12026" y="10978"/>
                    <a:pt x="12002" y="11049"/>
                    <a:pt x="11943" y="11109"/>
                  </a:cubicBezTo>
                  <a:cubicBezTo>
                    <a:pt x="11907" y="11168"/>
                    <a:pt x="11800" y="11168"/>
                    <a:pt x="11752" y="11228"/>
                  </a:cubicBezTo>
                  <a:cubicBezTo>
                    <a:pt x="11704" y="11287"/>
                    <a:pt x="11704" y="11394"/>
                    <a:pt x="11669" y="11430"/>
                  </a:cubicBezTo>
                  <a:cubicBezTo>
                    <a:pt x="11621" y="11478"/>
                    <a:pt x="11526" y="11490"/>
                    <a:pt x="11466" y="11549"/>
                  </a:cubicBezTo>
                  <a:cubicBezTo>
                    <a:pt x="11431" y="11597"/>
                    <a:pt x="11407" y="11704"/>
                    <a:pt x="11347" y="11751"/>
                  </a:cubicBezTo>
                  <a:cubicBezTo>
                    <a:pt x="11288" y="11787"/>
                    <a:pt x="11204" y="11787"/>
                    <a:pt x="11145" y="11835"/>
                  </a:cubicBezTo>
                  <a:cubicBezTo>
                    <a:pt x="11085" y="11882"/>
                    <a:pt x="11073" y="11966"/>
                    <a:pt x="11014" y="12013"/>
                  </a:cubicBezTo>
                  <a:cubicBezTo>
                    <a:pt x="10954" y="12061"/>
                    <a:pt x="10847" y="12025"/>
                    <a:pt x="10788" y="12073"/>
                  </a:cubicBezTo>
                  <a:cubicBezTo>
                    <a:pt x="10728" y="12121"/>
                    <a:pt x="10680" y="12168"/>
                    <a:pt x="10621" y="12204"/>
                  </a:cubicBezTo>
                  <a:cubicBezTo>
                    <a:pt x="10561" y="12252"/>
                    <a:pt x="10550" y="12347"/>
                    <a:pt x="10478" y="12383"/>
                  </a:cubicBezTo>
                  <a:cubicBezTo>
                    <a:pt x="10419" y="12430"/>
                    <a:pt x="10335" y="12430"/>
                    <a:pt x="10276" y="12478"/>
                  </a:cubicBezTo>
                  <a:cubicBezTo>
                    <a:pt x="10216" y="12502"/>
                    <a:pt x="10145" y="12525"/>
                    <a:pt x="10073" y="12549"/>
                  </a:cubicBezTo>
                  <a:cubicBezTo>
                    <a:pt x="10014" y="12585"/>
                    <a:pt x="9978" y="12704"/>
                    <a:pt x="9918" y="12728"/>
                  </a:cubicBezTo>
                  <a:cubicBezTo>
                    <a:pt x="9889" y="12746"/>
                    <a:pt x="9850" y="12746"/>
                    <a:pt x="9811" y="12746"/>
                  </a:cubicBezTo>
                  <a:cubicBezTo>
                    <a:pt x="9773" y="12746"/>
                    <a:pt x="9734" y="12746"/>
                    <a:pt x="9704" y="12764"/>
                  </a:cubicBezTo>
                  <a:cubicBezTo>
                    <a:pt x="9645" y="12787"/>
                    <a:pt x="9561" y="12799"/>
                    <a:pt x="9502" y="12835"/>
                  </a:cubicBezTo>
                  <a:cubicBezTo>
                    <a:pt x="9442" y="12871"/>
                    <a:pt x="9407" y="12954"/>
                    <a:pt x="9323" y="12990"/>
                  </a:cubicBezTo>
                  <a:cubicBezTo>
                    <a:pt x="9313" y="12993"/>
                    <a:pt x="9302" y="12995"/>
                    <a:pt x="9291" y="12995"/>
                  </a:cubicBezTo>
                  <a:cubicBezTo>
                    <a:pt x="9238" y="12995"/>
                    <a:pt x="9180" y="12961"/>
                    <a:pt x="9122" y="12961"/>
                  </a:cubicBezTo>
                  <a:cubicBezTo>
                    <a:pt x="9109" y="12961"/>
                    <a:pt x="9097" y="12962"/>
                    <a:pt x="9085" y="12966"/>
                  </a:cubicBezTo>
                  <a:cubicBezTo>
                    <a:pt x="9014" y="13002"/>
                    <a:pt x="8990" y="13085"/>
                    <a:pt x="8906" y="13121"/>
                  </a:cubicBezTo>
                  <a:cubicBezTo>
                    <a:pt x="8898" y="13122"/>
                    <a:pt x="8890" y="13123"/>
                    <a:pt x="8882" y="13123"/>
                  </a:cubicBezTo>
                  <a:cubicBezTo>
                    <a:pt x="8839" y="13123"/>
                    <a:pt x="8796" y="13107"/>
                    <a:pt x="8753" y="13107"/>
                  </a:cubicBezTo>
                  <a:cubicBezTo>
                    <a:pt x="8733" y="13107"/>
                    <a:pt x="8712" y="13111"/>
                    <a:pt x="8692" y="13121"/>
                  </a:cubicBezTo>
                  <a:cubicBezTo>
                    <a:pt x="8609" y="13133"/>
                    <a:pt x="8549" y="13180"/>
                    <a:pt x="8478" y="13192"/>
                  </a:cubicBezTo>
                  <a:cubicBezTo>
                    <a:pt x="8406" y="13204"/>
                    <a:pt x="8347" y="13252"/>
                    <a:pt x="8275" y="13252"/>
                  </a:cubicBezTo>
                  <a:cubicBezTo>
                    <a:pt x="8248" y="13256"/>
                    <a:pt x="8221" y="13257"/>
                    <a:pt x="8196" y="13257"/>
                  </a:cubicBezTo>
                  <a:cubicBezTo>
                    <a:pt x="8144" y="13257"/>
                    <a:pt x="8097" y="13252"/>
                    <a:pt x="8049" y="13252"/>
                  </a:cubicBezTo>
                  <a:cubicBezTo>
                    <a:pt x="8041" y="13253"/>
                    <a:pt x="8033" y="13254"/>
                    <a:pt x="8025" y="13254"/>
                  </a:cubicBezTo>
                  <a:cubicBezTo>
                    <a:pt x="7959" y="13254"/>
                    <a:pt x="7886" y="13216"/>
                    <a:pt x="7823" y="13216"/>
                  </a:cubicBezTo>
                  <a:cubicBezTo>
                    <a:pt x="7752" y="13240"/>
                    <a:pt x="7692" y="13252"/>
                    <a:pt x="7621" y="13252"/>
                  </a:cubicBezTo>
                  <a:cubicBezTo>
                    <a:pt x="7537" y="13252"/>
                    <a:pt x="7478" y="13311"/>
                    <a:pt x="7406" y="13323"/>
                  </a:cubicBezTo>
                  <a:cubicBezTo>
                    <a:pt x="7335" y="13323"/>
                    <a:pt x="7263" y="13287"/>
                    <a:pt x="7180" y="13287"/>
                  </a:cubicBezTo>
                  <a:cubicBezTo>
                    <a:pt x="7109" y="13287"/>
                    <a:pt x="7037" y="13299"/>
                    <a:pt x="6978" y="13299"/>
                  </a:cubicBezTo>
                  <a:cubicBezTo>
                    <a:pt x="6906" y="13299"/>
                    <a:pt x="6847" y="13252"/>
                    <a:pt x="6763" y="13252"/>
                  </a:cubicBezTo>
                  <a:cubicBezTo>
                    <a:pt x="6692" y="13252"/>
                    <a:pt x="6620" y="13323"/>
                    <a:pt x="6549" y="13323"/>
                  </a:cubicBezTo>
                  <a:cubicBezTo>
                    <a:pt x="6466" y="13323"/>
                    <a:pt x="6406" y="13264"/>
                    <a:pt x="6335" y="13264"/>
                  </a:cubicBezTo>
                  <a:cubicBezTo>
                    <a:pt x="6263" y="13252"/>
                    <a:pt x="6204" y="13204"/>
                    <a:pt x="6132" y="13192"/>
                  </a:cubicBezTo>
                  <a:cubicBezTo>
                    <a:pt x="6115" y="13190"/>
                    <a:pt x="6098" y="13189"/>
                    <a:pt x="6081" y="13189"/>
                  </a:cubicBezTo>
                  <a:cubicBezTo>
                    <a:pt x="6035" y="13189"/>
                    <a:pt x="5993" y="13196"/>
                    <a:pt x="5951" y="13196"/>
                  </a:cubicBezTo>
                  <a:cubicBezTo>
                    <a:pt x="5936" y="13196"/>
                    <a:pt x="5921" y="13195"/>
                    <a:pt x="5906" y="13192"/>
                  </a:cubicBezTo>
                  <a:cubicBezTo>
                    <a:pt x="5835" y="13180"/>
                    <a:pt x="5775" y="13145"/>
                    <a:pt x="5692" y="13133"/>
                  </a:cubicBezTo>
                  <a:cubicBezTo>
                    <a:pt x="5676" y="13130"/>
                    <a:pt x="5659" y="13129"/>
                    <a:pt x="5643" y="13129"/>
                  </a:cubicBezTo>
                  <a:cubicBezTo>
                    <a:pt x="5614" y="13129"/>
                    <a:pt x="5585" y="13132"/>
                    <a:pt x="5557" y="13132"/>
                  </a:cubicBezTo>
                  <a:cubicBezTo>
                    <a:pt x="5530" y="13132"/>
                    <a:pt x="5504" y="13130"/>
                    <a:pt x="5477" y="13121"/>
                  </a:cubicBezTo>
                  <a:cubicBezTo>
                    <a:pt x="5394" y="13109"/>
                    <a:pt x="5358" y="13025"/>
                    <a:pt x="5275" y="13002"/>
                  </a:cubicBezTo>
                  <a:cubicBezTo>
                    <a:pt x="5204" y="12990"/>
                    <a:pt x="5144" y="12954"/>
                    <a:pt x="5073" y="12942"/>
                  </a:cubicBezTo>
                  <a:cubicBezTo>
                    <a:pt x="5001" y="12906"/>
                    <a:pt x="4954" y="12847"/>
                    <a:pt x="4894" y="12823"/>
                  </a:cubicBezTo>
                  <a:cubicBezTo>
                    <a:pt x="4823" y="12787"/>
                    <a:pt x="4763" y="12775"/>
                    <a:pt x="4704" y="12752"/>
                  </a:cubicBezTo>
                  <a:cubicBezTo>
                    <a:pt x="4644" y="12716"/>
                    <a:pt x="4561" y="12692"/>
                    <a:pt x="4501" y="12656"/>
                  </a:cubicBezTo>
                  <a:cubicBezTo>
                    <a:pt x="4442" y="12633"/>
                    <a:pt x="4358" y="12644"/>
                    <a:pt x="4287" y="12609"/>
                  </a:cubicBezTo>
                  <a:cubicBezTo>
                    <a:pt x="4227" y="12585"/>
                    <a:pt x="4168" y="12525"/>
                    <a:pt x="4108" y="12490"/>
                  </a:cubicBezTo>
                  <a:cubicBezTo>
                    <a:pt x="4049" y="12466"/>
                    <a:pt x="3965" y="12454"/>
                    <a:pt x="3906" y="12406"/>
                  </a:cubicBezTo>
                  <a:cubicBezTo>
                    <a:pt x="3846" y="12359"/>
                    <a:pt x="3822" y="12287"/>
                    <a:pt x="3763" y="12240"/>
                  </a:cubicBezTo>
                  <a:cubicBezTo>
                    <a:pt x="3703" y="12192"/>
                    <a:pt x="3632" y="12168"/>
                    <a:pt x="3584" y="12132"/>
                  </a:cubicBezTo>
                  <a:cubicBezTo>
                    <a:pt x="3525" y="12097"/>
                    <a:pt x="3453" y="12073"/>
                    <a:pt x="3394" y="12037"/>
                  </a:cubicBezTo>
                  <a:cubicBezTo>
                    <a:pt x="3334" y="11990"/>
                    <a:pt x="3251" y="11978"/>
                    <a:pt x="3191" y="11930"/>
                  </a:cubicBezTo>
                  <a:cubicBezTo>
                    <a:pt x="3132" y="11882"/>
                    <a:pt x="3132" y="11775"/>
                    <a:pt x="3072" y="11740"/>
                  </a:cubicBezTo>
                  <a:cubicBezTo>
                    <a:pt x="3013" y="11692"/>
                    <a:pt x="2953" y="11656"/>
                    <a:pt x="2894" y="11621"/>
                  </a:cubicBezTo>
                  <a:lnTo>
                    <a:pt x="2751" y="11466"/>
                  </a:lnTo>
                  <a:cubicBezTo>
                    <a:pt x="2703" y="11418"/>
                    <a:pt x="2691" y="11335"/>
                    <a:pt x="2632" y="11275"/>
                  </a:cubicBezTo>
                  <a:cubicBezTo>
                    <a:pt x="2584" y="11216"/>
                    <a:pt x="2560" y="11156"/>
                    <a:pt x="2501" y="11097"/>
                  </a:cubicBezTo>
                  <a:cubicBezTo>
                    <a:pt x="2453" y="11037"/>
                    <a:pt x="2334" y="11037"/>
                    <a:pt x="2287" y="10989"/>
                  </a:cubicBezTo>
                  <a:cubicBezTo>
                    <a:pt x="2239" y="10930"/>
                    <a:pt x="2263" y="10847"/>
                    <a:pt x="2215" y="10787"/>
                  </a:cubicBezTo>
                  <a:cubicBezTo>
                    <a:pt x="2168" y="10728"/>
                    <a:pt x="2096" y="10692"/>
                    <a:pt x="2048" y="10632"/>
                  </a:cubicBezTo>
                  <a:cubicBezTo>
                    <a:pt x="2001" y="10573"/>
                    <a:pt x="2025" y="10489"/>
                    <a:pt x="1977" y="10430"/>
                  </a:cubicBezTo>
                  <a:cubicBezTo>
                    <a:pt x="1929" y="10370"/>
                    <a:pt x="1870" y="10323"/>
                    <a:pt x="1846" y="10263"/>
                  </a:cubicBezTo>
                  <a:cubicBezTo>
                    <a:pt x="1810" y="10204"/>
                    <a:pt x="1763" y="10144"/>
                    <a:pt x="1727" y="10085"/>
                  </a:cubicBezTo>
                  <a:cubicBezTo>
                    <a:pt x="1691" y="10025"/>
                    <a:pt x="1679" y="9954"/>
                    <a:pt x="1644" y="9870"/>
                  </a:cubicBezTo>
                  <a:cubicBezTo>
                    <a:pt x="1620" y="9811"/>
                    <a:pt x="1560" y="9751"/>
                    <a:pt x="1525" y="9692"/>
                  </a:cubicBezTo>
                  <a:cubicBezTo>
                    <a:pt x="1501" y="9632"/>
                    <a:pt x="1513" y="9549"/>
                    <a:pt x="1489" y="9489"/>
                  </a:cubicBezTo>
                  <a:cubicBezTo>
                    <a:pt x="1453" y="9430"/>
                    <a:pt x="1382" y="9370"/>
                    <a:pt x="1346" y="9311"/>
                  </a:cubicBezTo>
                  <a:cubicBezTo>
                    <a:pt x="1322" y="9239"/>
                    <a:pt x="1310" y="9180"/>
                    <a:pt x="1275" y="9096"/>
                  </a:cubicBezTo>
                  <a:cubicBezTo>
                    <a:pt x="1251" y="9025"/>
                    <a:pt x="1227" y="8965"/>
                    <a:pt x="1215" y="8894"/>
                  </a:cubicBezTo>
                  <a:cubicBezTo>
                    <a:pt x="1203" y="8823"/>
                    <a:pt x="1263" y="8727"/>
                    <a:pt x="1251" y="8668"/>
                  </a:cubicBezTo>
                  <a:cubicBezTo>
                    <a:pt x="1227" y="8596"/>
                    <a:pt x="1144" y="8549"/>
                    <a:pt x="1132" y="8477"/>
                  </a:cubicBezTo>
                  <a:cubicBezTo>
                    <a:pt x="1108" y="8406"/>
                    <a:pt x="1108" y="8322"/>
                    <a:pt x="1108" y="8263"/>
                  </a:cubicBezTo>
                  <a:cubicBezTo>
                    <a:pt x="1096" y="8192"/>
                    <a:pt x="1108" y="8120"/>
                    <a:pt x="1108" y="8049"/>
                  </a:cubicBezTo>
                  <a:cubicBezTo>
                    <a:pt x="1096" y="7965"/>
                    <a:pt x="1084" y="7906"/>
                    <a:pt x="1072" y="7834"/>
                  </a:cubicBezTo>
                  <a:cubicBezTo>
                    <a:pt x="1048" y="7763"/>
                    <a:pt x="1048" y="7691"/>
                    <a:pt x="1048" y="7632"/>
                  </a:cubicBezTo>
                  <a:cubicBezTo>
                    <a:pt x="1048" y="7549"/>
                    <a:pt x="1025" y="7477"/>
                    <a:pt x="1025" y="7418"/>
                  </a:cubicBezTo>
                  <a:lnTo>
                    <a:pt x="1025" y="7215"/>
                  </a:lnTo>
                  <a:cubicBezTo>
                    <a:pt x="1025" y="7132"/>
                    <a:pt x="1036" y="7060"/>
                    <a:pt x="1036" y="7001"/>
                  </a:cubicBezTo>
                  <a:cubicBezTo>
                    <a:pt x="1036" y="6929"/>
                    <a:pt x="977" y="6858"/>
                    <a:pt x="977" y="6775"/>
                  </a:cubicBezTo>
                  <a:cubicBezTo>
                    <a:pt x="977" y="6703"/>
                    <a:pt x="1072" y="6644"/>
                    <a:pt x="1072" y="6572"/>
                  </a:cubicBezTo>
                  <a:cubicBezTo>
                    <a:pt x="1072" y="6501"/>
                    <a:pt x="1025" y="6418"/>
                    <a:pt x="1025" y="6346"/>
                  </a:cubicBezTo>
                  <a:cubicBezTo>
                    <a:pt x="1036" y="6275"/>
                    <a:pt x="1108" y="6215"/>
                    <a:pt x="1132" y="6144"/>
                  </a:cubicBezTo>
                  <a:cubicBezTo>
                    <a:pt x="1144" y="6060"/>
                    <a:pt x="1084" y="5989"/>
                    <a:pt x="1096" y="5917"/>
                  </a:cubicBezTo>
                  <a:cubicBezTo>
                    <a:pt x="1108" y="5846"/>
                    <a:pt x="1203" y="5798"/>
                    <a:pt x="1227" y="5727"/>
                  </a:cubicBezTo>
                  <a:cubicBezTo>
                    <a:pt x="1251" y="5644"/>
                    <a:pt x="1227" y="5572"/>
                    <a:pt x="1263" y="5513"/>
                  </a:cubicBezTo>
                  <a:cubicBezTo>
                    <a:pt x="1275" y="5441"/>
                    <a:pt x="1251" y="5370"/>
                    <a:pt x="1275" y="5286"/>
                  </a:cubicBezTo>
                  <a:cubicBezTo>
                    <a:pt x="1286" y="5215"/>
                    <a:pt x="1310" y="5144"/>
                    <a:pt x="1322" y="5084"/>
                  </a:cubicBezTo>
                  <a:cubicBezTo>
                    <a:pt x="1346" y="5013"/>
                    <a:pt x="1382" y="4953"/>
                    <a:pt x="1394" y="4870"/>
                  </a:cubicBezTo>
                  <a:cubicBezTo>
                    <a:pt x="1429" y="4798"/>
                    <a:pt x="1525" y="4774"/>
                    <a:pt x="1560" y="4715"/>
                  </a:cubicBezTo>
                  <a:cubicBezTo>
                    <a:pt x="1584" y="4655"/>
                    <a:pt x="1572" y="4560"/>
                    <a:pt x="1608" y="4501"/>
                  </a:cubicBezTo>
                  <a:cubicBezTo>
                    <a:pt x="1632" y="4441"/>
                    <a:pt x="1727" y="4393"/>
                    <a:pt x="1751" y="4334"/>
                  </a:cubicBezTo>
                  <a:cubicBezTo>
                    <a:pt x="1787" y="4274"/>
                    <a:pt x="1751" y="4179"/>
                    <a:pt x="1798" y="4120"/>
                  </a:cubicBezTo>
                  <a:cubicBezTo>
                    <a:pt x="1822" y="4060"/>
                    <a:pt x="1870" y="4001"/>
                    <a:pt x="1906" y="3941"/>
                  </a:cubicBezTo>
                  <a:cubicBezTo>
                    <a:pt x="1941" y="3881"/>
                    <a:pt x="2025" y="3846"/>
                    <a:pt x="2048" y="3786"/>
                  </a:cubicBezTo>
                  <a:cubicBezTo>
                    <a:pt x="2096" y="3727"/>
                    <a:pt x="2084" y="3643"/>
                    <a:pt x="2120" y="3584"/>
                  </a:cubicBezTo>
                  <a:cubicBezTo>
                    <a:pt x="2168" y="3524"/>
                    <a:pt x="2287" y="3524"/>
                    <a:pt x="2334" y="3465"/>
                  </a:cubicBezTo>
                  <a:cubicBezTo>
                    <a:pt x="2382" y="3405"/>
                    <a:pt x="2406" y="3322"/>
                    <a:pt x="2453" y="3286"/>
                  </a:cubicBezTo>
                  <a:cubicBezTo>
                    <a:pt x="2501" y="3227"/>
                    <a:pt x="2525" y="3167"/>
                    <a:pt x="2572" y="3108"/>
                  </a:cubicBezTo>
                  <a:cubicBezTo>
                    <a:pt x="2620" y="3048"/>
                    <a:pt x="2656" y="2989"/>
                    <a:pt x="2703" y="2941"/>
                  </a:cubicBezTo>
                  <a:cubicBezTo>
                    <a:pt x="2751" y="2893"/>
                    <a:pt x="2834" y="2869"/>
                    <a:pt x="2882" y="2822"/>
                  </a:cubicBezTo>
                  <a:cubicBezTo>
                    <a:pt x="2930" y="2774"/>
                    <a:pt x="2941" y="2667"/>
                    <a:pt x="3001" y="2631"/>
                  </a:cubicBezTo>
                  <a:cubicBezTo>
                    <a:pt x="3060" y="2584"/>
                    <a:pt x="3132" y="2548"/>
                    <a:pt x="3180" y="2512"/>
                  </a:cubicBezTo>
                  <a:cubicBezTo>
                    <a:pt x="3239" y="2465"/>
                    <a:pt x="3311" y="2453"/>
                    <a:pt x="3370" y="2405"/>
                  </a:cubicBezTo>
                  <a:cubicBezTo>
                    <a:pt x="3430" y="2357"/>
                    <a:pt x="3477" y="2298"/>
                    <a:pt x="3537" y="2250"/>
                  </a:cubicBezTo>
                  <a:cubicBezTo>
                    <a:pt x="3596" y="2215"/>
                    <a:pt x="3656" y="2167"/>
                    <a:pt x="3715" y="2131"/>
                  </a:cubicBezTo>
                  <a:cubicBezTo>
                    <a:pt x="3775" y="2096"/>
                    <a:pt x="3846" y="2072"/>
                    <a:pt x="3906" y="2036"/>
                  </a:cubicBezTo>
                  <a:cubicBezTo>
                    <a:pt x="3965" y="1988"/>
                    <a:pt x="4025" y="1953"/>
                    <a:pt x="4084" y="1917"/>
                  </a:cubicBezTo>
                  <a:cubicBezTo>
                    <a:pt x="4144" y="1881"/>
                    <a:pt x="4168" y="1762"/>
                    <a:pt x="4239" y="1738"/>
                  </a:cubicBezTo>
                  <a:cubicBezTo>
                    <a:pt x="4299" y="1703"/>
                    <a:pt x="4382" y="1715"/>
                    <a:pt x="4465" y="1691"/>
                  </a:cubicBezTo>
                  <a:cubicBezTo>
                    <a:pt x="4525" y="1655"/>
                    <a:pt x="4596" y="1631"/>
                    <a:pt x="4656" y="1595"/>
                  </a:cubicBezTo>
                  <a:cubicBezTo>
                    <a:pt x="4715" y="1572"/>
                    <a:pt x="4799" y="1572"/>
                    <a:pt x="4858" y="1536"/>
                  </a:cubicBezTo>
                  <a:cubicBezTo>
                    <a:pt x="4918" y="1512"/>
                    <a:pt x="4977" y="1441"/>
                    <a:pt x="5037" y="1417"/>
                  </a:cubicBezTo>
                  <a:cubicBezTo>
                    <a:pt x="5120" y="1393"/>
                    <a:pt x="5156" y="1345"/>
                    <a:pt x="5239" y="1322"/>
                  </a:cubicBezTo>
                  <a:cubicBezTo>
                    <a:pt x="5256" y="1313"/>
                    <a:pt x="5274" y="1310"/>
                    <a:pt x="5292" y="1310"/>
                  </a:cubicBezTo>
                  <a:cubicBezTo>
                    <a:pt x="5342" y="1310"/>
                    <a:pt x="5394" y="1335"/>
                    <a:pt x="5436" y="1335"/>
                  </a:cubicBezTo>
                  <a:cubicBezTo>
                    <a:pt x="5442" y="1335"/>
                    <a:pt x="5448" y="1335"/>
                    <a:pt x="5454" y="1334"/>
                  </a:cubicBezTo>
                  <a:cubicBezTo>
                    <a:pt x="5537" y="1322"/>
                    <a:pt x="5597" y="1274"/>
                    <a:pt x="5668" y="1262"/>
                  </a:cubicBezTo>
                  <a:cubicBezTo>
                    <a:pt x="5739" y="1238"/>
                    <a:pt x="5787" y="1155"/>
                    <a:pt x="5858" y="1143"/>
                  </a:cubicBezTo>
                  <a:cubicBezTo>
                    <a:pt x="5868" y="1140"/>
                    <a:pt x="5877" y="1139"/>
                    <a:pt x="5887" y="1139"/>
                  </a:cubicBezTo>
                  <a:cubicBezTo>
                    <a:pt x="5944" y="1139"/>
                    <a:pt x="6010" y="1183"/>
                    <a:pt x="6060" y="1183"/>
                  </a:cubicBezTo>
                  <a:cubicBezTo>
                    <a:pt x="6069" y="1183"/>
                    <a:pt x="6077" y="1182"/>
                    <a:pt x="6085" y="1179"/>
                  </a:cubicBezTo>
                  <a:cubicBezTo>
                    <a:pt x="6156" y="1167"/>
                    <a:pt x="6228" y="1167"/>
                    <a:pt x="6287" y="1155"/>
                  </a:cubicBezTo>
                  <a:cubicBezTo>
                    <a:pt x="6370" y="1143"/>
                    <a:pt x="6430" y="1095"/>
                    <a:pt x="6501" y="1095"/>
                  </a:cubicBezTo>
                  <a:cubicBezTo>
                    <a:pt x="6573" y="1084"/>
                    <a:pt x="6632" y="1060"/>
                    <a:pt x="6704" y="1048"/>
                  </a:cubicBezTo>
                  <a:cubicBezTo>
                    <a:pt x="6787" y="1048"/>
                    <a:pt x="6859" y="1000"/>
                    <a:pt x="6918" y="1000"/>
                  </a:cubicBezTo>
                  <a:close/>
                  <a:moveTo>
                    <a:pt x="7001" y="0"/>
                  </a:moveTo>
                  <a:cubicBezTo>
                    <a:pt x="6930" y="0"/>
                    <a:pt x="6859" y="48"/>
                    <a:pt x="6799" y="60"/>
                  </a:cubicBezTo>
                  <a:cubicBezTo>
                    <a:pt x="6716" y="60"/>
                    <a:pt x="6644" y="36"/>
                    <a:pt x="6573" y="36"/>
                  </a:cubicBezTo>
                  <a:cubicBezTo>
                    <a:pt x="6501" y="36"/>
                    <a:pt x="6418" y="60"/>
                    <a:pt x="6359" y="60"/>
                  </a:cubicBezTo>
                  <a:cubicBezTo>
                    <a:pt x="6340" y="66"/>
                    <a:pt x="6321" y="68"/>
                    <a:pt x="6302" y="68"/>
                  </a:cubicBezTo>
                  <a:cubicBezTo>
                    <a:pt x="6260" y="68"/>
                    <a:pt x="6218" y="57"/>
                    <a:pt x="6176" y="57"/>
                  </a:cubicBezTo>
                  <a:cubicBezTo>
                    <a:pt x="6166" y="57"/>
                    <a:pt x="6155" y="58"/>
                    <a:pt x="6144" y="60"/>
                  </a:cubicBezTo>
                  <a:cubicBezTo>
                    <a:pt x="6061" y="83"/>
                    <a:pt x="6001" y="155"/>
                    <a:pt x="5930" y="167"/>
                  </a:cubicBezTo>
                  <a:cubicBezTo>
                    <a:pt x="5915" y="172"/>
                    <a:pt x="5901" y="174"/>
                    <a:pt x="5886" y="174"/>
                  </a:cubicBezTo>
                  <a:cubicBezTo>
                    <a:pt x="5837" y="174"/>
                    <a:pt x="5787" y="153"/>
                    <a:pt x="5732" y="153"/>
                  </a:cubicBezTo>
                  <a:cubicBezTo>
                    <a:pt x="5723" y="153"/>
                    <a:pt x="5713" y="153"/>
                    <a:pt x="5704" y="155"/>
                  </a:cubicBezTo>
                  <a:cubicBezTo>
                    <a:pt x="5632" y="167"/>
                    <a:pt x="5573" y="226"/>
                    <a:pt x="5501" y="238"/>
                  </a:cubicBezTo>
                  <a:cubicBezTo>
                    <a:pt x="5466" y="250"/>
                    <a:pt x="5427" y="250"/>
                    <a:pt x="5388" y="250"/>
                  </a:cubicBezTo>
                  <a:cubicBezTo>
                    <a:pt x="5349" y="250"/>
                    <a:pt x="5311" y="250"/>
                    <a:pt x="5275" y="262"/>
                  </a:cubicBezTo>
                  <a:cubicBezTo>
                    <a:pt x="5204" y="274"/>
                    <a:pt x="5156" y="345"/>
                    <a:pt x="5085" y="369"/>
                  </a:cubicBezTo>
                  <a:cubicBezTo>
                    <a:pt x="5013" y="381"/>
                    <a:pt x="4954" y="393"/>
                    <a:pt x="4870" y="429"/>
                  </a:cubicBezTo>
                  <a:cubicBezTo>
                    <a:pt x="4799" y="452"/>
                    <a:pt x="4739" y="500"/>
                    <a:pt x="4680" y="512"/>
                  </a:cubicBezTo>
                  <a:cubicBezTo>
                    <a:pt x="4608" y="548"/>
                    <a:pt x="4537" y="524"/>
                    <a:pt x="4477" y="560"/>
                  </a:cubicBezTo>
                  <a:cubicBezTo>
                    <a:pt x="4418" y="583"/>
                    <a:pt x="4323" y="572"/>
                    <a:pt x="4263" y="595"/>
                  </a:cubicBezTo>
                  <a:cubicBezTo>
                    <a:pt x="4203" y="631"/>
                    <a:pt x="4156" y="738"/>
                    <a:pt x="4096" y="762"/>
                  </a:cubicBezTo>
                  <a:cubicBezTo>
                    <a:pt x="4037" y="798"/>
                    <a:pt x="3953" y="798"/>
                    <a:pt x="3894" y="822"/>
                  </a:cubicBezTo>
                  <a:cubicBezTo>
                    <a:pt x="3834" y="857"/>
                    <a:pt x="3763" y="869"/>
                    <a:pt x="3703" y="917"/>
                  </a:cubicBezTo>
                  <a:cubicBezTo>
                    <a:pt x="3644" y="941"/>
                    <a:pt x="3584" y="1000"/>
                    <a:pt x="3525" y="1036"/>
                  </a:cubicBezTo>
                  <a:cubicBezTo>
                    <a:pt x="3465" y="1060"/>
                    <a:pt x="3382" y="1072"/>
                    <a:pt x="3334" y="1119"/>
                  </a:cubicBezTo>
                  <a:cubicBezTo>
                    <a:pt x="3275" y="1167"/>
                    <a:pt x="3191" y="1179"/>
                    <a:pt x="3132" y="1214"/>
                  </a:cubicBezTo>
                  <a:cubicBezTo>
                    <a:pt x="3072" y="1250"/>
                    <a:pt x="3060" y="1357"/>
                    <a:pt x="3001" y="1405"/>
                  </a:cubicBezTo>
                  <a:cubicBezTo>
                    <a:pt x="2941" y="1453"/>
                    <a:pt x="2870" y="1453"/>
                    <a:pt x="2810" y="1488"/>
                  </a:cubicBezTo>
                  <a:cubicBezTo>
                    <a:pt x="2751" y="1536"/>
                    <a:pt x="2715" y="1607"/>
                    <a:pt x="2656" y="1655"/>
                  </a:cubicBezTo>
                  <a:cubicBezTo>
                    <a:pt x="2596" y="1703"/>
                    <a:pt x="2501" y="1691"/>
                    <a:pt x="2453" y="1726"/>
                  </a:cubicBezTo>
                  <a:cubicBezTo>
                    <a:pt x="2394" y="1774"/>
                    <a:pt x="2382" y="1869"/>
                    <a:pt x="2322" y="1917"/>
                  </a:cubicBezTo>
                  <a:cubicBezTo>
                    <a:pt x="2263" y="1953"/>
                    <a:pt x="2227" y="2024"/>
                    <a:pt x="2168" y="2072"/>
                  </a:cubicBezTo>
                  <a:cubicBezTo>
                    <a:pt x="2120" y="2119"/>
                    <a:pt x="2001" y="2107"/>
                    <a:pt x="1941" y="2167"/>
                  </a:cubicBezTo>
                  <a:cubicBezTo>
                    <a:pt x="1906" y="2215"/>
                    <a:pt x="1882" y="2310"/>
                    <a:pt x="1846" y="2357"/>
                  </a:cubicBezTo>
                  <a:cubicBezTo>
                    <a:pt x="1798" y="2417"/>
                    <a:pt x="1763" y="2488"/>
                    <a:pt x="1727" y="2536"/>
                  </a:cubicBezTo>
                  <a:cubicBezTo>
                    <a:pt x="1679" y="2596"/>
                    <a:pt x="1632" y="2643"/>
                    <a:pt x="1584" y="2703"/>
                  </a:cubicBezTo>
                  <a:cubicBezTo>
                    <a:pt x="1548" y="2762"/>
                    <a:pt x="1489" y="2810"/>
                    <a:pt x="1441" y="2869"/>
                  </a:cubicBezTo>
                  <a:cubicBezTo>
                    <a:pt x="1394" y="2929"/>
                    <a:pt x="1322" y="2953"/>
                    <a:pt x="1275" y="3012"/>
                  </a:cubicBezTo>
                  <a:cubicBezTo>
                    <a:pt x="1227" y="3072"/>
                    <a:pt x="1215" y="3143"/>
                    <a:pt x="1167" y="3203"/>
                  </a:cubicBezTo>
                  <a:cubicBezTo>
                    <a:pt x="1132" y="3262"/>
                    <a:pt x="1132" y="3358"/>
                    <a:pt x="1096" y="3417"/>
                  </a:cubicBezTo>
                  <a:cubicBezTo>
                    <a:pt x="1048" y="3477"/>
                    <a:pt x="989" y="3524"/>
                    <a:pt x="965" y="3584"/>
                  </a:cubicBezTo>
                  <a:cubicBezTo>
                    <a:pt x="929" y="3643"/>
                    <a:pt x="870" y="3703"/>
                    <a:pt x="846" y="3762"/>
                  </a:cubicBezTo>
                  <a:cubicBezTo>
                    <a:pt x="810" y="3822"/>
                    <a:pt x="739" y="3881"/>
                    <a:pt x="715" y="3941"/>
                  </a:cubicBezTo>
                  <a:cubicBezTo>
                    <a:pt x="679" y="4001"/>
                    <a:pt x="655" y="4072"/>
                    <a:pt x="620" y="4132"/>
                  </a:cubicBezTo>
                  <a:cubicBezTo>
                    <a:pt x="596" y="4191"/>
                    <a:pt x="560" y="4262"/>
                    <a:pt x="536" y="4334"/>
                  </a:cubicBezTo>
                  <a:cubicBezTo>
                    <a:pt x="538" y="4333"/>
                    <a:pt x="539" y="4333"/>
                    <a:pt x="540" y="4333"/>
                  </a:cubicBezTo>
                  <a:cubicBezTo>
                    <a:pt x="565" y="4333"/>
                    <a:pt x="606" y="4432"/>
                    <a:pt x="572" y="4489"/>
                  </a:cubicBezTo>
                  <a:cubicBezTo>
                    <a:pt x="548" y="4560"/>
                    <a:pt x="489" y="4608"/>
                    <a:pt x="477" y="4679"/>
                  </a:cubicBezTo>
                  <a:cubicBezTo>
                    <a:pt x="441" y="4751"/>
                    <a:pt x="370" y="4798"/>
                    <a:pt x="358" y="4870"/>
                  </a:cubicBezTo>
                  <a:cubicBezTo>
                    <a:pt x="322" y="4953"/>
                    <a:pt x="310" y="5001"/>
                    <a:pt x="274" y="5084"/>
                  </a:cubicBezTo>
                  <a:cubicBezTo>
                    <a:pt x="263" y="5155"/>
                    <a:pt x="239" y="5215"/>
                    <a:pt x="215" y="5286"/>
                  </a:cubicBezTo>
                  <a:cubicBezTo>
                    <a:pt x="203" y="5358"/>
                    <a:pt x="203" y="5441"/>
                    <a:pt x="191" y="5513"/>
                  </a:cubicBezTo>
                  <a:cubicBezTo>
                    <a:pt x="179" y="5584"/>
                    <a:pt x="239" y="5679"/>
                    <a:pt x="215" y="5739"/>
                  </a:cubicBezTo>
                  <a:cubicBezTo>
                    <a:pt x="203" y="5810"/>
                    <a:pt x="179" y="5870"/>
                    <a:pt x="155" y="5941"/>
                  </a:cubicBezTo>
                  <a:cubicBezTo>
                    <a:pt x="143" y="6013"/>
                    <a:pt x="120" y="6072"/>
                    <a:pt x="96" y="6156"/>
                  </a:cubicBezTo>
                  <a:cubicBezTo>
                    <a:pt x="84" y="6227"/>
                    <a:pt x="120" y="6298"/>
                    <a:pt x="96" y="6370"/>
                  </a:cubicBezTo>
                  <a:cubicBezTo>
                    <a:pt x="84" y="6453"/>
                    <a:pt x="12" y="6513"/>
                    <a:pt x="12" y="6584"/>
                  </a:cubicBezTo>
                  <a:cubicBezTo>
                    <a:pt x="12" y="6656"/>
                    <a:pt x="84" y="6727"/>
                    <a:pt x="72" y="6810"/>
                  </a:cubicBezTo>
                  <a:cubicBezTo>
                    <a:pt x="72" y="6882"/>
                    <a:pt x="12" y="6953"/>
                    <a:pt x="12" y="7013"/>
                  </a:cubicBezTo>
                  <a:cubicBezTo>
                    <a:pt x="12" y="7084"/>
                    <a:pt x="72" y="7168"/>
                    <a:pt x="72" y="7227"/>
                  </a:cubicBezTo>
                  <a:cubicBezTo>
                    <a:pt x="72" y="7299"/>
                    <a:pt x="12" y="7370"/>
                    <a:pt x="12" y="7441"/>
                  </a:cubicBezTo>
                  <a:cubicBezTo>
                    <a:pt x="12" y="7525"/>
                    <a:pt x="72" y="7584"/>
                    <a:pt x="72" y="7656"/>
                  </a:cubicBezTo>
                  <a:cubicBezTo>
                    <a:pt x="72" y="7727"/>
                    <a:pt x="1" y="7799"/>
                    <a:pt x="12" y="7882"/>
                  </a:cubicBezTo>
                  <a:cubicBezTo>
                    <a:pt x="24" y="7953"/>
                    <a:pt x="36" y="8025"/>
                    <a:pt x="36" y="8084"/>
                  </a:cubicBezTo>
                  <a:cubicBezTo>
                    <a:pt x="60" y="8156"/>
                    <a:pt x="132" y="8215"/>
                    <a:pt x="143" y="8299"/>
                  </a:cubicBezTo>
                  <a:cubicBezTo>
                    <a:pt x="155" y="8370"/>
                    <a:pt x="143" y="8442"/>
                    <a:pt x="155" y="8513"/>
                  </a:cubicBezTo>
                  <a:cubicBezTo>
                    <a:pt x="179" y="8596"/>
                    <a:pt x="155" y="8668"/>
                    <a:pt x="179" y="8739"/>
                  </a:cubicBezTo>
                  <a:cubicBezTo>
                    <a:pt x="191" y="8811"/>
                    <a:pt x="298" y="8858"/>
                    <a:pt x="310" y="8930"/>
                  </a:cubicBezTo>
                  <a:cubicBezTo>
                    <a:pt x="322" y="9013"/>
                    <a:pt x="274" y="9096"/>
                    <a:pt x="298" y="9156"/>
                  </a:cubicBezTo>
                  <a:cubicBezTo>
                    <a:pt x="310" y="9227"/>
                    <a:pt x="322" y="9287"/>
                    <a:pt x="358" y="9370"/>
                  </a:cubicBezTo>
                  <a:cubicBezTo>
                    <a:pt x="382" y="9442"/>
                    <a:pt x="477" y="9465"/>
                    <a:pt x="489" y="9549"/>
                  </a:cubicBezTo>
                  <a:cubicBezTo>
                    <a:pt x="513" y="9620"/>
                    <a:pt x="441" y="9704"/>
                    <a:pt x="465" y="9787"/>
                  </a:cubicBezTo>
                  <a:cubicBezTo>
                    <a:pt x="501" y="9846"/>
                    <a:pt x="608" y="9882"/>
                    <a:pt x="632" y="9942"/>
                  </a:cubicBezTo>
                  <a:cubicBezTo>
                    <a:pt x="667" y="10001"/>
                    <a:pt x="632" y="10108"/>
                    <a:pt x="667" y="10168"/>
                  </a:cubicBezTo>
                  <a:cubicBezTo>
                    <a:pt x="691" y="10227"/>
                    <a:pt x="751" y="10287"/>
                    <a:pt x="786" y="10347"/>
                  </a:cubicBezTo>
                  <a:cubicBezTo>
                    <a:pt x="810" y="10406"/>
                    <a:pt x="870" y="10466"/>
                    <a:pt x="905" y="10525"/>
                  </a:cubicBezTo>
                  <a:cubicBezTo>
                    <a:pt x="929" y="10585"/>
                    <a:pt x="953" y="10656"/>
                    <a:pt x="977" y="10739"/>
                  </a:cubicBezTo>
                  <a:cubicBezTo>
                    <a:pt x="1001" y="10799"/>
                    <a:pt x="1001" y="10882"/>
                    <a:pt x="1048" y="10942"/>
                  </a:cubicBezTo>
                  <a:lnTo>
                    <a:pt x="1179" y="11120"/>
                  </a:lnTo>
                  <a:cubicBezTo>
                    <a:pt x="1227" y="11180"/>
                    <a:pt x="1298" y="11216"/>
                    <a:pt x="1346" y="11275"/>
                  </a:cubicBezTo>
                  <a:cubicBezTo>
                    <a:pt x="1394" y="11335"/>
                    <a:pt x="1394" y="11418"/>
                    <a:pt x="1441" y="11478"/>
                  </a:cubicBezTo>
                  <a:cubicBezTo>
                    <a:pt x="1489" y="11537"/>
                    <a:pt x="1548" y="11585"/>
                    <a:pt x="1584" y="11644"/>
                  </a:cubicBezTo>
                  <a:cubicBezTo>
                    <a:pt x="1632" y="11704"/>
                    <a:pt x="1644" y="11775"/>
                    <a:pt x="1703" y="11835"/>
                  </a:cubicBezTo>
                  <a:cubicBezTo>
                    <a:pt x="1751" y="11894"/>
                    <a:pt x="1870" y="11882"/>
                    <a:pt x="1917" y="11942"/>
                  </a:cubicBezTo>
                  <a:cubicBezTo>
                    <a:pt x="1965" y="12002"/>
                    <a:pt x="1989" y="12073"/>
                    <a:pt x="2037" y="12121"/>
                  </a:cubicBezTo>
                  <a:cubicBezTo>
                    <a:pt x="2084" y="12168"/>
                    <a:pt x="2108" y="12252"/>
                    <a:pt x="2156" y="12299"/>
                  </a:cubicBezTo>
                  <a:cubicBezTo>
                    <a:pt x="2203" y="12347"/>
                    <a:pt x="2287" y="12371"/>
                    <a:pt x="2346" y="12418"/>
                  </a:cubicBezTo>
                  <a:cubicBezTo>
                    <a:pt x="2406" y="12466"/>
                    <a:pt x="2453" y="12525"/>
                    <a:pt x="2501" y="12561"/>
                  </a:cubicBezTo>
                  <a:cubicBezTo>
                    <a:pt x="2560" y="12609"/>
                    <a:pt x="2632" y="12621"/>
                    <a:pt x="2691" y="12668"/>
                  </a:cubicBezTo>
                  <a:cubicBezTo>
                    <a:pt x="2751" y="12716"/>
                    <a:pt x="2763" y="12799"/>
                    <a:pt x="2822" y="12847"/>
                  </a:cubicBezTo>
                  <a:cubicBezTo>
                    <a:pt x="2882" y="12894"/>
                    <a:pt x="2941" y="12930"/>
                    <a:pt x="3001" y="12966"/>
                  </a:cubicBezTo>
                  <a:cubicBezTo>
                    <a:pt x="3060" y="13014"/>
                    <a:pt x="3096" y="13085"/>
                    <a:pt x="3156" y="13133"/>
                  </a:cubicBezTo>
                  <a:cubicBezTo>
                    <a:pt x="3215" y="13180"/>
                    <a:pt x="3275" y="13204"/>
                    <a:pt x="3346" y="13240"/>
                  </a:cubicBezTo>
                  <a:cubicBezTo>
                    <a:pt x="3406" y="13287"/>
                    <a:pt x="3465" y="13311"/>
                    <a:pt x="3537" y="13347"/>
                  </a:cubicBezTo>
                  <a:cubicBezTo>
                    <a:pt x="3596" y="13371"/>
                    <a:pt x="3680" y="13371"/>
                    <a:pt x="3739" y="13406"/>
                  </a:cubicBezTo>
                  <a:cubicBezTo>
                    <a:pt x="3799" y="13430"/>
                    <a:pt x="3858" y="13490"/>
                    <a:pt x="3930" y="13526"/>
                  </a:cubicBezTo>
                  <a:cubicBezTo>
                    <a:pt x="3977" y="13549"/>
                    <a:pt x="4061" y="13561"/>
                    <a:pt x="4132" y="13597"/>
                  </a:cubicBezTo>
                  <a:cubicBezTo>
                    <a:pt x="4192" y="13621"/>
                    <a:pt x="4239" y="13704"/>
                    <a:pt x="4311" y="13728"/>
                  </a:cubicBezTo>
                  <a:cubicBezTo>
                    <a:pt x="4370" y="13764"/>
                    <a:pt x="4442" y="13776"/>
                    <a:pt x="4525" y="13799"/>
                  </a:cubicBezTo>
                  <a:cubicBezTo>
                    <a:pt x="4596" y="13835"/>
                    <a:pt x="4668" y="13835"/>
                    <a:pt x="4727" y="13859"/>
                  </a:cubicBezTo>
                  <a:cubicBezTo>
                    <a:pt x="4763" y="13877"/>
                    <a:pt x="4799" y="13877"/>
                    <a:pt x="4836" y="13877"/>
                  </a:cubicBezTo>
                  <a:cubicBezTo>
                    <a:pt x="4873" y="13877"/>
                    <a:pt x="4912" y="13877"/>
                    <a:pt x="4954" y="13895"/>
                  </a:cubicBezTo>
                  <a:cubicBezTo>
                    <a:pt x="5025" y="13918"/>
                    <a:pt x="5073" y="14002"/>
                    <a:pt x="5132" y="14026"/>
                  </a:cubicBezTo>
                  <a:cubicBezTo>
                    <a:pt x="5204" y="14037"/>
                    <a:pt x="5275" y="14037"/>
                    <a:pt x="5335" y="14061"/>
                  </a:cubicBezTo>
                  <a:cubicBezTo>
                    <a:pt x="5418" y="14073"/>
                    <a:pt x="5466" y="14085"/>
                    <a:pt x="5549" y="14097"/>
                  </a:cubicBezTo>
                  <a:cubicBezTo>
                    <a:pt x="5620" y="14121"/>
                    <a:pt x="5680" y="14180"/>
                    <a:pt x="5751" y="14192"/>
                  </a:cubicBezTo>
                  <a:cubicBezTo>
                    <a:pt x="5823" y="14204"/>
                    <a:pt x="5882" y="14228"/>
                    <a:pt x="5966" y="14252"/>
                  </a:cubicBezTo>
                  <a:cubicBezTo>
                    <a:pt x="5971" y="14253"/>
                    <a:pt x="5977" y="14253"/>
                    <a:pt x="5982" y="14253"/>
                  </a:cubicBezTo>
                  <a:cubicBezTo>
                    <a:pt x="6048" y="14253"/>
                    <a:pt x="6114" y="14192"/>
                    <a:pt x="6180" y="14192"/>
                  </a:cubicBezTo>
                  <a:cubicBezTo>
                    <a:pt x="6263" y="14204"/>
                    <a:pt x="6323" y="14276"/>
                    <a:pt x="6394" y="14276"/>
                  </a:cubicBezTo>
                  <a:cubicBezTo>
                    <a:pt x="6409" y="14280"/>
                    <a:pt x="6423" y="14282"/>
                    <a:pt x="6437" y="14282"/>
                  </a:cubicBezTo>
                  <a:cubicBezTo>
                    <a:pt x="6495" y="14282"/>
                    <a:pt x="6554" y="14252"/>
                    <a:pt x="6620" y="14252"/>
                  </a:cubicBezTo>
                  <a:cubicBezTo>
                    <a:pt x="6692" y="14252"/>
                    <a:pt x="6751" y="14311"/>
                    <a:pt x="6823" y="14311"/>
                  </a:cubicBezTo>
                  <a:cubicBezTo>
                    <a:pt x="6894" y="14311"/>
                    <a:pt x="6978" y="14276"/>
                    <a:pt x="7049" y="14276"/>
                  </a:cubicBezTo>
                  <a:cubicBezTo>
                    <a:pt x="7121" y="14276"/>
                    <a:pt x="7192" y="14264"/>
                    <a:pt x="7251" y="14264"/>
                  </a:cubicBezTo>
                  <a:cubicBezTo>
                    <a:pt x="7335" y="14264"/>
                    <a:pt x="7406" y="14276"/>
                    <a:pt x="7478" y="14276"/>
                  </a:cubicBezTo>
                  <a:cubicBezTo>
                    <a:pt x="7549" y="14276"/>
                    <a:pt x="7632" y="14228"/>
                    <a:pt x="7692" y="14228"/>
                  </a:cubicBezTo>
                  <a:cubicBezTo>
                    <a:pt x="7763" y="14228"/>
                    <a:pt x="7835" y="14264"/>
                    <a:pt x="7906" y="14264"/>
                  </a:cubicBezTo>
                  <a:cubicBezTo>
                    <a:pt x="7990" y="14252"/>
                    <a:pt x="8049" y="14192"/>
                    <a:pt x="8121" y="14180"/>
                  </a:cubicBezTo>
                  <a:cubicBezTo>
                    <a:pt x="8192" y="14157"/>
                    <a:pt x="8252" y="14157"/>
                    <a:pt x="8323" y="14145"/>
                  </a:cubicBezTo>
                  <a:cubicBezTo>
                    <a:pt x="8406" y="14133"/>
                    <a:pt x="8466" y="14109"/>
                    <a:pt x="8537" y="14109"/>
                  </a:cubicBezTo>
                  <a:cubicBezTo>
                    <a:pt x="8543" y="14108"/>
                    <a:pt x="8549" y="14108"/>
                    <a:pt x="8554" y="14108"/>
                  </a:cubicBezTo>
                  <a:cubicBezTo>
                    <a:pt x="8618" y="14108"/>
                    <a:pt x="8694" y="14158"/>
                    <a:pt x="8749" y="14158"/>
                  </a:cubicBezTo>
                  <a:cubicBezTo>
                    <a:pt x="8754" y="14158"/>
                    <a:pt x="8759" y="14157"/>
                    <a:pt x="8764" y="14157"/>
                  </a:cubicBezTo>
                  <a:cubicBezTo>
                    <a:pt x="8835" y="14145"/>
                    <a:pt x="8883" y="14049"/>
                    <a:pt x="8954" y="14037"/>
                  </a:cubicBezTo>
                  <a:cubicBezTo>
                    <a:pt x="9026" y="14026"/>
                    <a:pt x="9097" y="14026"/>
                    <a:pt x="9156" y="14014"/>
                  </a:cubicBezTo>
                  <a:cubicBezTo>
                    <a:pt x="9240" y="13990"/>
                    <a:pt x="9311" y="13990"/>
                    <a:pt x="9383" y="13978"/>
                  </a:cubicBezTo>
                  <a:cubicBezTo>
                    <a:pt x="9454" y="13954"/>
                    <a:pt x="9514" y="13918"/>
                    <a:pt x="9573" y="13895"/>
                  </a:cubicBezTo>
                  <a:cubicBezTo>
                    <a:pt x="9657" y="13859"/>
                    <a:pt x="9716" y="13847"/>
                    <a:pt x="9788" y="13811"/>
                  </a:cubicBezTo>
                  <a:cubicBezTo>
                    <a:pt x="9847" y="13787"/>
                    <a:pt x="9918" y="13740"/>
                    <a:pt x="9978" y="13728"/>
                  </a:cubicBezTo>
                  <a:cubicBezTo>
                    <a:pt x="10038" y="13692"/>
                    <a:pt x="10109" y="13668"/>
                    <a:pt x="10169" y="13633"/>
                  </a:cubicBezTo>
                  <a:cubicBezTo>
                    <a:pt x="10228" y="13609"/>
                    <a:pt x="10311" y="13597"/>
                    <a:pt x="10371" y="13549"/>
                  </a:cubicBezTo>
                  <a:cubicBezTo>
                    <a:pt x="10430" y="13514"/>
                    <a:pt x="10466" y="13430"/>
                    <a:pt x="10526" y="13383"/>
                  </a:cubicBezTo>
                  <a:cubicBezTo>
                    <a:pt x="10585" y="13359"/>
                    <a:pt x="10692" y="13383"/>
                    <a:pt x="10752" y="13335"/>
                  </a:cubicBezTo>
                  <a:cubicBezTo>
                    <a:pt x="10811" y="13311"/>
                    <a:pt x="10847" y="13204"/>
                    <a:pt x="10907" y="13180"/>
                  </a:cubicBezTo>
                  <a:cubicBezTo>
                    <a:pt x="10966" y="13133"/>
                    <a:pt x="11061" y="13156"/>
                    <a:pt x="11121" y="13121"/>
                  </a:cubicBezTo>
                  <a:cubicBezTo>
                    <a:pt x="11181" y="13073"/>
                    <a:pt x="11204" y="12978"/>
                    <a:pt x="11264" y="12942"/>
                  </a:cubicBezTo>
                  <a:cubicBezTo>
                    <a:pt x="11323" y="12894"/>
                    <a:pt x="11419" y="12918"/>
                    <a:pt x="11478" y="12883"/>
                  </a:cubicBezTo>
                  <a:cubicBezTo>
                    <a:pt x="11538" y="12835"/>
                    <a:pt x="11585" y="12775"/>
                    <a:pt x="11633" y="12728"/>
                  </a:cubicBezTo>
                  <a:cubicBezTo>
                    <a:pt x="11693" y="12680"/>
                    <a:pt x="11704" y="12597"/>
                    <a:pt x="11764" y="12549"/>
                  </a:cubicBezTo>
                  <a:cubicBezTo>
                    <a:pt x="11823" y="12502"/>
                    <a:pt x="11859" y="12442"/>
                    <a:pt x="11919" y="12383"/>
                  </a:cubicBezTo>
                  <a:cubicBezTo>
                    <a:pt x="11978" y="12347"/>
                    <a:pt x="12014" y="12299"/>
                    <a:pt x="12074" y="12240"/>
                  </a:cubicBezTo>
                  <a:cubicBezTo>
                    <a:pt x="12121" y="12192"/>
                    <a:pt x="12240" y="12192"/>
                    <a:pt x="12288" y="12144"/>
                  </a:cubicBezTo>
                  <a:cubicBezTo>
                    <a:pt x="12335" y="12109"/>
                    <a:pt x="12359" y="12013"/>
                    <a:pt x="12407" y="11966"/>
                  </a:cubicBezTo>
                  <a:cubicBezTo>
                    <a:pt x="12455" y="11906"/>
                    <a:pt x="12538" y="11894"/>
                    <a:pt x="12585" y="11847"/>
                  </a:cubicBezTo>
                  <a:cubicBezTo>
                    <a:pt x="12633" y="11787"/>
                    <a:pt x="12609" y="11692"/>
                    <a:pt x="12669" y="11644"/>
                  </a:cubicBezTo>
                  <a:cubicBezTo>
                    <a:pt x="12716" y="11585"/>
                    <a:pt x="12764" y="11537"/>
                    <a:pt x="12812" y="11478"/>
                  </a:cubicBezTo>
                  <a:cubicBezTo>
                    <a:pt x="12847" y="11418"/>
                    <a:pt x="12931" y="11394"/>
                    <a:pt x="12966" y="11335"/>
                  </a:cubicBezTo>
                  <a:cubicBezTo>
                    <a:pt x="13014" y="11275"/>
                    <a:pt x="13002" y="11180"/>
                    <a:pt x="13050" y="11120"/>
                  </a:cubicBezTo>
                  <a:cubicBezTo>
                    <a:pt x="13086" y="11061"/>
                    <a:pt x="13205" y="11061"/>
                    <a:pt x="13240" y="10989"/>
                  </a:cubicBezTo>
                  <a:cubicBezTo>
                    <a:pt x="13288" y="10930"/>
                    <a:pt x="13300" y="10859"/>
                    <a:pt x="13324" y="10799"/>
                  </a:cubicBezTo>
                  <a:cubicBezTo>
                    <a:pt x="13359" y="10739"/>
                    <a:pt x="13383" y="10656"/>
                    <a:pt x="13419" y="10597"/>
                  </a:cubicBezTo>
                  <a:cubicBezTo>
                    <a:pt x="13443" y="10537"/>
                    <a:pt x="13478" y="10466"/>
                    <a:pt x="13502" y="10406"/>
                  </a:cubicBezTo>
                  <a:cubicBezTo>
                    <a:pt x="13538" y="10347"/>
                    <a:pt x="13609" y="10299"/>
                    <a:pt x="13645" y="10227"/>
                  </a:cubicBezTo>
                  <a:cubicBezTo>
                    <a:pt x="13669" y="10168"/>
                    <a:pt x="13645" y="10061"/>
                    <a:pt x="13669" y="10001"/>
                  </a:cubicBezTo>
                  <a:cubicBezTo>
                    <a:pt x="13705" y="9942"/>
                    <a:pt x="13764" y="9882"/>
                    <a:pt x="13788" y="9811"/>
                  </a:cubicBezTo>
                  <a:cubicBezTo>
                    <a:pt x="13824" y="9739"/>
                    <a:pt x="13883" y="9692"/>
                    <a:pt x="13907" y="9620"/>
                  </a:cubicBezTo>
                  <a:cubicBezTo>
                    <a:pt x="13943" y="9549"/>
                    <a:pt x="13943" y="9465"/>
                    <a:pt x="13955" y="9406"/>
                  </a:cubicBezTo>
                  <a:cubicBezTo>
                    <a:pt x="13979" y="9335"/>
                    <a:pt x="14002" y="9275"/>
                    <a:pt x="14014" y="9204"/>
                  </a:cubicBezTo>
                  <a:cubicBezTo>
                    <a:pt x="14026" y="9132"/>
                    <a:pt x="14074" y="9073"/>
                    <a:pt x="14086" y="8989"/>
                  </a:cubicBezTo>
                  <a:cubicBezTo>
                    <a:pt x="14098" y="8918"/>
                    <a:pt x="14121" y="8846"/>
                    <a:pt x="14133" y="8787"/>
                  </a:cubicBezTo>
                  <a:cubicBezTo>
                    <a:pt x="14145" y="8715"/>
                    <a:pt x="14074" y="8620"/>
                    <a:pt x="14086" y="8561"/>
                  </a:cubicBezTo>
                  <a:cubicBezTo>
                    <a:pt x="14098" y="8489"/>
                    <a:pt x="14181" y="8430"/>
                    <a:pt x="14193" y="8358"/>
                  </a:cubicBezTo>
                  <a:cubicBezTo>
                    <a:pt x="14205" y="8275"/>
                    <a:pt x="14205" y="8203"/>
                    <a:pt x="14217" y="8144"/>
                  </a:cubicBezTo>
                  <a:cubicBezTo>
                    <a:pt x="14240" y="8072"/>
                    <a:pt x="14264" y="8013"/>
                    <a:pt x="14276" y="7942"/>
                  </a:cubicBezTo>
                  <a:cubicBezTo>
                    <a:pt x="14300" y="7870"/>
                    <a:pt x="14252" y="7787"/>
                    <a:pt x="14252" y="7715"/>
                  </a:cubicBezTo>
                  <a:cubicBezTo>
                    <a:pt x="14252" y="7644"/>
                    <a:pt x="14217" y="7572"/>
                    <a:pt x="14240" y="7489"/>
                  </a:cubicBezTo>
                  <a:cubicBezTo>
                    <a:pt x="14240" y="7418"/>
                    <a:pt x="14324" y="7358"/>
                    <a:pt x="14324" y="7287"/>
                  </a:cubicBezTo>
                  <a:cubicBezTo>
                    <a:pt x="14324" y="7215"/>
                    <a:pt x="14312" y="7132"/>
                    <a:pt x="14312" y="7060"/>
                  </a:cubicBezTo>
                  <a:cubicBezTo>
                    <a:pt x="14312" y="6989"/>
                    <a:pt x="14240" y="6918"/>
                    <a:pt x="14240" y="6858"/>
                  </a:cubicBezTo>
                  <a:cubicBezTo>
                    <a:pt x="14240" y="6775"/>
                    <a:pt x="14324" y="6703"/>
                    <a:pt x="14312" y="6632"/>
                  </a:cubicBezTo>
                  <a:cubicBezTo>
                    <a:pt x="14312" y="6560"/>
                    <a:pt x="14312" y="6477"/>
                    <a:pt x="14300" y="6406"/>
                  </a:cubicBezTo>
                  <a:cubicBezTo>
                    <a:pt x="14276" y="6334"/>
                    <a:pt x="14240" y="6275"/>
                    <a:pt x="14240" y="6203"/>
                  </a:cubicBezTo>
                  <a:cubicBezTo>
                    <a:pt x="14217" y="6120"/>
                    <a:pt x="14193" y="6060"/>
                    <a:pt x="14193" y="5989"/>
                  </a:cubicBezTo>
                  <a:cubicBezTo>
                    <a:pt x="14181" y="5917"/>
                    <a:pt x="14133" y="5858"/>
                    <a:pt x="14121" y="5786"/>
                  </a:cubicBezTo>
                  <a:cubicBezTo>
                    <a:pt x="14098" y="5703"/>
                    <a:pt x="14181" y="5620"/>
                    <a:pt x="14157" y="5560"/>
                  </a:cubicBezTo>
                  <a:cubicBezTo>
                    <a:pt x="14145" y="5489"/>
                    <a:pt x="14086" y="5429"/>
                    <a:pt x="14062" y="5370"/>
                  </a:cubicBezTo>
                  <a:cubicBezTo>
                    <a:pt x="14038" y="5286"/>
                    <a:pt x="13979" y="5227"/>
                    <a:pt x="13955" y="5167"/>
                  </a:cubicBezTo>
                  <a:cubicBezTo>
                    <a:pt x="13943" y="5096"/>
                    <a:pt x="13907" y="5036"/>
                    <a:pt x="13883" y="4965"/>
                  </a:cubicBezTo>
                  <a:cubicBezTo>
                    <a:pt x="13848" y="4894"/>
                    <a:pt x="13859" y="4810"/>
                    <a:pt x="13836" y="4751"/>
                  </a:cubicBezTo>
                  <a:cubicBezTo>
                    <a:pt x="13800" y="4679"/>
                    <a:pt x="13800" y="4608"/>
                    <a:pt x="13776" y="4548"/>
                  </a:cubicBezTo>
                  <a:cubicBezTo>
                    <a:pt x="13740" y="4489"/>
                    <a:pt x="13740" y="4393"/>
                    <a:pt x="13728" y="4334"/>
                  </a:cubicBezTo>
                  <a:cubicBezTo>
                    <a:pt x="13705" y="4274"/>
                    <a:pt x="13621" y="4215"/>
                    <a:pt x="13598" y="4155"/>
                  </a:cubicBezTo>
                  <a:cubicBezTo>
                    <a:pt x="13562" y="4096"/>
                    <a:pt x="13502" y="4036"/>
                    <a:pt x="13467" y="3977"/>
                  </a:cubicBezTo>
                  <a:cubicBezTo>
                    <a:pt x="13431" y="3917"/>
                    <a:pt x="13467" y="3822"/>
                    <a:pt x="13431" y="3762"/>
                  </a:cubicBezTo>
                  <a:cubicBezTo>
                    <a:pt x="13407" y="3703"/>
                    <a:pt x="13300" y="3667"/>
                    <a:pt x="13252" y="3608"/>
                  </a:cubicBezTo>
                  <a:cubicBezTo>
                    <a:pt x="13228" y="3548"/>
                    <a:pt x="13264" y="3429"/>
                    <a:pt x="13240" y="3370"/>
                  </a:cubicBezTo>
                  <a:cubicBezTo>
                    <a:pt x="13193" y="3310"/>
                    <a:pt x="13109" y="3286"/>
                    <a:pt x="13062" y="3227"/>
                  </a:cubicBezTo>
                  <a:cubicBezTo>
                    <a:pt x="13014" y="3167"/>
                    <a:pt x="12966" y="3119"/>
                    <a:pt x="12931" y="3060"/>
                  </a:cubicBezTo>
                  <a:cubicBezTo>
                    <a:pt x="12883" y="3000"/>
                    <a:pt x="12883" y="2905"/>
                    <a:pt x="12836" y="2846"/>
                  </a:cubicBezTo>
                  <a:cubicBezTo>
                    <a:pt x="12788" y="2786"/>
                    <a:pt x="12764" y="2727"/>
                    <a:pt x="12716" y="2667"/>
                  </a:cubicBezTo>
                  <a:cubicBezTo>
                    <a:pt x="12669" y="2608"/>
                    <a:pt x="12585" y="2596"/>
                    <a:pt x="12538" y="2536"/>
                  </a:cubicBezTo>
                  <a:cubicBezTo>
                    <a:pt x="12490" y="2477"/>
                    <a:pt x="12419" y="2453"/>
                    <a:pt x="12371" y="2393"/>
                  </a:cubicBezTo>
                  <a:cubicBezTo>
                    <a:pt x="12335" y="2334"/>
                    <a:pt x="12300" y="2250"/>
                    <a:pt x="12252" y="2215"/>
                  </a:cubicBezTo>
                  <a:cubicBezTo>
                    <a:pt x="12216" y="2167"/>
                    <a:pt x="12181" y="2072"/>
                    <a:pt x="12133" y="2036"/>
                  </a:cubicBezTo>
                  <a:cubicBezTo>
                    <a:pt x="12097" y="1988"/>
                    <a:pt x="12050" y="1917"/>
                    <a:pt x="12002" y="1869"/>
                  </a:cubicBezTo>
                  <a:cubicBezTo>
                    <a:pt x="11943" y="1822"/>
                    <a:pt x="11835" y="1834"/>
                    <a:pt x="11800" y="1774"/>
                  </a:cubicBezTo>
                  <a:cubicBezTo>
                    <a:pt x="11740" y="1738"/>
                    <a:pt x="11740" y="1631"/>
                    <a:pt x="11681" y="1584"/>
                  </a:cubicBezTo>
                  <a:cubicBezTo>
                    <a:pt x="11621" y="1536"/>
                    <a:pt x="11538" y="1524"/>
                    <a:pt x="11478" y="1476"/>
                  </a:cubicBezTo>
                  <a:cubicBezTo>
                    <a:pt x="11419" y="1441"/>
                    <a:pt x="11383" y="1381"/>
                    <a:pt x="11323" y="1334"/>
                  </a:cubicBezTo>
                  <a:cubicBezTo>
                    <a:pt x="11294" y="1310"/>
                    <a:pt x="11249" y="1310"/>
                    <a:pt x="11204" y="1310"/>
                  </a:cubicBezTo>
                  <a:cubicBezTo>
                    <a:pt x="11160" y="1310"/>
                    <a:pt x="11115" y="1310"/>
                    <a:pt x="11085" y="1286"/>
                  </a:cubicBezTo>
                  <a:cubicBezTo>
                    <a:pt x="11026" y="1238"/>
                    <a:pt x="11002" y="1143"/>
                    <a:pt x="10942" y="1107"/>
                  </a:cubicBezTo>
                  <a:cubicBezTo>
                    <a:pt x="10883" y="1060"/>
                    <a:pt x="10823" y="1024"/>
                    <a:pt x="10764" y="988"/>
                  </a:cubicBezTo>
                  <a:cubicBezTo>
                    <a:pt x="10704" y="964"/>
                    <a:pt x="10621" y="976"/>
                    <a:pt x="10550" y="929"/>
                  </a:cubicBezTo>
                  <a:cubicBezTo>
                    <a:pt x="10490" y="905"/>
                    <a:pt x="10407" y="869"/>
                    <a:pt x="10347" y="845"/>
                  </a:cubicBezTo>
                  <a:cubicBezTo>
                    <a:pt x="10288" y="810"/>
                    <a:pt x="10228" y="762"/>
                    <a:pt x="10157" y="738"/>
                  </a:cubicBezTo>
                  <a:cubicBezTo>
                    <a:pt x="10097" y="703"/>
                    <a:pt x="10014" y="703"/>
                    <a:pt x="9954" y="679"/>
                  </a:cubicBezTo>
                  <a:cubicBezTo>
                    <a:pt x="9895" y="643"/>
                    <a:pt x="9859" y="512"/>
                    <a:pt x="9788" y="500"/>
                  </a:cubicBezTo>
                  <a:cubicBezTo>
                    <a:pt x="9773" y="493"/>
                    <a:pt x="9757" y="490"/>
                    <a:pt x="9740" y="490"/>
                  </a:cubicBezTo>
                  <a:cubicBezTo>
                    <a:pt x="9681" y="490"/>
                    <a:pt x="9612" y="525"/>
                    <a:pt x="9564" y="525"/>
                  </a:cubicBezTo>
                  <a:cubicBezTo>
                    <a:pt x="9559" y="525"/>
                    <a:pt x="9554" y="525"/>
                    <a:pt x="9549" y="524"/>
                  </a:cubicBezTo>
                  <a:cubicBezTo>
                    <a:pt x="9478" y="500"/>
                    <a:pt x="9418" y="464"/>
                    <a:pt x="9359" y="441"/>
                  </a:cubicBezTo>
                  <a:cubicBezTo>
                    <a:pt x="9276" y="405"/>
                    <a:pt x="9216" y="381"/>
                    <a:pt x="9145" y="369"/>
                  </a:cubicBezTo>
                  <a:cubicBezTo>
                    <a:pt x="9073" y="345"/>
                    <a:pt x="9014" y="310"/>
                    <a:pt x="8942" y="286"/>
                  </a:cubicBezTo>
                  <a:cubicBezTo>
                    <a:pt x="8859" y="274"/>
                    <a:pt x="8799" y="202"/>
                    <a:pt x="8740" y="191"/>
                  </a:cubicBezTo>
                  <a:cubicBezTo>
                    <a:pt x="8668" y="167"/>
                    <a:pt x="8597" y="167"/>
                    <a:pt x="8537" y="155"/>
                  </a:cubicBezTo>
                  <a:cubicBezTo>
                    <a:pt x="8514" y="151"/>
                    <a:pt x="8488" y="150"/>
                    <a:pt x="8463" y="150"/>
                  </a:cubicBezTo>
                  <a:cubicBezTo>
                    <a:pt x="8412" y="150"/>
                    <a:pt x="8359" y="155"/>
                    <a:pt x="8311" y="155"/>
                  </a:cubicBezTo>
                  <a:cubicBezTo>
                    <a:pt x="8275" y="149"/>
                    <a:pt x="8240" y="149"/>
                    <a:pt x="8202" y="149"/>
                  </a:cubicBezTo>
                  <a:cubicBezTo>
                    <a:pt x="8165" y="149"/>
                    <a:pt x="8127" y="149"/>
                    <a:pt x="8085" y="143"/>
                  </a:cubicBezTo>
                  <a:cubicBezTo>
                    <a:pt x="8013" y="119"/>
                    <a:pt x="7954" y="60"/>
                    <a:pt x="7883" y="60"/>
                  </a:cubicBezTo>
                  <a:cubicBezTo>
                    <a:pt x="7811" y="48"/>
                    <a:pt x="7728" y="36"/>
                    <a:pt x="7668" y="24"/>
                  </a:cubicBezTo>
                  <a:cubicBezTo>
                    <a:pt x="7597" y="24"/>
                    <a:pt x="7525" y="0"/>
                    <a:pt x="7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2048;p44">
              <a:extLst>
                <a:ext uri="{FF2B5EF4-FFF2-40B4-BE49-F238E27FC236}">
                  <a16:creationId xmlns:a16="http://schemas.microsoft.com/office/drawing/2014/main" id="{BAD4DDB5-C486-CC81-CB85-AA73473C60C0}"/>
                </a:ext>
              </a:extLst>
            </p:cNvPr>
            <p:cNvSpPr/>
            <p:nvPr/>
          </p:nvSpPr>
          <p:spPr>
            <a:xfrm>
              <a:off x="1237668" y="4022371"/>
              <a:ext cx="240996" cy="282878"/>
            </a:xfrm>
            <a:custGeom>
              <a:avLst/>
              <a:gdLst/>
              <a:ahLst/>
              <a:cxnLst/>
              <a:rect l="l" t="t" r="r" b="b"/>
              <a:pathLst>
                <a:path w="6430" h="7452" extrusionOk="0">
                  <a:moveTo>
                    <a:pt x="3221" y="1"/>
                  </a:moveTo>
                  <a:cubicBezTo>
                    <a:pt x="3156" y="1"/>
                    <a:pt x="3090" y="28"/>
                    <a:pt x="3037" y="81"/>
                  </a:cubicBezTo>
                  <a:cubicBezTo>
                    <a:pt x="2334" y="772"/>
                    <a:pt x="1489" y="1093"/>
                    <a:pt x="370" y="1093"/>
                  </a:cubicBezTo>
                  <a:cubicBezTo>
                    <a:pt x="227" y="1093"/>
                    <a:pt x="108" y="1212"/>
                    <a:pt x="108" y="1367"/>
                  </a:cubicBezTo>
                  <a:cubicBezTo>
                    <a:pt x="108" y="1557"/>
                    <a:pt x="108" y="1736"/>
                    <a:pt x="96" y="1927"/>
                  </a:cubicBezTo>
                  <a:cubicBezTo>
                    <a:pt x="60" y="3784"/>
                    <a:pt x="0" y="6368"/>
                    <a:pt x="3132" y="7439"/>
                  </a:cubicBezTo>
                  <a:lnTo>
                    <a:pt x="3215" y="7451"/>
                  </a:lnTo>
                  <a:lnTo>
                    <a:pt x="3310" y="7439"/>
                  </a:lnTo>
                  <a:cubicBezTo>
                    <a:pt x="6430" y="6344"/>
                    <a:pt x="6382" y="3808"/>
                    <a:pt x="6358" y="1927"/>
                  </a:cubicBezTo>
                  <a:cubicBezTo>
                    <a:pt x="6335" y="1736"/>
                    <a:pt x="6335" y="1546"/>
                    <a:pt x="6335" y="1367"/>
                  </a:cubicBezTo>
                  <a:cubicBezTo>
                    <a:pt x="6335" y="1212"/>
                    <a:pt x="6227" y="1093"/>
                    <a:pt x="6073" y="1093"/>
                  </a:cubicBezTo>
                  <a:cubicBezTo>
                    <a:pt x="4953" y="1093"/>
                    <a:pt x="4120" y="772"/>
                    <a:pt x="3406" y="81"/>
                  </a:cubicBezTo>
                  <a:cubicBezTo>
                    <a:pt x="3352" y="28"/>
                    <a:pt x="3287" y="1"/>
                    <a:pt x="3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2049;p44">
              <a:extLst>
                <a:ext uri="{FF2B5EF4-FFF2-40B4-BE49-F238E27FC236}">
                  <a16:creationId xmlns:a16="http://schemas.microsoft.com/office/drawing/2014/main" id="{8FCCCE8C-03C8-D5B2-4349-F957919D1BB5}"/>
                </a:ext>
              </a:extLst>
            </p:cNvPr>
            <p:cNvSpPr/>
            <p:nvPr/>
          </p:nvSpPr>
          <p:spPr>
            <a:xfrm>
              <a:off x="1297897" y="4102847"/>
              <a:ext cx="122335" cy="112779"/>
            </a:xfrm>
            <a:custGeom>
              <a:avLst/>
              <a:gdLst/>
              <a:ahLst/>
              <a:cxnLst/>
              <a:rect l="l" t="t" r="r" b="b"/>
              <a:pathLst>
                <a:path w="3264" h="2971" extrusionOk="0">
                  <a:moveTo>
                    <a:pt x="2144" y="283"/>
                  </a:moveTo>
                  <a:cubicBezTo>
                    <a:pt x="2263" y="342"/>
                    <a:pt x="2382" y="402"/>
                    <a:pt x="2489" y="497"/>
                  </a:cubicBezTo>
                  <a:cubicBezTo>
                    <a:pt x="2442" y="533"/>
                    <a:pt x="2382" y="569"/>
                    <a:pt x="2334" y="604"/>
                  </a:cubicBezTo>
                  <a:cubicBezTo>
                    <a:pt x="2275" y="509"/>
                    <a:pt x="2215" y="390"/>
                    <a:pt x="2144" y="283"/>
                  </a:cubicBezTo>
                  <a:close/>
                  <a:moveTo>
                    <a:pt x="1120" y="283"/>
                  </a:moveTo>
                  <a:lnTo>
                    <a:pt x="1120" y="283"/>
                  </a:lnTo>
                  <a:cubicBezTo>
                    <a:pt x="1025" y="390"/>
                    <a:pt x="965" y="509"/>
                    <a:pt x="929" y="616"/>
                  </a:cubicBezTo>
                  <a:cubicBezTo>
                    <a:pt x="870" y="580"/>
                    <a:pt x="822" y="533"/>
                    <a:pt x="775" y="497"/>
                  </a:cubicBezTo>
                  <a:cubicBezTo>
                    <a:pt x="882" y="402"/>
                    <a:pt x="989" y="330"/>
                    <a:pt x="1120" y="283"/>
                  </a:cubicBezTo>
                  <a:close/>
                  <a:moveTo>
                    <a:pt x="1537" y="176"/>
                  </a:moveTo>
                  <a:lnTo>
                    <a:pt x="1537" y="819"/>
                  </a:lnTo>
                  <a:cubicBezTo>
                    <a:pt x="1382" y="807"/>
                    <a:pt x="1239" y="771"/>
                    <a:pt x="1084" y="700"/>
                  </a:cubicBezTo>
                  <a:cubicBezTo>
                    <a:pt x="1168" y="497"/>
                    <a:pt x="1310" y="259"/>
                    <a:pt x="1537" y="176"/>
                  </a:cubicBezTo>
                  <a:close/>
                  <a:moveTo>
                    <a:pt x="1727" y="199"/>
                  </a:moveTo>
                  <a:cubicBezTo>
                    <a:pt x="1942" y="259"/>
                    <a:pt x="2084" y="509"/>
                    <a:pt x="2180" y="711"/>
                  </a:cubicBezTo>
                  <a:cubicBezTo>
                    <a:pt x="2025" y="771"/>
                    <a:pt x="1882" y="807"/>
                    <a:pt x="1727" y="819"/>
                  </a:cubicBezTo>
                  <a:lnTo>
                    <a:pt x="1727" y="199"/>
                  </a:lnTo>
                  <a:close/>
                  <a:moveTo>
                    <a:pt x="644" y="640"/>
                  </a:moveTo>
                  <a:cubicBezTo>
                    <a:pt x="715" y="700"/>
                    <a:pt x="787" y="759"/>
                    <a:pt x="870" y="807"/>
                  </a:cubicBezTo>
                  <a:cubicBezTo>
                    <a:pt x="822" y="985"/>
                    <a:pt x="775" y="1176"/>
                    <a:pt x="775" y="1390"/>
                  </a:cubicBezTo>
                  <a:lnTo>
                    <a:pt x="346" y="1390"/>
                  </a:lnTo>
                  <a:cubicBezTo>
                    <a:pt x="358" y="1104"/>
                    <a:pt x="465" y="854"/>
                    <a:pt x="644" y="640"/>
                  </a:cubicBezTo>
                  <a:close/>
                  <a:moveTo>
                    <a:pt x="1049" y="890"/>
                  </a:moveTo>
                  <a:cubicBezTo>
                    <a:pt x="1191" y="950"/>
                    <a:pt x="1358" y="997"/>
                    <a:pt x="1537" y="1009"/>
                  </a:cubicBezTo>
                  <a:lnTo>
                    <a:pt x="1537" y="1390"/>
                  </a:lnTo>
                  <a:lnTo>
                    <a:pt x="965" y="1390"/>
                  </a:lnTo>
                  <a:cubicBezTo>
                    <a:pt x="965" y="1200"/>
                    <a:pt x="1001" y="1045"/>
                    <a:pt x="1049" y="890"/>
                  </a:cubicBezTo>
                  <a:close/>
                  <a:moveTo>
                    <a:pt x="2239" y="890"/>
                  </a:moveTo>
                  <a:cubicBezTo>
                    <a:pt x="2275" y="1045"/>
                    <a:pt x="2287" y="1212"/>
                    <a:pt x="2311" y="1390"/>
                  </a:cubicBezTo>
                  <a:lnTo>
                    <a:pt x="1727" y="1390"/>
                  </a:lnTo>
                  <a:lnTo>
                    <a:pt x="1727" y="1009"/>
                  </a:lnTo>
                  <a:cubicBezTo>
                    <a:pt x="1906" y="997"/>
                    <a:pt x="2072" y="973"/>
                    <a:pt x="2239" y="890"/>
                  </a:cubicBezTo>
                  <a:close/>
                  <a:moveTo>
                    <a:pt x="2620" y="640"/>
                  </a:moveTo>
                  <a:cubicBezTo>
                    <a:pt x="2799" y="854"/>
                    <a:pt x="2906" y="1104"/>
                    <a:pt x="2918" y="1390"/>
                  </a:cubicBezTo>
                  <a:lnTo>
                    <a:pt x="2489" y="1390"/>
                  </a:lnTo>
                  <a:cubicBezTo>
                    <a:pt x="2489" y="1176"/>
                    <a:pt x="2442" y="985"/>
                    <a:pt x="2394" y="807"/>
                  </a:cubicBezTo>
                  <a:cubicBezTo>
                    <a:pt x="2477" y="759"/>
                    <a:pt x="2549" y="700"/>
                    <a:pt x="2620" y="640"/>
                  </a:cubicBezTo>
                  <a:close/>
                  <a:moveTo>
                    <a:pt x="1537" y="1569"/>
                  </a:moveTo>
                  <a:lnTo>
                    <a:pt x="1537" y="1938"/>
                  </a:lnTo>
                  <a:cubicBezTo>
                    <a:pt x="1358" y="1950"/>
                    <a:pt x="1191" y="1985"/>
                    <a:pt x="1025" y="2057"/>
                  </a:cubicBezTo>
                  <a:cubicBezTo>
                    <a:pt x="989" y="1902"/>
                    <a:pt x="965" y="1747"/>
                    <a:pt x="953" y="1569"/>
                  </a:cubicBezTo>
                  <a:close/>
                  <a:moveTo>
                    <a:pt x="2287" y="1569"/>
                  </a:moveTo>
                  <a:cubicBezTo>
                    <a:pt x="2287" y="1747"/>
                    <a:pt x="2263" y="1902"/>
                    <a:pt x="2215" y="2057"/>
                  </a:cubicBezTo>
                  <a:cubicBezTo>
                    <a:pt x="2072" y="1997"/>
                    <a:pt x="1894" y="1950"/>
                    <a:pt x="1727" y="1938"/>
                  </a:cubicBezTo>
                  <a:lnTo>
                    <a:pt x="1727" y="1569"/>
                  </a:lnTo>
                  <a:close/>
                  <a:moveTo>
                    <a:pt x="775" y="1569"/>
                  </a:moveTo>
                  <a:cubicBezTo>
                    <a:pt x="775" y="1771"/>
                    <a:pt x="822" y="1962"/>
                    <a:pt x="870" y="2140"/>
                  </a:cubicBezTo>
                  <a:cubicBezTo>
                    <a:pt x="787" y="2188"/>
                    <a:pt x="715" y="2247"/>
                    <a:pt x="644" y="2307"/>
                  </a:cubicBezTo>
                  <a:cubicBezTo>
                    <a:pt x="465" y="2104"/>
                    <a:pt x="358" y="1843"/>
                    <a:pt x="346" y="1569"/>
                  </a:cubicBezTo>
                  <a:close/>
                  <a:moveTo>
                    <a:pt x="2918" y="1569"/>
                  </a:moveTo>
                  <a:cubicBezTo>
                    <a:pt x="2906" y="1843"/>
                    <a:pt x="2799" y="2104"/>
                    <a:pt x="2620" y="2307"/>
                  </a:cubicBezTo>
                  <a:cubicBezTo>
                    <a:pt x="2549" y="2247"/>
                    <a:pt x="2477" y="2188"/>
                    <a:pt x="2394" y="2140"/>
                  </a:cubicBezTo>
                  <a:cubicBezTo>
                    <a:pt x="2442" y="1962"/>
                    <a:pt x="2489" y="1771"/>
                    <a:pt x="2489" y="1569"/>
                  </a:cubicBezTo>
                  <a:close/>
                  <a:moveTo>
                    <a:pt x="929" y="2343"/>
                  </a:moveTo>
                  <a:cubicBezTo>
                    <a:pt x="965" y="2462"/>
                    <a:pt x="1025" y="2557"/>
                    <a:pt x="1108" y="2664"/>
                  </a:cubicBezTo>
                  <a:cubicBezTo>
                    <a:pt x="989" y="2605"/>
                    <a:pt x="870" y="2545"/>
                    <a:pt x="763" y="2462"/>
                  </a:cubicBezTo>
                  <a:cubicBezTo>
                    <a:pt x="822" y="2402"/>
                    <a:pt x="882" y="2366"/>
                    <a:pt x="929" y="2343"/>
                  </a:cubicBezTo>
                  <a:close/>
                  <a:moveTo>
                    <a:pt x="2334" y="2343"/>
                  </a:moveTo>
                  <a:cubicBezTo>
                    <a:pt x="2394" y="2366"/>
                    <a:pt x="2442" y="2414"/>
                    <a:pt x="2489" y="2462"/>
                  </a:cubicBezTo>
                  <a:cubicBezTo>
                    <a:pt x="2382" y="2545"/>
                    <a:pt x="2275" y="2616"/>
                    <a:pt x="2144" y="2664"/>
                  </a:cubicBezTo>
                  <a:cubicBezTo>
                    <a:pt x="2215" y="2557"/>
                    <a:pt x="2275" y="2438"/>
                    <a:pt x="2334" y="2343"/>
                  </a:cubicBezTo>
                  <a:close/>
                  <a:moveTo>
                    <a:pt x="1537" y="2128"/>
                  </a:moveTo>
                  <a:lnTo>
                    <a:pt x="1537" y="2759"/>
                  </a:lnTo>
                  <a:cubicBezTo>
                    <a:pt x="1322" y="2700"/>
                    <a:pt x="1180" y="2438"/>
                    <a:pt x="1084" y="2235"/>
                  </a:cubicBezTo>
                  <a:cubicBezTo>
                    <a:pt x="1239" y="2176"/>
                    <a:pt x="1382" y="2140"/>
                    <a:pt x="1537" y="2128"/>
                  </a:cubicBezTo>
                  <a:close/>
                  <a:moveTo>
                    <a:pt x="1727" y="2128"/>
                  </a:moveTo>
                  <a:cubicBezTo>
                    <a:pt x="1882" y="2140"/>
                    <a:pt x="2025" y="2176"/>
                    <a:pt x="2180" y="2247"/>
                  </a:cubicBezTo>
                  <a:cubicBezTo>
                    <a:pt x="2096" y="2450"/>
                    <a:pt x="1953" y="2688"/>
                    <a:pt x="1727" y="2771"/>
                  </a:cubicBezTo>
                  <a:lnTo>
                    <a:pt x="1727" y="2128"/>
                  </a:lnTo>
                  <a:close/>
                  <a:moveTo>
                    <a:pt x="1627" y="0"/>
                  </a:moveTo>
                  <a:cubicBezTo>
                    <a:pt x="1248" y="0"/>
                    <a:pt x="870" y="146"/>
                    <a:pt x="584" y="438"/>
                  </a:cubicBezTo>
                  <a:cubicBezTo>
                    <a:pt x="1" y="1009"/>
                    <a:pt x="1" y="1950"/>
                    <a:pt x="584" y="2533"/>
                  </a:cubicBezTo>
                  <a:cubicBezTo>
                    <a:pt x="870" y="2825"/>
                    <a:pt x="1248" y="2971"/>
                    <a:pt x="1627" y="2971"/>
                  </a:cubicBezTo>
                  <a:cubicBezTo>
                    <a:pt x="2007" y="2971"/>
                    <a:pt x="2388" y="2825"/>
                    <a:pt x="2680" y="2533"/>
                  </a:cubicBezTo>
                  <a:cubicBezTo>
                    <a:pt x="3263" y="1938"/>
                    <a:pt x="3263" y="997"/>
                    <a:pt x="2680" y="438"/>
                  </a:cubicBezTo>
                  <a:cubicBezTo>
                    <a:pt x="2388" y="146"/>
                    <a:pt x="2007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2050;p44">
              <a:extLst>
                <a:ext uri="{FF2B5EF4-FFF2-40B4-BE49-F238E27FC236}">
                  <a16:creationId xmlns:a16="http://schemas.microsoft.com/office/drawing/2014/main" id="{97921B1B-A177-9692-C5CC-0A20273703B2}"/>
                </a:ext>
              </a:extLst>
            </p:cNvPr>
            <p:cNvSpPr/>
            <p:nvPr/>
          </p:nvSpPr>
          <p:spPr>
            <a:xfrm>
              <a:off x="1242577" y="2334608"/>
              <a:ext cx="1091980" cy="1885625"/>
            </a:xfrm>
            <a:custGeom>
              <a:avLst/>
              <a:gdLst/>
              <a:ahLst/>
              <a:cxnLst/>
              <a:rect l="l" t="t" r="r" b="b"/>
              <a:pathLst>
                <a:path w="29135" h="49674" extrusionOk="0">
                  <a:moveTo>
                    <a:pt x="108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8"/>
                    <a:pt x="48" y="203"/>
                    <a:pt x="108" y="203"/>
                  </a:cubicBezTo>
                  <a:lnTo>
                    <a:pt x="560" y="203"/>
                  </a:lnTo>
                  <a:cubicBezTo>
                    <a:pt x="620" y="203"/>
                    <a:pt x="679" y="168"/>
                    <a:pt x="655" y="108"/>
                  </a:cubicBezTo>
                  <a:cubicBezTo>
                    <a:pt x="655" y="49"/>
                    <a:pt x="620" y="1"/>
                    <a:pt x="560" y="1"/>
                  </a:cubicBezTo>
                  <a:close/>
                  <a:moveTo>
                    <a:pt x="1429" y="1"/>
                  </a:moveTo>
                  <a:cubicBezTo>
                    <a:pt x="1370" y="1"/>
                    <a:pt x="1334" y="49"/>
                    <a:pt x="1334" y="108"/>
                  </a:cubicBezTo>
                  <a:cubicBezTo>
                    <a:pt x="1334" y="168"/>
                    <a:pt x="1370" y="203"/>
                    <a:pt x="1429" y="203"/>
                  </a:cubicBezTo>
                  <a:lnTo>
                    <a:pt x="1882" y="203"/>
                  </a:lnTo>
                  <a:cubicBezTo>
                    <a:pt x="1941" y="203"/>
                    <a:pt x="2001" y="168"/>
                    <a:pt x="1989" y="108"/>
                  </a:cubicBezTo>
                  <a:cubicBezTo>
                    <a:pt x="1989" y="49"/>
                    <a:pt x="1941" y="1"/>
                    <a:pt x="1882" y="1"/>
                  </a:cubicBezTo>
                  <a:close/>
                  <a:moveTo>
                    <a:pt x="2763" y="1"/>
                  </a:moveTo>
                  <a:cubicBezTo>
                    <a:pt x="2691" y="1"/>
                    <a:pt x="2656" y="49"/>
                    <a:pt x="2656" y="108"/>
                  </a:cubicBezTo>
                  <a:cubicBezTo>
                    <a:pt x="2656" y="168"/>
                    <a:pt x="2703" y="203"/>
                    <a:pt x="2763" y="203"/>
                  </a:cubicBezTo>
                  <a:lnTo>
                    <a:pt x="3203" y="203"/>
                  </a:lnTo>
                  <a:cubicBezTo>
                    <a:pt x="3263" y="203"/>
                    <a:pt x="3322" y="168"/>
                    <a:pt x="3310" y="108"/>
                  </a:cubicBezTo>
                  <a:cubicBezTo>
                    <a:pt x="3310" y="49"/>
                    <a:pt x="3263" y="1"/>
                    <a:pt x="3203" y="1"/>
                  </a:cubicBezTo>
                  <a:close/>
                  <a:moveTo>
                    <a:pt x="4084" y="1"/>
                  </a:moveTo>
                  <a:cubicBezTo>
                    <a:pt x="4025" y="1"/>
                    <a:pt x="3977" y="49"/>
                    <a:pt x="3977" y="108"/>
                  </a:cubicBezTo>
                  <a:cubicBezTo>
                    <a:pt x="3977" y="168"/>
                    <a:pt x="4025" y="203"/>
                    <a:pt x="4084" y="203"/>
                  </a:cubicBezTo>
                  <a:lnTo>
                    <a:pt x="4525" y="203"/>
                  </a:lnTo>
                  <a:cubicBezTo>
                    <a:pt x="4584" y="203"/>
                    <a:pt x="4644" y="168"/>
                    <a:pt x="4632" y="108"/>
                  </a:cubicBezTo>
                  <a:cubicBezTo>
                    <a:pt x="4632" y="49"/>
                    <a:pt x="4584" y="1"/>
                    <a:pt x="4525" y="1"/>
                  </a:cubicBezTo>
                  <a:close/>
                  <a:moveTo>
                    <a:pt x="5406" y="1"/>
                  </a:moveTo>
                  <a:cubicBezTo>
                    <a:pt x="5346" y="1"/>
                    <a:pt x="5299" y="49"/>
                    <a:pt x="5299" y="108"/>
                  </a:cubicBezTo>
                  <a:cubicBezTo>
                    <a:pt x="5299" y="168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18" y="203"/>
                    <a:pt x="5954" y="168"/>
                    <a:pt x="5954" y="108"/>
                  </a:cubicBezTo>
                  <a:cubicBezTo>
                    <a:pt x="5954" y="49"/>
                    <a:pt x="5906" y="1"/>
                    <a:pt x="5846" y="1"/>
                  </a:cubicBezTo>
                  <a:close/>
                  <a:moveTo>
                    <a:pt x="6727" y="1"/>
                  </a:moveTo>
                  <a:cubicBezTo>
                    <a:pt x="6668" y="1"/>
                    <a:pt x="6632" y="49"/>
                    <a:pt x="6632" y="108"/>
                  </a:cubicBezTo>
                  <a:cubicBezTo>
                    <a:pt x="6632" y="168"/>
                    <a:pt x="6668" y="203"/>
                    <a:pt x="6727" y="203"/>
                  </a:cubicBezTo>
                  <a:lnTo>
                    <a:pt x="7180" y="203"/>
                  </a:lnTo>
                  <a:cubicBezTo>
                    <a:pt x="7239" y="203"/>
                    <a:pt x="7287" y="168"/>
                    <a:pt x="7287" y="108"/>
                  </a:cubicBezTo>
                  <a:cubicBezTo>
                    <a:pt x="7287" y="49"/>
                    <a:pt x="7239" y="1"/>
                    <a:pt x="7180" y="1"/>
                  </a:cubicBezTo>
                  <a:close/>
                  <a:moveTo>
                    <a:pt x="8061" y="1"/>
                  </a:moveTo>
                  <a:cubicBezTo>
                    <a:pt x="7990" y="1"/>
                    <a:pt x="7954" y="49"/>
                    <a:pt x="7954" y="108"/>
                  </a:cubicBezTo>
                  <a:cubicBezTo>
                    <a:pt x="7954" y="168"/>
                    <a:pt x="8001" y="203"/>
                    <a:pt x="8061" y="203"/>
                  </a:cubicBezTo>
                  <a:lnTo>
                    <a:pt x="8501" y="203"/>
                  </a:lnTo>
                  <a:cubicBezTo>
                    <a:pt x="8561" y="203"/>
                    <a:pt x="8609" y="168"/>
                    <a:pt x="8609" y="108"/>
                  </a:cubicBezTo>
                  <a:cubicBezTo>
                    <a:pt x="8609" y="49"/>
                    <a:pt x="8561" y="1"/>
                    <a:pt x="8501" y="1"/>
                  </a:cubicBezTo>
                  <a:close/>
                  <a:moveTo>
                    <a:pt x="9383" y="1"/>
                  </a:moveTo>
                  <a:cubicBezTo>
                    <a:pt x="9323" y="1"/>
                    <a:pt x="9275" y="49"/>
                    <a:pt x="9275" y="108"/>
                  </a:cubicBezTo>
                  <a:cubicBezTo>
                    <a:pt x="9275" y="168"/>
                    <a:pt x="9323" y="203"/>
                    <a:pt x="9383" y="203"/>
                  </a:cubicBezTo>
                  <a:lnTo>
                    <a:pt x="9823" y="203"/>
                  </a:lnTo>
                  <a:cubicBezTo>
                    <a:pt x="9883" y="203"/>
                    <a:pt x="9930" y="168"/>
                    <a:pt x="9930" y="108"/>
                  </a:cubicBezTo>
                  <a:cubicBezTo>
                    <a:pt x="9930" y="49"/>
                    <a:pt x="9883" y="1"/>
                    <a:pt x="9823" y="1"/>
                  </a:cubicBezTo>
                  <a:close/>
                  <a:moveTo>
                    <a:pt x="10704" y="1"/>
                  </a:moveTo>
                  <a:cubicBezTo>
                    <a:pt x="10645" y="1"/>
                    <a:pt x="10597" y="49"/>
                    <a:pt x="10597" y="108"/>
                  </a:cubicBezTo>
                  <a:cubicBezTo>
                    <a:pt x="10597" y="168"/>
                    <a:pt x="10645" y="203"/>
                    <a:pt x="10704" y="203"/>
                  </a:cubicBezTo>
                  <a:lnTo>
                    <a:pt x="11157" y="203"/>
                  </a:lnTo>
                  <a:cubicBezTo>
                    <a:pt x="11204" y="203"/>
                    <a:pt x="11252" y="168"/>
                    <a:pt x="11252" y="108"/>
                  </a:cubicBezTo>
                  <a:cubicBezTo>
                    <a:pt x="11252" y="49"/>
                    <a:pt x="11204" y="1"/>
                    <a:pt x="11157" y="1"/>
                  </a:cubicBezTo>
                  <a:close/>
                  <a:moveTo>
                    <a:pt x="12026" y="1"/>
                  </a:moveTo>
                  <a:cubicBezTo>
                    <a:pt x="11966" y="1"/>
                    <a:pt x="11919" y="49"/>
                    <a:pt x="11919" y="108"/>
                  </a:cubicBezTo>
                  <a:cubicBezTo>
                    <a:pt x="11919" y="168"/>
                    <a:pt x="11966" y="203"/>
                    <a:pt x="12026" y="203"/>
                  </a:cubicBezTo>
                  <a:lnTo>
                    <a:pt x="12478" y="203"/>
                  </a:lnTo>
                  <a:cubicBezTo>
                    <a:pt x="12538" y="203"/>
                    <a:pt x="12585" y="168"/>
                    <a:pt x="12585" y="108"/>
                  </a:cubicBezTo>
                  <a:cubicBezTo>
                    <a:pt x="12585" y="49"/>
                    <a:pt x="12538" y="1"/>
                    <a:pt x="12478" y="1"/>
                  </a:cubicBezTo>
                  <a:close/>
                  <a:moveTo>
                    <a:pt x="13240" y="120"/>
                  </a:moveTo>
                  <a:cubicBezTo>
                    <a:pt x="13169" y="120"/>
                    <a:pt x="13133" y="168"/>
                    <a:pt x="13133" y="227"/>
                  </a:cubicBezTo>
                  <a:lnTo>
                    <a:pt x="13133" y="668"/>
                  </a:lnTo>
                  <a:cubicBezTo>
                    <a:pt x="13133" y="727"/>
                    <a:pt x="13181" y="775"/>
                    <a:pt x="13240" y="775"/>
                  </a:cubicBezTo>
                  <a:cubicBezTo>
                    <a:pt x="13288" y="775"/>
                    <a:pt x="13335" y="727"/>
                    <a:pt x="13335" y="668"/>
                  </a:cubicBezTo>
                  <a:lnTo>
                    <a:pt x="13335" y="227"/>
                  </a:lnTo>
                  <a:cubicBezTo>
                    <a:pt x="13335" y="168"/>
                    <a:pt x="13300" y="120"/>
                    <a:pt x="13240" y="120"/>
                  </a:cubicBezTo>
                  <a:close/>
                  <a:moveTo>
                    <a:pt x="13240" y="1442"/>
                  </a:moveTo>
                  <a:cubicBezTo>
                    <a:pt x="13169" y="1442"/>
                    <a:pt x="13133" y="1489"/>
                    <a:pt x="13133" y="1549"/>
                  </a:cubicBezTo>
                  <a:lnTo>
                    <a:pt x="13133" y="1989"/>
                  </a:lnTo>
                  <a:cubicBezTo>
                    <a:pt x="13133" y="2049"/>
                    <a:pt x="13181" y="2096"/>
                    <a:pt x="13240" y="2096"/>
                  </a:cubicBezTo>
                  <a:cubicBezTo>
                    <a:pt x="13288" y="2096"/>
                    <a:pt x="13335" y="2049"/>
                    <a:pt x="13335" y="1989"/>
                  </a:cubicBezTo>
                  <a:lnTo>
                    <a:pt x="13335" y="1549"/>
                  </a:lnTo>
                  <a:cubicBezTo>
                    <a:pt x="13335" y="1489"/>
                    <a:pt x="13300" y="1442"/>
                    <a:pt x="13240" y="1442"/>
                  </a:cubicBezTo>
                  <a:close/>
                  <a:moveTo>
                    <a:pt x="13240" y="2763"/>
                  </a:moveTo>
                  <a:cubicBezTo>
                    <a:pt x="13169" y="2763"/>
                    <a:pt x="13133" y="2811"/>
                    <a:pt x="13133" y="2870"/>
                  </a:cubicBezTo>
                  <a:lnTo>
                    <a:pt x="13133" y="3323"/>
                  </a:lnTo>
                  <a:cubicBezTo>
                    <a:pt x="13133" y="3382"/>
                    <a:pt x="13181" y="3418"/>
                    <a:pt x="13240" y="3418"/>
                  </a:cubicBezTo>
                  <a:cubicBezTo>
                    <a:pt x="13288" y="3418"/>
                    <a:pt x="13335" y="3382"/>
                    <a:pt x="13335" y="3323"/>
                  </a:cubicBezTo>
                  <a:lnTo>
                    <a:pt x="13335" y="2870"/>
                  </a:lnTo>
                  <a:cubicBezTo>
                    <a:pt x="13335" y="2811"/>
                    <a:pt x="13300" y="2763"/>
                    <a:pt x="13240" y="2763"/>
                  </a:cubicBezTo>
                  <a:close/>
                  <a:moveTo>
                    <a:pt x="13240" y="4097"/>
                  </a:moveTo>
                  <a:cubicBezTo>
                    <a:pt x="13169" y="4097"/>
                    <a:pt x="13133" y="4132"/>
                    <a:pt x="13133" y="4192"/>
                  </a:cubicBezTo>
                  <a:lnTo>
                    <a:pt x="13133" y="4644"/>
                  </a:lnTo>
                  <a:cubicBezTo>
                    <a:pt x="13133" y="4704"/>
                    <a:pt x="13181" y="4751"/>
                    <a:pt x="13240" y="4751"/>
                  </a:cubicBezTo>
                  <a:cubicBezTo>
                    <a:pt x="13288" y="4751"/>
                    <a:pt x="13335" y="4704"/>
                    <a:pt x="13335" y="4644"/>
                  </a:cubicBezTo>
                  <a:lnTo>
                    <a:pt x="13335" y="4192"/>
                  </a:lnTo>
                  <a:cubicBezTo>
                    <a:pt x="13335" y="4132"/>
                    <a:pt x="13300" y="4097"/>
                    <a:pt x="13240" y="4097"/>
                  </a:cubicBezTo>
                  <a:close/>
                  <a:moveTo>
                    <a:pt x="13240" y="5418"/>
                  </a:moveTo>
                  <a:cubicBezTo>
                    <a:pt x="13169" y="5418"/>
                    <a:pt x="13133" y="5454"/>
                    <a:pt x="13133" y="5513"/>
                  </a:cubicBezTo>
                  <a:lnTo>
                    <a:pt x="13133" y="5966"/>
                  </a:lnTo>
                  <a:cubicBezTo>
                    <a:pt x="13133" y="6025"/>
                    <a:pt x="13181" y="6073"/>
                    <a:pt x="13240" y="6073"/>
                  </a:cubicBezTo>
                  <a:cubicBezTo>
                    <a:pt x="13288" y="6073"/>
                    <a:pt x="13335" y="6025"/>
                    <a:pt x="13335" y="5966"/>
                  </a:cubicBezTo>
                  <a:lnTo>
                    <a:pt x="13335" y="5513"/>
                  </a:lnTo>
                  <a:cubicBezTo>
                    <a:pt x="13335" y="5454"/>
                    <a:pt x="13300" y="5418"/>
                    <a:pt x="13240" y="5418"/>
                  </a:cubicBezTo>
                  <a:close/>
                  <a:moveTo>
                    <a:pt x="13240" y="6740"/>
                  </a:moveTo>
                  <a:cubicBezTo>
                    <a:pt x="13169" y="6740"/>
                    <a:pt x="13133" y="6787"/>
                    <a:pt x="13133" y="6847"/>
                  </a:cubicBezTo>
                  <a:lnTo>
                    <a:pt x="13133" y="7288"/>
                  </a:lnTo>
                  <a:cubicBezTo>
                    <a:pt x="13133" y="7347"/>
                    <a:pt x="13181" y="7395"/>
                    <a:pt x="13240" y="7395"/>
                  </a:cubicBezTo>
                  <a:cubicBezTo>
                    <a:pt x="13288" y="7395"/>
                    <a:pt x="13335" y="7347"/>
                    <a:pt x="13335" y="7288"/>
                  </a:cubicBezTo>
                  <a:lnTo>
                    <a:pt x="13335" y="6847"/>
                  </a:lnTo>
                  <a:cubicBezTo>
                    <a:pt x="13335" y="6787"/>
                    <a:pt x="13300" y="6740"/>
                    <a:pt x="13240" y="6740"/>
                  </a:cubicBezTo>
                  <a:close/>
                  <a:moveTo>
                    <a:pt x="13240" y="8061"/>
                  </a:moveTo>
                  <a:cubicBezTo>
                    <a:pt x="13169" y="8061"/>
                    <a:pt x="13133" y="8109"/>
                    <a:pt x="13133" y="8169"/>
                  </a:cubicBezTo>
                  <a:lnTo>
                    <a:pt x="13133" y="8621"/>
                  </a:lnTo>
                  <a:cubicBezTo>
                    <a:pt x="13133" y="8681"/>
                    <a:pt x="13181" y="8716"/>
                    <a:pt x="13240" y="8716"/>
                  </a:cubicBezTo>
                  <a:cubicBezTo>
                    <a:pt x="13288" y="8716"/>
                    <a:pt x="13335" y="8657"/>
                    <a:pt x="13335" y="8621"/>
                  </a:cubicBezTo>
                  <a:lnTo>
                    <a:pt x="13335" y="8169"/>
                  </a:lnTo>
                  <a:cubicBezTo>
                    <a:pt x="13335" y="8109"/>
                    <a:pt x="13300" y="8061"/>
                    <a:pt x="13240" y="8061"/>
                  </a:cubicBezTo>
                  <a:close/>
                  <a:moveTo>
                    <a:pt x="13240" y="9383"/>
                  </a:moveTo>
                  <a:cubicBezTo>
                    <a:pt x="13169" y="9383"/>
                    <a:pt x="13133" y="9431"/>
                    <a:pt x="13133" y="9490"/>
                  </a:cubicBezTo>
                  <a:lnTo>
                    <a:pt x="13133" y="9943"/>
                  </a:lnTo>
                  <a:cubicBezTo>
                    <a:pt x="13133" y="10002"/>
                    <a:pt x="13181" y="10050"/>
                    <a:pt x="13240" y="10050"/>
                  </a:cubicBezTo>
                  <a:cubicBezTo>
                    <a:pt x="13288" y="10050"/>
                    <a:pt x="13335" y="9990"/>
                    <a:pt x="13335" y="9943"/>
                  </a:cubicBezTo>
                  <a:lnTo>
                    <a:pt x="13335" y="9490"/>
                  </a:lnTo>
                  <a:cubicBezTo>
                    <a:pt x="13335" y="9431"/>
                    <a:pt x="13300" y="9383"/>
                    <a:pt x="13240" y="9383"/>
                  </a:cubicBezTo>
                  <a:close/>
                  <a:moveTo>
                    <a:pt x="13240" y="10717"/>
                  </a:moveTo>
                  <a:cubicBezTo>
                    <a:pt x="13169" y="10717"/>
                    <a:pt x="13133" y="10752"/>
                    <a:pt x="13133" y="10812"/>
                  </a:cubicBezTo>
                  <a:lnTo>
                    <a:pt x="13133" y="11264"/>
                  </a:lnTo>
                  <a:cubicBezTo>
                    <a:pt x="13133" y="11324"/>
                    <a:pt x="13181" y="11371"/>
                    <a:pt x="13240" y="11371"/>
                  </a:cubicBezTo>
                  <a:cubicBezTo>
                    <a:pt x="13288" y="11371"/>
                    <a:pt x="13335" y="11312"/>
                    <a:pt x="13335" y="11264"/>
                  </a:cubicBezTo>
                  <a:lnTo>
                    <a:pt x="13335" y="10812"/>
                  </a:lnTo>
                  <a:cubicBezTo>
                    <a:pt x="13335" y="10752"/>
                    <a:pt x="13300" y="10717"/>
                    <a:pt x="13240" y="10717"/>
                  </a:cubicBezTo>
                  <a:close/>
                  <a:moveTo>
                    <a:pt x="13240" y="12038"/>
                  </a:moveTo>
                  <a:cubicBezTo>
                    <a:pt x="13169" y="12038"/>
                    <a:pt x="13133" y="12086"/>
                    <a:pt x="13133" y="12145"/>
                  </a:cubicBezTo>
                  <a:lnTo>
                    <a:pt x="13133" y="12586"/>
                  </a:lnTo>
                  <a:cubicBezTo>
                    <a:pt x="13133" y="12645"/>
                    <a:pt x="13181" y="12693"/>
                    <a:pt x="13240" y="12693"/>
                  </a:cubicBezTo>
                  <a:cubicBezTo>
                    <a:pt x="13288" y="12693"/>
                    <a:pt x="13335" y="12633"/>
                    <a:pt x="13335" y="12586"/>
                  </a:cubicBezTo>
                  <a:lnTo>
                    <a:pt x="13335" y="12145"/>
                  </a:lnTo>
                  <a:cubicBezTo>
                    <a:pt x="13335" y="12086"/>
                    <a:pt x="13300" y="12038"/>
                    <a:pt x="13240" y="12038"/>
                  </a:cubicBezTo>
                  <a:close/>
                  <a:moveTo>
                    <a:pt x="13240" y="13360"/>
                  </a:moveTo>
                  <a:cubicBezTo>
                    <a:pt x="13169" y="13360"/>
                    <a:pt x="13133" y="13407"/>
                    <a:pt x="13133" y="13467"/>
                  </a:cubicBezTo>
                  <a:lnTo>
                    <a:pt x="13133" y="13919"/>
                  </a:lnTo>
                  <a:cubicBezTo>
                    <a:pt x="13133" y="13979"/>
                    <a:pt x="13181" y="14015"/>
                    <a:pt x="13240" y="14015"/>
                  </a:cubicBezTo>
                  <a:cubicBezTo>
                    <a:pt x="13288" y="14015"/>
                    <a:pt x="13335" y="13955"/>
                    <a:pt x="13335" y="13919"/>
                  </a:cubicBezTo>
                  <a:lnTo>
                    <a:pt x="13335" y="13467"/>
                  </a:lnTo>
                  <a:cubicBezTo>
                    <a:pt x="13335" y="13407"/>
                    <a:pt x="13300" y="13360"/>
                    <a:pt x="13240" y="13360"/>
                  </a:cubicBezTo>
                  <a:close/>
                  <a:moveTo>
                    <a:pt x="13240" y="14681"/>
                  </a:moveTo>
                  <a:cubicBezTo>
                    <a:pt x="13169" y="14681"/>
                    <a:pt x="13133" y="14729"/>
                    <a:pt x="13133" y="14788"/>
                  </a:cubicBezTo>
                  <a:lnTo>
                    <a:pt x="13133" y="15241"/>
                  </a:lnTo>
                  <a:cubicBezTo>
                    <a:pt x="13133" y="15300"/>
                    <a:pt x="13181" y="15348"/>
                    <a:pt x="13240" y="15348"/>
                  </a:cubicBezTo>
                  <a:cubicBezTo>
                    <a:pt x="13288" y="15348"/>
                    <a:pt x="13335" y="15289"/>
                    <a:pt x="13335" y="15241"/>
                  </a:cubicBezTo>
                  <a:lnTo>
                    <a:pt x="13335" y="14788"/>
                  </a:lnTo>
                  <a:cubicBezTo>
                    <a:pt x="13335" y="14729"/>
                    <a:pt x="13300" y="14681"/>
                    <a:pt x="13240" y="14681"/>
                  </a:cubicBezTo>
                  <a:close/>
                  <a:moveTo>
                    <a:pt x="13240" y="15991"/>
                  </a:moveTo>
                  <a:cubicBezTo>
                    <a:pt x="13169" y="15991"/>
                    <a:pt x="13133" y="16039"/>
                    <a:pt x="13133" y="16098"/>
                  </a:cubicBezTo>
                  <a:lnTo>
                    <a:pt x="13133" y="16551"/>
                  </a:lnTo>
                  <a:cubicBezTo>
                    <a:pt x="13133" y="16610"/>
                    <a:pt x="13181" y="16658"/>
                    <a:pt x="13240" y="16658"/>
                  </a:cubicBezTo>
                  <a:cubicBezTo>
                    <a:pt x="13288" y="16658"/>
                    <a:pt x="13335" y="16610"/>
                    <a:pt x="13335" y="16551"/>
                  </a:cubicBezTo>
                  <a:lnTo>
                    <a:pt x="13335" y="16098"/>
                  </a:lnTo>
                  <a:cubicBezTo>
                    <a:pt x="13335" y="16039"/>
                    <a:pt x="13300" y="15991"/>
                    <a:pt x="13240" y="15991"/>
                  </a:cubicBezTo>
                  <a:close/>
                  <a:moveTo>
                    <a:pt x="13240" y="17324"/>
                  </a:moveTo>
                  <a:cubicBezTo>
                    <a:pt x="13169" y="17324"/>
                    <a:pt x="13133" y="17360"/>
                    <a:pt x="13133" y="17420"/>
                  </a:cubicBezTo>
                  <a:lnTo>
                    <a:pt x="13133" y="17872"/>
                  </a:lnTo>
                  <a:cubicBezTo>
                    <a:pt x="13133" y="17932"/>
                    <a:pt x="13181" y="17979"/>
                    <a:pt x="13240" y="17979"/>
                  </a:cubicBezTo>
                  <a:cubicBezTo>
                    <a:pt x="13288" y="17979"/>
                    <a:pt x="13335" y="17932"/>
                    <a:pt x="13335" y="17872"/>
                  </a:cubicBezTo>
                  <a:lnTo>
                    <a:pt x="13335" y="17420"/>
                  </a:lnTo>
                  <a:cubicBezTo>
                    <a:pt x="13335" y="17360"/>
                    <a:pt x="13300" y="17324"/>
                    <a:pt x="13240" y="17324"/>
                  </a:cubicBezTo>
                  <a:close/>
                  <a:moveTo>
                    <a:pt x="13240" y="18646"/>
                  </a:moveTo>
                  <a:cubicBezTo>
                    <a:pt x="13169" y="18646"/>
                    <a:pt x="13133" y="18694"/>
                    <a:pt x="13133" y="18753"/>
                  </a:cubicBezTo>
                  <a:lnTo>
                    <a:pt x="13133" y="19194"/>
                  </a:lnTo>
                  <a:cubicBezTo>
                    <a:pt x="13133" y="19253"/>
                    <a:pt x="13181" y="19301"/>
                    <a:pt x="13240" y="19301"/>
                  </a:cubicBezTo>
                  <a:cubicBezTo>
                    <a:pt x="13288" y="19301"/>
                    <a:pt x="13335" y="19253"/>
                    <a:pt x="13335" y="19194"/>
                  </a:cubicBezTo>
                  <a:lnTo>
                    <a:pt x="13335" y="18753"/>
                  </a:lnTo>
                  <a:cubicBezTo>
                    <a:pt x="13335" y="18694"/>
                    <a:pt x="13300" y="18646"/>
                    <a:pt x="13240" y="18646"/>
                  </a:cubicBezTo>
                  <a:close/>
                  <a:moveTo>
                    <a:pt x="13240" y="19968"/>
                  </a:moveTo>
                  <a:cubicBezTo>
                    <a:pt x="13169" y="19968"/>
                    <a:pt x="13133" y="20015"/>
                    <a:pt x="13133" y="20075"/>
                  </a:cubicBezTo>
                  <a:lnTo>
                    <a:pt x="13133" y="20527"/>
                  </a:lnTo>
                  <a:cubicBezTo>
                    <a:pt x="13133" y="20587"/>
                    <a:pt x="13181" y="20622"/>
                    <a:pt x="13240" y="20622"/>
                  </a:cubicBezTo>
                  <a:cubicBezTo>
                    <a:pt x="13288" y="20622"/>
                    <a:pt x="13335" y="20575"/>
                    <a:pt x="13335" y="20527"/>
                  </a:cubicBezTo>
                  <a:lnTo>
                    <a:pt x="13335" y="20075"/>
                  </a:lnTo>
                  <a:cubicBezTo>
                    <a:pt x="13335" y="20015"/>
                    <a:pt x="13300" y="19968"/>
                    <a:pt x="13240" y="19968"/>
                  </a:cubicBezTo>
                  <a:close/>
                  <a:moveTo>
                    <a:pt x="13240" y="21289"/>
                  </a:moveTo>
                  <a:cubicBezTo>
                    <a:pt x="13169" y="21289"/>
                    <a:pt x="13133" y="21337"/>
                    <a:pt x="13133" y="21396"/>
                  </a:cubicBezTo>
                  <a:lnTo>
                    <a:pt x="13133" y="21849"/>
                  </a:lnTo>
                  <a:cubicBezTo>
                    <a:pt x="13133" y="21908"/>
                    <a:pt x="13181" y="21956"/>
                    <a:pt x="13240" y="21956"/>
                  </a:cubicBezTo>
                  <a:cubicBezTo>
                    <a:pt x="13288" y="21956"/>
                    <a:pt x="13335" y="21908"/>
                    <a:pt x="13335" y="21849"/>
                  </a:cubicBezTo>
                  <a:lnTo>
                    <a:pt x="13335" y="21396"/>
                  </a:lnTo>
                  <a:cubicBezTo>
                    <a:pt x="13335" y="21337"/>
                    <a:pt x="13300" y="21289"/>
                    <a:pt x="13240" y="21289"/>
                  </a:cubicBezTo>
                  <a:close/>
                  <a:moveTo>
                    <a:pt x="13240" y="22623"/>
                  </a:moveTo>
                  <a:cubicBezTo>
                    <a:pt x="13169" y="22623"/>
                    <a:pt x="13133" y="22658"/>
                    <a:pt x="13133" y="22718"/>
                  </a:cubicBezTo>
                  <a:lnTo>
                    <a:pt x="13133" y="23170"/>
                  </a:lnTo>
                  <a:cubicBezTo>
                    <a:pt x="13133" y="23230"/>
                    <a:pt x="13181" y="23278"/>
                    <a:pt x="13240" y="23278"/>
                  </a:cubicBezTo>
                  <a:cubicBezTo>
                    <a:pt x="13288" y="23278"/>
                    <a:pt x="13335" y="23230"/>
                    <a:pt x="13335" y="23170"/>
                  </a:cubicBezTo>
                  <a:lnTo>
                    <a:pt x="13335" y="22718"/>
                  </a:lnTo>
                  <a:cubicBezTo>
                    <a:pt x="13335" y="22658"/>
                    <a:pt x="13300" y="22623"/>
                    <a:pt x="13240" y="22623"/>
                  </a:cubicBezTo>
                  <a:close/>
                  <a:moveTo>
                    <a:pt x="13240" y="23944"/>
                  </a:moveTo>
                  <a:cubicBezTo>
                    <a:pt x="13169" y="23944"/>
                    <a:pt x="13133" y="23992"/>
                    <a:pt x="13133" y="24051"/>
                  </a:cubicBezTo>
                  <a:lnTo>
                    <a:pt x="13133" y="24492"/>
                  </a:lnTo>
                  <a:cubicBezTo>
                    <a:pt x="13133" y="24552"/>
                    <a:pt x="13181" y="24599"/>
                    <a:pt x="13240" y="24599"/>
                  </a:cubicBezTo>
                  <a:cubicBezTo>
                    <a:pt x="13288" y="24599"/>
                    <a:pt x="13335" y="24552"/>
                    <a:pt x="13335" y="24492"/>
                  </a:cubicBezTo>
                  <a:lnTo>
                    <a:pt x="13335" y="24051"/>
                  </a:lnTo>
                  <a:cubicBezTo>
                    <a:pt x="13335" y="23992"/>
                    <a:pt x="13300" y="23944"/>
                    <a:pt x="13240" y="23944"/>
                  </a:cubicBezTo>
                  <a:close/>
                  <a:moveTo>
                    <a:pt x="13240" y="25266"/>
                  </a:moveTo>
                  <a:cubicBezTo>
                    <a:pt x="13169" y="25266"/>
                    <a:pt x="13133" y="25314"/>
                    <a:pt x="13133" y="25373"/>
                  </a:cubicBezTo>
                  <a:lnTo>
                    <a:pt x="13133" y="25826"/>
                  </a:lnTo>
                  <a:cubicBezTo>
                    <a:pt x="13133" y="25885"/>
                    <a:pt x="13181" y="25921"/>
                    <a:pt x="13240" y="25921"/>
                  </a:cubicBezTo>
                  <a:cubicBezTo>
                    <a:pt x="13288" y="25921"/>
                    <a:pt x="13335" y="25885"/>
                    <a:pt x="13335" y="25826"/>
                  </a:cubicBezTo>
                  <a:lnTo>
                    <a:pt x="13335" y="25373"/>
                  </a:lnTo>
                  <a:cubicBezTo>
                    <a:pt x="13335" y="25314"/>
                    <a:pt x="13300" y="25266"/>
                    <a:pt x="13240" y="25266"/>
                  </a:cubicBezTo>
                  <a:close/>
                  <a:moveTo>
                    <a:pt x="13240" y="26599"/>
                  </a:moveTo>
                  <a:cubicBezTo>
                    <a:pt x="13169" y="26599"/>
                    <a:pt x="13133" y="26635"/>
                    <a:pt x="13133" y="26695"/>
                  </a:cubicBezTo>
                  <a:lnTo>
                    <a:pt x="13133" y="27147"/>
                  </a:lnTo>
                  <a:cubicBezTo>
                    <a:pt x="13133" y="27207"/>
                    <a:pt x="13181" y="27254"/>
                    <a:pt x="13240" y="27254"/>
                  </a:cubicBezTo>
                  <a:cubicBezTo>
                    <a:pt x="13288" y="27254"/>
                    <a:pt x="13335" y="27207"/>
                    <a:pt x="13335" y="27147"/>
                  </a:cubicBezTo>
                  <a:lnTo>
                    <a:pt x="13335" y="26695"/>
                  </a:lnTo>
                  <a:cubicBezTo>
                    <a:pt x="13335" y="26635"/>
                    <a:pt x="13300" y="26599"/>
                    <a:pt x="13240" y="26599"/>
                  </a:cubicBezTo>
                  <a:close/>
                  <a:moveTo>
                    <a:pt x="13240" y="27921"/>
                  </a:moveTo>
                  <a:cubicBezTo>
                    <a:pt x="13169" y="27921"/>
                    <a:pt x="13133" y="27969"/>
                    <a:pt x="13133" y="28028"/>
                  </a:cubicBezTo>
                  <a:lnTo>
                    <a:pt x="13133" y="28469"/>
                  </a:lnTo>
                  <a:cubicBezTo>
                    <a:pt x="13133" y="28528"/>
                    <a:pt x="13181" y="28576"/>
                    <a:pt x="13240" y="28576"/>
                  </a:cubicBezTo>
                  <a:cubicBezTo>
                    <a:pt x="13288" y="28576"/>
                    <a:pt x="13335" y="28528"/>
                    <a:pt x="13335" y="28469"/>
                  </a:cubicBezTo>
                  <a:lnTo>
                    <a:pt x="13335" y="28028"/>
                  </a:lnTo>
                  <a:cubicBezTo>
                    <a:pt x="13335" y="27957"/>
                    <a:pt x="13300" y="27921"/>
                    <a:pt x="13240" y="27921"/>
                  </a:cubicBezTo>
                  <a:close/>
                  <a:moveTo>
                    <a:pt x="13240" y="29243"/>
                  </a:moveTo>
                  <a:cubicBezTo>
                    <a:pt x="13169" y="29243"/>
                    <a:pt x="13133" y="29290"/>
                    <a:pt x="13133" y="29350"/>
                  </a:cubicBezTo>
                  <a:lnTo>
                    <a:pt x="13133" y="29790"/>
                  </a:lnTo>
                  <a:cubicBezTo>
                    <a:pt x="13133" y="29850"/>
                    <a:pt x="13181" y="29897"/>
                    <a:pt x="13240" y="29897"/>
                  </a:cubicBezTo>
                  <a:cubicBezTo>
                    <a:pt x="13288" y="29897"/>
                    <a:pt x="13335" y="29850"/>
                    <a:pt x="13335" y="29790"/>
                  </a:cubicBezTo>
                  <a:lnTo>
                    <a:pt x="13335" y="29350"/>
                  </a:lnTo>
                  <a:cubicBezTo>
                    <a:pt x="13335" y="29290"/>
                    <a:pt x="13300" y="29243"/>
                    <a:pt x="13240" y="29243"/>
                  </a:cubicBezTo>
                  <a:close/>
                  <a:moveTo>
                    <a:pt x="13240" y="30564"/>
                  </a:moveTo>
                  <a:cubicBezTo>
                    <a:pt x="13169" y="30564"/>
                    <a:pt x="13133" y="30612"/>
                    <a:pt x="13133" y="30671"/>
                  </a:cubicBezTo>
                  <a:lnTo>
                    <a:pt x="13133" y="31112"/>
                  </a:lnTo>
                  <a:cubicBezTo>
                    <a:pt x="13133" y="31183"/>
                    <a:pt x="13181" y="31219"/>
                    <a:pt x="13240" y="31219"/>
                  </a:cubicBezTo>
                  <a:cubicBezTo>
                    <a:pt x="13288" y="31219"/>
                    <a:pt x="13335" y="31183"/>
                    <a:pt x="13335" y="31112"/>
                  </a:cubicBezTo>
                  <a:lnTo>
                    <a:pt x="13335" y="30671"/>
                  </a:lnTo>
                  <a:cubicBezTo>
                    <a:pt x="13335" y="30612"/>
                    <a:pt x="13300" y="30564"/>
                    <a:pt x="13240" y="30564"/>
                  </a:cubicBezTo>
                  <a:close/>
                  <a:moveTo>
                    <a:pt x="13240" y="31898"/>
                  </a:moveTo>
                  <a:cubicBezTo>
                    <a:pt x="13169" y="31898"/>
                    <a:pt x="13133" y="31933"/>
                    <a:pt x="13133" y="31993"/>
                  </a:cubicBezTo>
                  <a:lnTo>
                    <a:pt x="13133" y="32445"/>
                  </a:lnTo>
                  <a:cubicBezTo>
                    <a:pt x="13133" y="32505"/>
                    <a:pt x="13181" y="32553"/>
                    <a:pt x="13240" y="32553"/>
                  </a:cubicBezTo>
                  <a:cubicBezTo>
                    <a:pt x="13288" y="32553"/>
                    <a:pt x="13335" y="32505"/>
                    <a:pt x="13335" y="32445"/>
                  </a:cubicBezTo>
                  <a:lnTo>
                    <a:pt x="13335" y="31993"/>
                  </a:lnTo>
                  <a:cubicBezTo>
                    <a:pt x="13335" y="31933"/>
                    <a:pt x="13300" y="31898"/>
                    <a:pt x="13240" y="31898"/>
                  </a:cubicBezTo>
                  <a:close/>
                  <a:moveTo>
                    <a:pt x="13240" y="33219"/>
                  </a:moveTo>
                  <a:cubicBezTo>
                    <a:pt x="13169" y="33219"/>
                    <a:pt x="13133" y="33267"/>
                    <a:pt x="13133" y="33326"/>
                  </a:cubicBezTo>
                  <a:lnTo>
                    <a:pt x="13133" y="33767"/>
                  </a:lnTo>
                  <a:cubicBezTo>
                    <a:pt x="13133" y="33827"/>
                    <a:pt x="13181" y="33874"/>
                    <a:pt x="13240" y="33874"/>
                  </a:cubicBezTo>
                  <a:cubicBezTo>
                    <a:pt x="13288" y="33874"/>
                    <a:pt x="13335" y="33815"/>
                    <a:pt x="13335" y="33767"/>
                  </a:cubicBezTo>
                  <a:lnTo>
                    <a:pt x="13335" y="33326"/>
                  </a:lnTo>
                  <a:cubicBezTo>
                    <a:pt x="13335" y="33255"/>
                    <a:pt x="13300" y="33219"/>
                    <a:pt x="13240" y="33219"/>
                  </a:cubicBezTo>
                  <a:close/>
                  <a:moveTo>
                    <a:pt x="13240" y="34541"/>
                  </a:moveTo>
                  <a:cubicBezTo>
                    <a:pt x="13169" y="34541"/>
                    <a:pt x="13133" y="34589"/>
                    <a:pt x="13133" y="34648"/>
                  </a:cubicBezTo>
                  <a:lnTo>
                    <a:pt x="13133" y="35089"/>
                  </a:lnTo>
                  <a:cubicBezTo>
                    <a:pt x="13133" y="35148"/>
                    <a:pt x="13181" y="35196"/>
                    <a:pt x="13240" y="35196"/>
                  </a:cubicBezTo>
                  <a:cubicBezTo>
                    <a:pt x="13288" y="35196"/>
                    <a:pt x="13335" y="35136"/>
                    <a:pt x="13335" y="35089"/>
                  </a:cubicBezTo>
                  <a:lnTo>
                    <a:pt x="13335" y="34648"/>
                  </a:lnTo>
                  <a:cubicBezTo>
                    <a:pt x="13335" y="34589"/>
                    <a:pt x="13300" y="34541"/>
                    <a:pt x="13240" y="34541"/>
                  </a:cubicBezTo>
                  <a:close/>
                  <a:moveTo>
                    <a:pt x="13240" y="35862"/>
                  </a:moveTo>
                  <a:cubicBezTo>
                    <a:pt x="13169" y="35862"/>
                    <a:pt x="13133" y="35910"/>
                    <a:pt x="13133" y="35970"/>
                  </a:cubicBezTo>
                  <a:lnTo>
                    <a:pt x="13133" y="36422"/>
                  </a:lnTo>
                  <a:cubicBezTo>
                    <a:pt x="13133" y="36482"/>
                    <a:pt x="13181" y="36517"/>
                    <a:pt x="13240" y="36517"/>
                  </a:cubicBezTo>
                  <a:cubicBezTo>
                    <a:pt x="13288" y="36517"/>
                    <a:pt x="13335" y="36458"/>
                    <a:pt x="13335" y="36422"/>
                  </a:cubicBezTo>
                  <a:lnTo>
                    <a:pt x="13335" y="35970"/>
                  </a:lnTo>
                  <a:cubicBezTo>
                    <a:pt x="13335" y="35910"/>
                    <a:pt x="13300" y="35862"/>
                    <a:pt x="13240" y="35862"/>
                  </a:cubicBezTo>
                  <a:close/>
                  <a:moveTo>
                    <a:pt x="13240" y="37184"/>
                  </a:moveTo>
                  <a:cubicBezTo>
                    <a:pt x="13169" y="37184"/>
                    <a:pt x="13133" y="37232"/>
                    <a:pt x="13133" y="37291"/>
                  </a:cubicBezTo>
                  <a:lnTo>
                    <a:pt x="13133" y="37744"/>
                  </a:lnTo>
                  <a:cubicBezTo>
                    <a:pt x="13133" y="37803"/>
                    <a:pt x="13181" y="37851"/>
                    <a:pt x="13240" y="37851"/>
                  </a:cubicBezTo>
                  <a:cubicBezTo>
                    <a:pt x="13288" y="37851"/>
                    <a:pt x="13335" y="37791"/>
                    <a:pt x="13335" y="37744"/>
                  </a:cubicBezTo>
                  <a:lnTo>
                    <a:pt x="13335" y="37291"/>
                  </a:lnTo>
                  <a:cubicBezTo>
                    <a:pt x="13335" y="37232"/>
                    <a:pt x="13300" y="37184"/>
                    <a:pt x="13240" y="37184"/>
                  </a:cubicBezTo>
                  <a:close/>
                  <a:moveTo>
                    <a:pt x="13240" y="38518"/>
                  </a:moveTo>
                  <a:cubicBezTo>
                    <a:pt x="13169" y="38518"/>
                    <a:pt x="13133" y="38565"/>
                    <a:pt x="13133" y="38625"/>
                  </a:cubicBezTo>
                  <a:lnTo>
                    <a:pt x="13133" y="39065"/>
                  </a:lnTo>
                  <a:cubicBezTo>
                    <a:pt x="13133" y="39125"/>
                    <a:pt x="13181" y="39172"/>
                    <a:pt x="13240" y="39172"/>
                  </a:cubicBezTo>
                  <a:cubicBezTo>
                    <a:pt x="13288" y="39172"/>
                    <a:pt x="13335" y="39113"/>
                    <a:pt x="13335" y="39065"/>
                  </a:cubicBezTo>
                  <a:lnTo>
                    <a:pt x="13335" y="38625"/>
                  </a:lnTo>
                  <a:cubicBezTo>
                    <a:pt x="13335" y="38553"/>
                    <a:pt x="13300" y="38518"/>
                    <a:pt x="13240" y="38518"/>
                  </a:cubicBezTo>
                  <a:close/>
                  <a:moveTo>
                    <a:pt x="13240" y="39839"/>
                  </a:moveTo>
                  <a:cubicBezTo>
                    <a:pt x="13169" y="39839"/>
                    <a:pt x="13133" y="39887"/>
                    <a:pt x="13133" y="39946"/>
                  </a:cubicBezTo>
                  <a:lnTo>
                    <a:pt x="13133" y="40387"/>
                  </a:lnTo>
                  <a:cubicBezTo>
                    <a:pt x="13133" y="40446"/>
                    <a:pt x="13181" y="40494"/>
                    <a:pt x="13240" y="40494"/>
                  </a:cubicBezTo>
                  <a:cubicBezTo>
                    <a:pt x="13288" y="40494"/>
                    <a:pt x="13335" y="40434"/>
                    <a:pt x="13335" y="40387"/>
                  </a:cubicBezTo>
                  <a:lnTo>
                    <a:pt x="13335" y="39946"/>
                  </a:lnTo>
                  <a:cubicBezTo>
                    <a:pt x="13335" y="39887"/>
                    <a:pt x="13300" y="39839"/>
                    <a:pt x="13240" y="39839"/>
                  </a:cubicBezTo>
                  <a:close/>
                  <a:moveTo>
                    <a:pt x="13240" y="41149"/>
                  </a:moveTo>
                  <a:cubicBezTo>
                    <a:pt x="13169" y="41149"/>
                    <a:pt x="13133" y="41196"/>
                    <a:pt x="13133" y="41256"/>
                  </a:cubicBezTo>
                  <a:lnTo>
                    <a:pt x="13133" y="41697"/>
                  </a:lnTo>
                  <a:cubicBezTo>
                    <a:pt x="13133" y="41756"/>
                    <a:pt x="13181" y="41804"/>
                    <a:pt x="13240" y="41804"/>
                  </a:cubicBezTo>
                  <a:cubicBezTo>
                    <a:pt x="13288" y="41804"/>
                    <a:pt x="13335" y="41756"/>
                    <a:pt x="13335" y="41697"/>
                  </a:cubicBezTo>
                  <a:lnTo>
                    <a:pt x="13335" y="41256"/>
                  </a:lnTo>
                  <a:cubicBezTo>
                    <a:pt x="13335" y="41196"/>
                    <a:pt x="13300" y="41149"/>
                    <a:pt x="13240" y="41149"/>
                  </a:cubicBezTo>
                  <a:close/>
                  <a:moveTo>
                    <a:pt x="13240" y="42470"/>
                  </a:moveTo>
                  <a:cubicBezTo>
                    <a:pt x="13169" y="42470"/>
                    <a:pt x="13133" y="42518"/>
                    <a:pt x="13133" y="42578"/>
                  </a:cubicBezTo>
                  <a:lnTo>
                    <a:pt x="13133" y="43018"/>
                  </a:lnTo>
                  <a:cubicBezTo>
                    <a:pt x="13133" y="43090"/>
                    <a:pt x="13181" y="43125"/>
                    <a:pt x="13240" y="43125"/>
                  </a:cubicBezTo>
                  <a:cubicBezTo>
                    <a:pt x="13288" y="43125"/>
                    <a:pt x="13335" y="43090"/>
                    <a:pt x="13335" y="43018"/>
                  </a:cubicBezTo>
                  <a:lnTo>
                    <a:pt x="13335" y="42578"/>
                  </a:lnTo>
                  <a:cubicBezTo>
                    <a:pt x="13335" y="42518"/>
                    <a:pt x="13300" y="42470"/>
                    <a:pt x="13240" y="42470"/>
                  </a:cubicBezTo>
                  <a:close/>
                  <a:moveTo>
                    <a:pt x="13240" y="43804"/>
                  </a:moveTo>
                  <a:cubicBezTo>
                    <a:pt x="13169" y="43804"/>
                    <a:pt x="13133" y="43840"/>
                    <a:pt x="13133" y="43899"/>
                  </a:cubicBezTo>
                  <a:lnTo>
                    <a:pt x="13133" y="44352"/>
                  </a:lnTo>
                  <a:cubicBezTo>
                    <a:pt x="13133" y="44411"/>
                    <a:pt x="13181" y="44459"/>
                    <a:pt x="13240" y="44459"/>
                  </a:cubicBezTo>
                  <a:cubicBezTo>
                    <a:pt x="13288" y="44459"/>
                    <a:pt x="13335" y="44411"/>
                    <a:pt x="13335" y="44352"/>
                  </a:cubicBezTo>
                  <a:lnTo>
                    <a:pt x="13335" y="43899"/>
                  </a:lnTo>
                  <a:cubicBezTo>
                    <a:pt x="13335" y="43840"/>
                    <a:pt x="13300" y="43804"/>
                    <a:pt x="13240" y="43804"/>
                  </a:cubicBezTo>
                  <a:close/>
                  <a:moveTo>
                    <a:pt x="13240" y="45126"/>
                  </a:moveTo>
                  <a:cubicBezTo>
                    <a:pt x="13169" y="45126"/>
                    <a:pt x="13133" y="45173"/>
                    <a:pt x="13133" y="45233"/>
                  </a:cubicBezTo>
                  <a:lnTo>
                    <a:pt x="13133" y="45673"/>
                  </a:lnTo>
                  <a:cubicBezTo>
                    <a:pt x="13133" y="45733"/>
                    <a:pt x="13181" y="45780"/>
                    <a:pt x="13240" y="45780"/>
                  </a:cubicBezTo>
                  <a:cubicBezTo>
                    <a:pt x="13288" y="45780"/>
                    <a:pt x="13335" y="45733"/>
                    <a:pt x="13335" y="45673"/>
                  </a:cubicBezTo>
                  <a:lnTo>
                    <a:pt x="13335" y="45233"/>
                  </a:lnTo>
                  <a:cubicBezTo>
                    <a:pt x="13335" y="45161"/>
                    <a:pt x="13300" y="45126"/>
                    <a:pt x="13240" y="45126"/>
                  </a:cubicBezTo>
                  <a:close/>
                  <a:moveTo>
                    <a:pt x="13240" y="46447"/>
                  </a:moveTo>
                  <a:cubicBezTo>
                    <a:pt x="13169" y="46447"/>
                    <a:pt x="13133" y="46495"/>
                    <a:pt x="13133" y="46554"/>
                  </a:cubicBezTo>
                  <a:lnTo>
                    <a:pt x="13133" y="46995"/>
                  </a:lnTo>
                  <a:cubicBezTo>
                    <a:pt x="13133" y="47054"/>
                    <a:pt x="13181" y="47102"/>
                    <a:pt x="13240" y="47102"/>
                  </a:cubicBezTo>
                  <a:cubicBezTo>
                    <a:pt x="13288" y="47102"/>
                    <a:pt x="13335" y="47054"/>
                    <a:pt x="13335" y="46995"/>
                  </a:cubicBezTo>
                  <a:lnTo>
                    <a:pt x="13335" y="46554"/>
                  </a:lnTo>
                  <a:cubicBezTo>
                    <a:pt x="13335" y="46495"/>
                    <a:pt x="13300" y="46447"/>
                    <a:pt x="13240" y="46447"/>
                  </a:cubicBezTo>
                  <a:close/>
                  <a:moveTo>
                    <a:pt x="13240" y="47769"/>
                  </a:moveTo>
                  <a:cubicBezTo>
                    <a:pt x="13169" y="47769"/>
                    <a:pt x="13133" y="47816"/>
                    <a:pt x="13133" y="47876"/>
                  </a:cubicBezTo>
                  <a:lnTo>
                    <a:pt x="13133" y="48328"/>
                  </a:lnTo>
                  <a:cubicBezTo>
                    <a:pt x="13133" y="48388"/>
                    <a:pt x="13181" y="48424"/>
                    <a:pt x="13240" y="48424"/>
                  </a:cubicBezTo>
                  <a:cubicBezTo>
                    <a:pt x="13288" y="48424"/>
                    <a:pt x="13335" y="48388"/>
                    <a:pt x="13335" y="48328"/>
                  </a:cubicBezTo>
                  <a:lnTo>
                    <a:pt x="13335" y="47876"/>
                  </a:lnTo>
                  <a:cubicBezTo>
                    <a:pt x="13335" y="47816"/>
                    <a:pt x="13300" y="47769"/>
                    <a:pt x="13240" y="47769"/>
                  </a:cubicBezTo>
                  <a:close/>
                  <a:moveTo>
                    <a:pt x="13240" y="49090"/>
                  </a:moveTo>
                  <a:cubicBezTo>
                    <a:pt x="13169" y="49090"/>
                    <a:pt x="13133" y="49138"/>
                    <a:pt x="13133" y="49197"/>
                  </a:cubicBezTo>
                  <a:lnTo>
                    <a:pt x="13133" y="49567"/>
                  </a:lnTo>
                  <a:cubicBezTo>
                    <a:pt x="13133" y="49638"/>
                    <a:pt x="13181" y="49674"/>
                    <a:pt x="13240" y="49674"/>
                  </a:cubicBezTo>
                  <a:lnTo>
                    <a:pt x="13312" y="49674"/>
                  </a:lnTo>
                  <a:cubicBezTo>
                    <a:pt x="13371" y="49674"/>
                    <a:pt x="13419" y="49638"/>
                    <a:pt x="13419" y="49567"/>
                  </a:cubicBezTo>
                  <a:cubicBezTo>
                    <a:pt x="13419" y="49531"/>
                    <a:pt x="13383" y="49483"/>
                    <a:pt x="13335" y="49471"/>
                  </a:cubicBezTo>
                  <a:lnTo>
                    <a:pt x="13335" y="49197"/>
                  </a:lnTo>
                  <a:cubicBezTo>
                    <a:pt x="13335" y="49138"/>
                    <a:pt x="13300" y="49090"/>
                    <a:pt x="13240" y="49090"/>
                  </a:cubicBezTo>
                  <a:close/>
                  <a:moveTo>
                    <a:pt x="14181" y="49471"/>
                  </a:moveTo>
                  <a:cubicBezTo>
                    <a:pt x="14121" y="49471"/>
                    <a:pt x="14086" y="49519"/>
                    <a:pt x="14086" y="49567"/>
                  </a:cubicBezTo>
                  <a:cubicBezTo>
                    <a:pt x="14086" y="49638"/>
                    <a:pt x="14133" y="49674"/>
                    <a:pt x="14181" y="49674"/>
                  </a:cubicBezTo>
                  <a:lnTo>
                    <a:pt x="14633" y="49674"/>
                  </a:lnTo>
                  <a:cubicBezTo>
                    <a:pt x="14693" y="49674"/>
                    <a:pt x="14740" y="49638"/>
                    <a:pt x="14740" y="49567"/>
                  </a:cubicBezTo>
                  <a:cubicBezTo>
                    <a:pt x="14740" y="49507"/>
                    <a:pt x="14693" y="49471"/>
                    <a:pt x="14633" y="49471"/>
                  </a:cubicBezTo>
                  <a:close/>
                  <a:moveTo>
                    <a:pt x="15502" y="49471"/>
                  </a:moveTo>
                  <a:cubicBezTo>
                    <a:pt x="15431" y="49471"/>
                    <a:pt x="15395" y="49519"/>
                    <a:pt x="15395" y="49567"/>
                  </a:cubicBezTo>
                  <a:cubicBezTo>
                    <a:pt x="15395" y="49638"/>
                    <a:pt x="15443" y="49674"/>
                    <a:pt x="15502" y="49674"/>
                  </a:cubicBezTo>
                  <a:lnTo>
                    <a:pt x="15943" y="49674"/>
                  </a:lnTo>
                  <a:cubicBezTo>
                    <a:pt x="16014" y="49674"/>
                    <a:pt x="16062" y="49638"/>
                    <a:pt x="16050" y="49567"/>
                  </a:cubicBezTo>
                  <a:cubicBezTo>
                    <a:pt x="16050" y="49507"/>
                    <a:pt x="16002" y="49471"/>
                    <a:pt x="15943" y="49471"/>
                  </a:cubicBezTo>
                  <a:close/>
                  <a:moveTo>
                    <a:pt x="16824" y="49471"/>
                  </a:moveTo>
                  <a:cubicBezTo>
                    <a:pt x="16764" y="49471"/>
                    <a:pt x="16717" y="49519"/>
                    <a:pt x="16717" y="49567"/>
                  </a:cubicBezTo>
                  <a:cubicBezTo>
                    <a:pt x="16717" y="49638"/>
                    <a:pt x="16764" y="49674"/>
                    <a:pt x="16824" y="49674"/>
                  </a:cubicBezTo>
                  <a:lnTo>
                    <a:pt x="17264" y="49674"/>
                  </a:lnTo>
                  <a:cubicBezTo>
                    <a:pt x="17348" y="49674"/>
                    <a:pt x="17384" y="49638"/>
                    <a:pt x="17372" y="49567"/>
                  </a:cubicBezTo>
                  <a:cubicBezTo>
                    <a:pt x="17372" y="49507"/>
                    <a:pt x="17324" y="49471"/>
                    <a:pt x="17264" y="49471"/>
                  </a:cubicBezTo>
                  <a:close/>
                  <a:moveTo>
                    <a:pt x="18146" y="49471"/>
                  </a:moveTo>
                  <a:cubicBezTo>
                    <a:pt x="18086" y="49471"/>
                    <a:pt x="18038" y="49519"/>
                    <a:pt x="18038" y="49567"/>
                  </a:cubicBezTo>
                  <a:cubicBezTo>
                    <a:pt x="18038" y="49638"/>
                    <a:pt x="18086" y="49674"/>
                    <a:pt x="18146" y="49674"/>
                  </a:cubicBezTo>
                  <a:lnTo>
                    <a:pt x="18598" y="49674"/>
                  </a:lnTo>
                  <a:cubicBezTo>
                    <a:pt x="18646" y="49674"/>
                    <a:pt x="18717" y="49638"/>
                    <a:pt x="18693" y="49567"/>
                  </a:cubicBezTo>
                  <a:cubicBezTo>
                    <a:pt x="18693" y="49507"/>
                    <a:pt x="18646" y="49471"/>
                    <a:pt x="18598" y="49471"/>
                  </a:cubicBezTo>
                  <a:close/>
                  <a:moveTo>
                    <a:pt x="19467" y="49471"/>
                  </a:moveTo>
                  <a:cubicBezTo>
                    <a:pt x="19408" y="49471"/>
                    <a:pt x="19360" y="49519"/>
                    <a:pt x="19360" y="49567"/>
                  </a:cubicBezTo>
                  <a:cubicBezTo>
                    <a:pt x="19360" y="49638"/>
                    <a:pt x="19408" y="49674"/>
                    <a:pt x="19467" y="49674"/>
                  </a:cubicBezTo>
                  <a:lnTo>
                    <a:pt x="19920" y="49674"/>
                  </a:lnTo>
                  <a:cubicBezTo>
                    <a:pt x="19979" y="49674"/>
                    <a:pt x="20039" y="49638"/>
                    <a:pt x="20027" y="49567"/>
                  </a:cubicBezTo>
                  <a:cubicBezTo>
                    <a:pt x="20027" y="49507"/>
                    <a:pt x="19979" y="49471"/>
                    <a:pt x="19920" y="49471"/>
                  </a:cubicBezTo>
                  <a:close/>
                  <a:moveTo>
                    <a:pt x="20801" y="49471"/>
                  </a:moveTo>
                  <a:cubicBezTo>
                    <a:pt x="20741" y="49471"/>
                    <a:pt x="20693" y="49519"/>
                    <a:pt x="20693" y="49567"/>
                  </a:cubicBezTo>
                  <a:cubicBezTo>
                    <a:pt x="20693" y="49638"/>
                    <a:pt x="20741" y="49674"/>
                    <a:pt x="20801" y="49674"/>
                  </a:cubicBezTo>
                  <a:lnTo>
                    <a:pt x="21241" y="49674"/>
                  </a:lnTo>
                  <a:cubicBezTo>
                    <a:pt x="21301" y="49674"/>
                    <a:pt x="21360" y="49638"/>
                    <a:pt x="21348" y="49567"/>
                  </a:cubicBezTo>
                  <a:cubicBezTo>
                    <a:pt x="21348" y="49507"/>
                    <a:pt x="21301" y="49471"/>
                    <a:pt x="21241" y="49471"/>
                  </a:cubicBezTo>
                  <a:close/>
                  <a:moveTo>
                    <a:pt x="22122" y="49471"/>
                  </a:moveTo>
                  <a:cubicBezTo>
                    <a:pt x="22063" y="49471"/>
                    <a:pt x="22015" y="49519"/>
                    <a:pt x="22015" y="49567"/>
                  </a:cubicBezTo>
                  <a:cubicBezTo>
                    <a:pt x="22015" y="49638"/>
                    <a:pt x="22063" y="49674"/>
                    <a:pt x="22122" y="49674"/>
                  </a:cubicBezTo>
                  <a:lnTo>
                    <a:pt x="22563" y="49674"/>
                  </a:lnTo>
                  <a:cubicBezTo>
                    <a:pt x="22622" y="49674"/>
                    <a:pt x="22682" y="49638"/>
                    <a:pt x="22670" y="49567"/>
                  </a:cubicBezTo>
                  <a:cubicBezTo>
                    <a:pt x="22670" y="49507"/>
                    <a:pt x="22622" y="49471"/>
                    <a:pt x="22563" y="49471"/>
                  </a:cubicBezTo>
                  <a:close/>
                  <a:moveTo>
                    <a:pt x="23444" y="49471"/>
                  </a:moveTo>
                  <a:cubicBezTo>
                    <a:pt x="23384" y="49471"/>
                    <a:pt x="23337" y="49519"/>
                    <a:pt x="23337" y="49567"/>
                  </a:cubicBezTo>
                  <a:cubicBezTo>
                    <a:pt x="23337" y="49638"/>
                    <a:pt x="23384" y="49674"/>
                    <a:pt x="23444" y="49674"/>
                  </a:cubicBezTo>
                  <a:lnTo>
                    <a:pt x="23896" y="49674"/>
                  </a:lnTo>
                  <a:cubicBezTo>
                    <a:pt x="23956" y="49674"/>
                    <a:pt x="24015" y="49638"/>
                    <a:pt x="23992" y="49567"/>
                  </a:cubicBezTo>
                  <a:cubicBezTo>
                    <a:pt x="23992" y="49507"/>
                    <a:pt x="23956" y="49471"/>
                    <a:pt x="23896" y="49471"/>
                  </a:cubicBezTo>
                  <a:close/>
                  <a:moveTo>
                    <a:pt x="24765" y="49471"/>
                  </a:moveTo>
                  <a:cubicBezTo>
                    <a:pt x="24706" y="49471"/>
                    <a:pt x="24670" y="49519"/>
                    <a:pt x="24670" y="49567"/>
                  </a:cubicBezTo>
                  <a:cubicBezTo>
                    <a:pt x="24670" y="49638"/>
                    <a:pt x="24706" y="49674"/>
                    <a:pt x="24765" y="49674"/>
                  </a:cubicBezTo>
                  <a:lnTo>
                    <a:pt x="25218" y="49674"/>
                  </a:lnTo>
                  <a:cubicBezTo>
                    <a:pt x="25277" y="49674"/>
                    <a:pt x="25337" y="49638"/>
                    <a:pt x="25325" y="49567"/>
                  </a:cubicBezTo>
                  <a:cubicBezTo>
                    <a:pt x="25325" y="49507"/>
                    <a:pt x="25277" y="49471"/>
                    <a:pt x="25218" y="49471"/>
                  </a:cubicBezTo>
                  <a:close/>
                  <a:moveTo>
                    <a:pt x="26099" y="49471"/>
                  </a:moveTo>
                  <a:cubicBezTo>
                    <a:pt x="26027" y="49471"/>
                    <a:pt x="25992" y="49519"/>
                    <a:pt x="25992" y="49567"/>
                  </a:cubicBezTo>
                  <a:cubicBezTo>
                    <a:pt x="25992" y="49638"/>
                    <a:pt x="26039" y="49674"/>
                    <a:pt x="26099" y="49674"/>
                  </a:cubicBezTo>
                  <a:lnTo>
                    <a:pt x="26539" y="49674"/>
                  </a:lnTo>
                  <a:cubicBezTo>
                    <a:pt x="26599" y="49674"/>
                    <a:pt x="26647" y="49638"/>
                    <a:pt x="26647" y="49567"/>
                  </a:cubicBezTo>
                  <a:cubicBezTo>
                    <a:pt x="26647" y="49507"/>
                    <a:pt x="26599" y="49471"/>
                    <a:pt x="26539" y="49471"/>
                  </a:cubicBezTo>
                  <a:close/>
                  <a:moveTo>
                    <a:pt x="27421" y="49471"/>
                  </a:moveTo>
                  <a:cubicBezTo>
                    <a:pt x="27361" y="49471"/>
                    <a:pt x="27313" y="49519"/>
                    <a:pt x="27313" y="49567"/>
                  </a:cubicBezTo>
                  <a:cubicBezTo>
                    <a:pt x="27313" y="49638"/>
                    <a:pt x="27361" y="49674"/>
                    <a:pt x="27421" y="49674"/>
                  </a:cubicBezTo>
                  <a:lnTo>
                    <a:pt x="27861" y="49674"/>
                  </a:lnTo>
                  <a:cubicBezTo>
                    <a:pt x="27921" y="49674"/>
                    <a:pt x="27968" y="49638"/>
                    <a:pt x="27968" y="49567"/>
                  </a:cubicBezTo>
                  <a:cubicBezTo>
                    <a:pt x="27968" y="49507"/>
                    <a:pt x="27921" y="49471"/>
                    <a:pt x="27861" y="49471"/>
                  </a:cubicBezTo>
                  <a:close/>
                  <a:moveTo>
                    <a:pt x="28742" y="49471"/>
                  </a:moveTo>
                  <a:cubicBezTo>
                    <a:pt x="28683" y="49471"/>
                    <a:pt x="28635" y="49519"/>
                    <a:pt x="28635" y="49567"/>
                  </a:cubicBezTo>
                  <a:cubicBezTo>
                    <a:pt x="28635" y="49638"/>
                    <a:pt x="28683" y="49674"/>
                    <a:pt x="28742" y="49674"/>
                  </a:cubicBezTo>
                  <a:lnTo>
                    <a:pt x="29028" y="49674"/>
                  </a:lnTo>
                  <a:cubicBezTo>
                    <a:pt x="29087" y="49674"/>
                    <a:pt x="29135" y="49638"/>
                    <a:pt x="29135" y="49567"/>
                  </a:cubicBezTo>
                  <a:cubicBezTo>
                    <a:pt x="29135" y="49507"/>
                    <a:pt x="29087" y="49471"/>
                    <a:pt x="29028" y="49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2051;p44">
              <a:extLst>
                <a:ext uri="{FF2B5EF4-FFF2-40B4-BE49-F238E27FC236}">
                  <a16:creationId xmlns:a16="http://schemas.microsoft.com/office/drawing/2014/main" id="{A2E221FE-0A4B-8BA1-EE79-C0F7CEB6A1DC}"/>
                </a:ext>
              </a:extLst>
            </p:cNvPr>
            <p:cNvSpPr/>
            <p:nvPr/>
          </p:nvSpPr>
          <p:spPr>
            <a:xfrm>
              <a:off x="2129718" y="3794038"/>
              <a:ext cx="445825" cy="823504"/>
            </a:xfrm>
            <a:custGeom>
              <a:avLst/>
              <a:gdLst/>
              <a:ahLst/>
              <a:cxnLst/>
              <a:rect l="l" t="t" r="r" b="b"/>
              <a:pathLst>
                <a:path w="11895" h="21694" extrusionOk="0">
                  <a:moveTo>
                    <a:pt x="2310" y="0"/>
                  </a:moveTo>
                  <a:cubicBezTo>
                    <a:pt x="1060" y="0"/>
                    <a:pt x="0" y="1000"/>
                    <a:pt x="0" y="2262"/>
                  </a:cubicBezTo>
                  <a:lnTo>
                    <a:pt x="0" y="19431"/>
                  </a:lnTo>
                  <a:cubicBezTo>
                    <a:pt x="0" y="20681"/>
                    <a:pt x="1036" y="21693"/>
                    <a:pt x="2274" y="21693"/>
                  </a:cubicBezTo>
                  <a:lnTo>
                    <a:pt x="9608" y="21681"/>
                  </a:lnTo>
                  <a:cubicBezTo>
                    <a:pt x="10859" y="21681"/>
                    <a:pt x="11871" y="20669"/>
                    <a:pt x="11871" y="19419"/>
                  </a:cubicBezTo>
                  <a:lnTo>
                    <a:pt x="11894" y="2238"/>
                  </a:lnTo>
                  <a:cubicBezTo>
                    <a:pt x="11894" y="1012"/>
                    <a:pt x="10882" y="0"/>
                    <a:pt x="9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2052;p44">
              <a:extLst>
                <a:ext uri="{FF2B5EF4-FFF2-40B4-BE49-F238E27FC236}">
                  <a16:creationId xmlns:a16="http://schemas.microsoft.com/office/drawing/2014/main" id="{E8CB11EE-07F6-00B3-9F66-352FF910DD37}"/>
                </a:ext>
              </a:extLst>
            </p:cNvPr>
            <p:cNvSpPr/>
            <p:nvPr/>
          </p:nvSpPr>
          <p:spPr>
            <a:xfrm>
              <a:off x="2112290" y="3808957"/>
              <a:ext cx="441814" cy="814470"/>
            </a:xfrm>
            <a:custGeom>
              <a:avLst/>
              <a:gdLst/>
              <a:ahLst/>
              <a:cxnLst/>
              <a:rect l="l" t="t" r="r" b="b"/>
              <a:pathLst>
                <a:path w="11788" h="21456" extrusionOk="0">
                  <a:moveTo>
                    <a:pt x="2275" y="0"/>
                  </a:moveTo>
                  <a:cubicBezTo>
                    <a:pt x="1048" y="0"/>
                    <a:pt x="1" y="1012"/>
                    <a:pt x="1" y="2238"/>
                  </a:cubicBezTo>
                  <a:lnTo>
                    <a:pt x="1" y="19217"/>
                  </a:lnTo>
                  <a:cubicBezTo>
                    <a:pt x="1" y="20455"/>
                    <a:pt x="1025" y="21455"/>
                    <a:pt x="2263" y="21455"/>
                  </a:cubicBezTo>
                  <a:lnTo>
                    <a:pt x="9526" y="21431"/>
                  </a:lnTo>
                  <a:cubicBezTo>
                    <a:pt x="10764" y="21431"/>
                    <a:pt x="11776" y="20443"/>
                    <a:pt x="11776" y="19205"/>
                  </a:cubicBezTo>
                  <a:lnTo>
                    <a:pt x="11788" y="2226"/>
                  </a:lnTo>
                  <a:cubicBezTo>
                    <a:pt x="11764" y="1000"/>
                    <a:pt x="10764" y="0"/>
                    <a:pt x="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2053;p44">
              <a:extLst>
                <a:ext uri="{FF2B5EF4-FFF2-40B4-BE49-F238E27FC236}">
                  <a16:creationId xmlns:a16="http://schemas.microsoft.com/office/drawing/2014/main" id="{5247F297-28E4-311F-3ECA-5CEA5518BADF}"/>
                </a:ext>
              </a:extLst>
            </p:cNvPr>
            <p:cNvSpPr/>
            <p:nvPr/>
          </p:nvSpPr>
          <p:spPr>
            <a:xfrm>
              <a:off x="2281435" y="3860014"/>
              <a:ext cx="104457" cy="25813"/>
            </a:xfrm>
            <a:custGeom>
              <a:avLst/>
              <a:gdLst/>
              <a:ahLst/>
              <a:cxnLst/>
              <a:rect l="l" t="t" r="r" b="b"/>
              <a:pathLst>
                <a:path w="2787" h="680" extrusionOk="0">
                  <a:moveTo>
                    <a:pt x="345" y="0"/>
                  </a:moveTo>
                  <a:cubicBezTo>
                    <a:pt x="143" y="0"/>
                    <a:pt x="0" y="143"/>
                    <a:pt x="0" y="346"/>
                  </a:cubicBezTo>
                  <a:cubicBezTo>
                    <a:pt x="0" y="536"/>
                    <a:pt x="167" y="679"/>
                    <a:pt x="345" y="679"/>
                  </a:cubicBezTo>
                  <a:lnTo>
                    <a:pt x="2441" y="679"/>
                  </a:lnTo>
                  <a:cubicBezTo>
                    <a:pt x="2631" y="679"/>
                    <a:pt x="2786" y="524"/>
                    <a:pt x="2786" y="346"/>
                  </a:cubicBezTo>
                  <a:cubicBezTo>
                    <a:pt x="2786" y="143"/>
                    <a:pt x="2620" y="0"/>
                    <a:pt x="24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2054;p44">
              <a:extLst>
                <a:ext uri="{FF2B5EF4-FFF2-40B4-BE49-F238E27FC236}">
                  <a16:creationId xmlns:a16="http://schemas.microsoft.com/office/drawing/2014/main" id="{A7CD4461-F4A5-73F4-B14F-8FB3B7A948B2}"/>
                </a:ext>
              </a:extLst>
            </p:cNvPr>
            <p:cNvSpPr/>
            <p:nvPr/>
          </p:nvSpPr>
          <p:spPr>
            <a:xfrm>
              <a:off x="2243056" y="3860697"/>
              <a:ext cx="25449" cy="25130"/>
            </a:xfrm>
            <a:custGeom>
              <a:avLst/>
              <a:gdLst/>
              <a:ahLst/>
              <a:cxnLst/>
              <a:rect l="l" t="t" r="r" b="b"/>
              <a:pathLst>
                <a:path w="679" h="662" extrusionOk="0">
                  <a:moveTo>
                    <a:pt x="334" y="0"/>
                  </a:moveTo>
                  <a:cubicBezTo>
                    <a:pt x="244" y="0"/>
                    <a:pt x="155" y="30"/>
                    <a:pt x="95" y="90"/>
                  </a:cubicBezTo>
                  <a:cubicBezTo>
                    <a:pt x="36" y="149"/>
                    <a:pt x="0" y="232"/>
                    <a:pt x="0" y="328"/>
                  </a:cubicBezTo>
                  <a:cubicBezTo>
                    <a:pt x="0" y="411"/>
                    <a:pt x="36" y="506"/>
                    <a:pt x="95" y="566"/>
                  </a:cubicBezTo>
                  <a:cubicBezTo>
                    <a:pt x="155" y="637"/>
                    <a:pt x="250" y="661"/>
                    <a:pt x="334" y="661"/>
                  </a:cubicBezTo>
                  <a:cubicBezTo>
                    <a:pt x="429" y="661"/>
                    <a:pt x="512" y="625"/>
                    <a:pt x="572" y="566"/>
                  </a:cubicBezTo>
                  <a:cubicBezTo>
                    <a:pt x="655" y="506"/>
                    <a:pt x="679" y="411"/>
                    <a:pt x="679" y="328"/>
                  </a:cubicBezTo>
                  <a:cubicBezTo>
                    <a:pt x="679" y="232"/>
                    <a:pt x="631" y="149"/>
                    <a:pt x="572" y="90"/>
                  </a:cubicBezTo>
                  <a:cubicBezTo>
                    <a:pt x="512" y="30"/>
                    <a:pt x="423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2055;p44">
              <a:extLst>
                <a:ext uri="{FF2B5EF4-FFF2-40B4-BE49-F238E27FC236}">
                  <a16:creationId xmlns:a16="http://schemas.microsoft.com/office/drawing/2014/main" id="{D26B1CDF-9BF9-C5A1-AF7A-2F096FEA4302}"/>
                </a:ext>
              </a:extLst>
            </p:cNvPr>
            <p:cNvSpPr/>
            <p:nvPr/>
          </p:nvSpPr>
          <p:spPr>
            <a:xfrm>
              <a:off x="2293466" y="4522576"/>
              <a:ext cx="74997" cy="75540"/>
            </a:xfrm>
            <a:custGeom>
              <a:avLst/>
              <a:gdLst/>
              <a:ahLst/>
              <a:cxnLst/>
              <a:rect l="l" t="t" r="r" b="b"/>
              <a:pathLst>
                <a:path w="2001" h="1990" extrusionOk="0">
                  <a:moveTo>
                    <a:pt x="1001" y="1"/>
                  </a:moveTo>
                  <a:cubicBezTo>
                    <a:pt x="453" y="1"/>
                    <a:pt x="1" y="441"/>
                    <a:pt x="1" y="1001"/>
                  </a:cubicBezTo>
                  <a:cubicBezTo>
                    <a:pt x="1" y="1549"/>
                    <a:pt x="453" y="1989"/>
                    <a:pt x="1001" y="1989"/>
                  </a:cubicBezTo>
                  <a:cubicBezTo>
                    <a:pt x="1548" y="1989"/>
                    <a:pt x="2001" y="1549"/>
                    <a:pt x="2001" y="1001"/>
                  </a:cubicBezTo>
                  <a:cubicBezTo>
                    <a:pt x="2001" y="441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2056;p44">
              <a:extLst>
                <a:ext uri="{FF2B5EF4-FFF2-40B4-BE49-F238E27FC236}">
                  <a16:creationId xmlns:a16="http://schemas.microsoft.com/office/drawing/2014/main" id="{47CFA409-91C4-AD1C-2EF0-715E540D1CBB}"/>
                </a:ext>
              </a:extLst>
            </p:cNvPr>
            <p:cNvSpPr/>
            <p:nvPr/>
          </p:nvSpPr>
          <p:spPr>
            <a:xfrm>
              <a:off x="215647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762" y="1"/>
                  </a:moveTo>
                  <a:cubicBezTo>
                    <a:pt x="346" y="1"/>
                    <a:pt x="0" y="346"/>
                    <a:pt x="0" y="763"/>
                  </a:cubicBezTo>
                  <a:lnTo>
                    <a:pt x="0" y="14157"/>
                  </a:lnTo>
                  <a:cubicBezTo>
                    <a:pt x="0" y="14574"/>
                    <a:pt x="334" y="14907"/>
                    <a:pt x="762" y="14907"/>
                  </a:cubicBezTo>
                  <a:lnTo>
                    <a:pt x="8704" y="14907"/>
                  </a:lnTo>
                  <a:cubicBezTo>
                    <a:pt x="9168" y="14907"/>
                    <a:pt x="9549" y="14538"/>
                    <a:pt x="9549" y="14062"/>
                  </a:cubicBezTo>
                  <a:lnTo>
                    <a:pt x="9549" y="763"/>
                  </a:lnTo>
                  <a:cubicBezTo>
                    <a:pt x="9537" y="346"/>
                    <a:pt x="9192" y="1"/>
                    <a:pt x="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2057;p44">
              <a:extLst>
                <a:ext uri="{FF2B5EF4-FFF2-40B4-BE49-F238E27FC236}">
                  <a16:creationId xmlns:a16="http://schemas.microsoft.com/office/drawing/2014/main" id="{E6EC133B-AD8A-1703-B85A-E4D35CEE9623}"/>
                </a:ext>
              </a:extLst>
            </p:cNvPr>
            <p:cNvSpPr/>
            <p:nvPr/>
          </p:nvSpPr>
          <p:spPr>
            <a:xfrm>
              <a:off x="2196619" y="4069290"/>
              <a:ext cx="278964" cy="282498"/>
            </a:xfrm>
            <a:custGeom>
              <a:avLst/>
              <a:gdLst/>
              <a:ahLst/>
              <a:cxnLst/>
              <a:rect l="l" t="t" r="r" b="b"/>
              <a:pathLst>
                <a:path w="7443" h="7442" extrusionOk="0">
                  <a:moveTo>
                    <a:pt x="3716" y="0"/>
                  </a:moveTo>
                  <a:cubicBezTo>
                    <a:pt x="1668" y="0"/>
                    <a:pt x="1" y="1667"/>
                    <a:pt x="1" y="3727"/>
                  </a:cubicBezTo>
                  <a:cubicBezTo>
                    <a:pt x="1" y="5786"/>
                    <a:pt x="1668" y="7441"/>
                    <a:pt x="3716" y="7441"/>
                  </a:cubicBezTo>
                  <a:cubicBezTo>
                    <a:pt x="5776" y="7441"/>
                    <a:pt x="7442" y="5786"/>
                    <a:pt x="7442" y="3727"/>
                  </a:cubicBezTo>
                  <a:cubicBezTo>
                    <a:pt x="7442" y="1667"/>
                    <a:pt x="5776" y="0"/>
                    <a:pt x="3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2058;p44">
              <a:extLst>
                <a:ext uri="{FF2B5EF4-FFF2-40B4-BE49-F238E27FC236}">
                  <a16:creationId xmlns:a16="http://schemas.microsoft.com/office/drawing/2014/main" id="{D99AA860-2AC5-AF6B-577F-F6FFE607FA31}"/>
                </a:ext>
              </a:extLst>
            </p:cNvPr>
            <p:cNvSpPr/>
            <p:nvPr/>
          </p:nvSpPr>
          <p:spPr>
            <a:xfrm>
              <a:off x="2271166" y="4121827"/>
              <a:ext cx="148946" cy="176628"/>
            </a:xfrm>
            <a:custGeom>
              <a:avLst/>
              <a:gdLst/>
              <a:ahLst/>
              <a:cxnLst/>
              <a:rect l="l" t="t" r="r" b="b"/>
              <a:pathLst>
                <a:path w="3974" h="4653" extrusionOk="0">
                  <a:moveTo>
                    <a:pt x="2809" y="465"/>
                  </a:moveTo>
                  <a:cubicBezTo>
                    <a:pt x="3015" y="465"/>
                    <a:pt x="3197" y="620"/>
                    <a:pt x="3239" y="831"/>
                  </a:cubicBezTo>
                  <a:cubicBezTo>
                    <a:pt x="3275" y="1069"/>
                    <a:pt x="3120" y="1307"/>
                    <a:pt x="2882" y="1331"/>
                  </a:cubicBezTo>
                  <a:cubicBezTo>
                    <a:pt x="2854" y="1336"/>
                    <a:pt x="2827" y="1339"/>
                    <a:pt x="2800" y="1339"/>
                  </a:cubicBezTo>
                  <a:cubicBezTo>
                    <a:pt x="2594" y="1339"/>
                    <a:pt x="2412" y="1184"/>
                    <a:pt x="2370" y="973"/>
                  </a:cubicBezTo>
                  <a:cubicBezTo>
                    <a:pt x="2322" y="735"/>
                    <a:pt x="2489" y="509"/>
                    <a:pt x="2727" y="473"/>
                  </a:cubicBezTo>
                  <a:cubicBezTo>
                    <a:pt x="2754" y="468"/>
                    <a:pt x="2782" y="465"/>
                    <a:pt x="2809" y="465"/>
                  </a:cubicBezTo>
                  <a:close/>
                  <a:moveTo>
                    <a:pt x="1644" y="2424"/>
                  </a:moveTo>
                  <a:cubicBezTo>
                    <a:pt x="1665" y="2424"/>
                    <a:pt x="1686" y="2433"/>
                    <a:pt x="1703" y="2450"/>
                  </a:cubicBezTo>
                  <a:cubicBezTo>
                    <a:pt x="1727" y="2474"/>
                    <a:pt x="1751" y="2521"/>
                    <a:pt x="1715" y="2569"/>
                  </a:cubicBezTo>
                  <a:lnTo>
                    <a:pt x="703" y="3986"/>
                  </a:lnTo>
                  <a:cubicBezTo>
                    <a:pt x="691" y="3998"/>
                    <a:pt x="679" y="4010"/>
                    <a:pt x="643" y="4010"/>
                  </a:cubicBezTo>
                  <a:cubicBezTo>
                    <a:pt x="631" y="4010"/>
                    <a:pt x="596" y="4010"/>
                    <a:pt x="584" y="3998"/>
                  </a:cubicBezTo>
                  <a:cubicBezTo>
                    <a:pt x="536" y="3962"/>
                    <a:pt x="536" y="3902"/>
                    <a:pt x="572" y="3879"/>
                  </a:cubicBezTo>
                  <a:lnTo>
                    <a:pt x="1584" y="2462"/>
                  </a:lnTo>
                  <a:cubicBezTo>
                    <a:pt x="1597" y="2436"/>
                    <a:pt x="1620" y="2424"/>
                    <a:pt x="1644" y="2424"/>
                  </a:cubicBezTo>
                  <a:close/>
                  <a:moveTo>
                    <a:pt x="2440" y="1"/>
                  </a:moveTo>
                  <a:cubicBezTo>
                    <a:pt x="2362" y="1"/>
                    <a:pt x="2283" y="7"/>
                    <a:pt x="2203" y="21"/>
                  </a:cubicBezTo>
                  <a:cubicBezTo>
                    <a:pt x="1453" y="140"/>
                    <a:pt x="929" y="866"/>
                    <a:pt x="1048" y="1628"/>
                  </a:cubicBezTo>
                  <a:cubicBezTo>
                    <a:pt x="1060" y="1724"/>
                    <a:pt x="1096" y="1807"/>
                    <a:pt x="1120" y="1890"/>
                  </a:cubicBezTo>
                  <a:lnTo>
                    <a:pt x="977" y="1997"/>
                  </a:lnTo>
                  <a:cubicBezTo>
                    <a:pt x="941" y="2021"/>
                    <a:pt x="941" y="2045"/>
                    <a:pt x="941" y="2081"/>
                  </a:cubicBezTo>
                  <a:cubicBezTo>
                    <a:pt x="941" y="2105"/>
                    <a:pt x="953" y="2140"/>
                    <a:pt x="977" y="2152"/>
                  </a:cubicBezTo>
                  <a:lnTo>
                    <a:pt x="1108" y="2235"/>
                  </a:lnTo>
                  <a:lnTo>
                    <a:pt x="1036" y="2343"/>
                  </a:lnTo>
                  <a:lnTo>
                    <a:pt x="893" y="2378"/>
                  </a:lnTo>
                  <a:cubicBezTo>
                    <a:pt x="858" y="2390"/>
                    <a:pt x="822" y="2438"/>
                    <a:pt x="822" y="2474"/>
                  </a:cubicBezTo>
                  <a:lnTo>
                    <a:pt x="858" y="2616"/>
                  </a:lnTo>
                  <a:lnTo>
                    <a:pt x="750" y="2759"/>
                  </a:lnTo>
                  <a:lnTo>
                    <a:pt x="619" y="2795"/>
                  </a:lnTo>
                  <a:cubicBezTo>
                    <a:pt x="572" y="2807"/>
                    <a:pt x="536" y="2855"/>
                    <a:pt x="536" y="2890"/>
                  </a:cubicBezTo>
                  <a:lnTo>
                    <a:pt x="572" y="3033"/>
                  </a:lnTo>
                  <a:lnTo>
                    <a:pt x="465" y="3176"/>
                  </a:lnTo>
                  <a:lnTo>
                    <a:pt x="334" y="3212"/>
                  </a:lnTo>
                  <a:cubicBezTo>
                    <a:pt x="286" y="3224"/>
                    <a:pt x="262" y="3271"/>
                    <a:pt x="262" y="3307"/>
                  </a:cubicBezTo>
                  <a:lnTo>
                    <a:pt x="286" y="3450"/>
                  </a:lnTo>
                  <a:lnTo>
                    <a:pt x="24" y="3819"/>
                  </a:lnTo>
                  <a:cubicBezTo>
                    <a:pt x="0" y="3831"/>
                    <a:pt x="0" y="3867"/>
                    <a:pt x="0" y="3879"/>
                  </a:cubicBezTo>
                  <a:lnTo>
                    <a:pt x="119" y="4581"/>
                  </a:lnTo>
                  <a:cubicBezTo>
                    <a:pt x="143" y="4617"/>
                    <a:pt x="179" y="4652"/>
                    <a:pt x="227" y="4652"/>
                  </a:cubicBezTo>
                  <a:lnTo>
                    <a:pt x="929" y="4533"/>
                  </a:lnTo>
                  <a:cubicBezTo>
                    <a:pt x="953" y="4533"/>
                    <a:pt x="977" y="4521"/>
                    <a:pt x="989" y="4498"/>
                  </a:cubicBezTo>
                  <a:lnTo>
                    <a:pt x="2084" y="2950"/>
                  </a:lnTo>
                  <a:lnTo>
                    <a:pt x="2227" y="3045"/>
                  </a:lnTo>
                  <a:cubicBezTo>
                    <a:pt x="2251" y="3057"/>
                    <a:pt x="2286" y="3057"/>
                    <a:pt x="2298" y="3057"/>
                  </a:cubicBezTo>
                  <a:cubicBezTo>
                    <a:pt x="2322" y="3045"/>
                    <a:pt x="2346" y="3033"/>
                    <a:pt x="2358" y="2997"/>
                  </a:cubicBezTo>
                  <a:lnTo>
                    <a:pt x="2405" y="2831"/>
                  </a:lnTo>
                  <a:cubicBezTo>
                    <a:pt x="2431" y="2832"/>
                    <a:pt x="2455" y="2833"/>
                    <a:pt x="2480" y="2833"/>
                  </a:cubicBezTo>
                  <a:cubicBezTo>
                    <a:pt x="3347" y="2833"/>
                    <a:pt x="3973" y="2033"/>
                    <a:pt x="3846" y="1200"/>
                  </a:cubicBezTo>
                  <a:cubicBezTo>
                    <a:pt x="3707" y="495"/>
                    <a:pt x="3118" y="1"/>
                    <a:pt x="2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2059;p44">
              <a:extLst>
                <a:ext uri="{FF2B5EF4-FFF2-40B4-BE49-F238E27FC236}">
                  <a16:creationId xmlns:a16="http://schemas.microsoft.com/office/drawing/2014/main" id="{32D3C22C-A320-8DC0-605C-8F5A7946BF7E}"/>
                </a:ext>
              </a:extLst>
            </p:cNvPr>
            <p:cNvSpPr/>
            <p:nvPr/>
          </p:nvSpPr>
          <p:spPr>
            <a:xfrm>
              <a:off x="2156028" y="3930051"/>
              <a:ext cx="286984" cy="440716"/>
            </a:xfrm>
            <a:custGeom>
              <a:avLst/>
              <a:gdLst/>
              <a:ahLst/>
              <a:cxnLst/>
              <a:rect l="l" t="t" r="r" b="b"/>
              <a:pathLst>
                <a:path w="7657" h="11610" extrusionOk="0">
                  <a:moveTo>
                    <a:pt x="6692" y="1"/>
                  </a:moveTo>
                  <a:lnTo>
                    <a:pt x="1" y="10145"/>
                  </a:lnTo>
                  <a:lnTo>
                    <a:pt x="1" y="11609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2060;p44">
              <a:extLst>
                <a:ext uri="{FF2B5EF4-FFF2-40B4-BE49-F238E27FC236}">
                  <a16:creationId xmlns:a16="http://schemas.microsoft.com/office/drawing/2014/main" id="{106B3F4A-DC8C-A16C-6E47-B5CEDC8BB861}"/>
                </a:ext>
              </a:extLst>
            </p:cNvPr>
            <p:cNvSpPr/>
            <p:nvPr/>
          </p:nvSpPr>
          <p:spPr>
            <a:xfrm>
              <a:off x="215602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8906" y="1"/>
                  </a:moveTo>
                  <a:lnTo>
                    <a:pt x="1" y="13514"/>
                  </a:lnTo>
                  <a:lnTo>
                    <a:pt x="1" y="14217"/>
                  </a:lnTo>
                  <a:cubicBezTo>
                    <a:pt x="1" y="14598"/>
                    <a:pt x="310" y="14907"/>
                    <a:pt x="691" y="14907"/>
                  </a:cubicBezTo>
                  <a:lnTo>
                    <a:pt x="2525" y="14907"/>
                  </a:lnTo>
                  <a:lnTo>
                    <a:pt x="9549" y="4251"/>
                  </a:lnTo>
                  <a:lnTo>
                    <a:pt x="9549" y="644"/>
                  </a:lnTo>
                  <a:cubicBezTo>
                    <a:pt x="9549" y="299"/>
                    <a:pt x="9264" y="1"/>
                    <a:pt x="8906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2061;p44">
              <a:extLst>
                <a:ext uri="{FF2B5EF4-FFF2-40B4-BE49-F238E27FC236}">
                  <a16:creationId xmlns:a16="http://schemas.microsoft.com/office/drawing/2014/main" id="{2F0C4677-176B-104C-D642-92F1C93F7B53}"/>
                </a:ext>
              </a:extLst>
            </p:cNvPr>
            <p:cNvSpPr/>
            <p:nvPr/>
          </p:nvSpPr>
          <p:spPr>
            <a:xfrm>
              <a:off x="613071" y="2945887"/>
              <a:ext cx="620032" cy="579991"/>
            </a:xfrm>
            <a:custGeom>
              <a:avLst/>
              <a:gdLst/>
              <a:ahLst/>
              <a:cxnLst/>
              <a:rect l="l" t="t" r="r" b="b"/>
              <a:pathLst>
                <a:path w="16543" h="15279" extrusionOk="0">
                  <a:moveTo>
                    <a:pt x="687" y="0"/>
                  </a:moveTo>
                  <a:cubicBezTo>
                    <a:pt x="0" y="0"/>
                    <a:pt x="55" y="821"/>
                    <a:pt x="806" y="1186"/>
                  </a:cubicBezTo>
                  <a:cubicBezTo>
                    <a:pt x="1473" y="1531"/>
                    <a:pt x="2568" y="1674"/>
                    <a:pt x="2604" y="2138"/>
                  </a:cubicBezTo>
                  <a:cubicBezTo>
                    <a:pt x="2616" y="2472"/>
                    <a:pt x="1961" y="2495"/>
                    <a:pt x="1997" y="2829"/>
                  </a:cubicBezTo>
                  <a:cubicBezTo>
                    <a:pt x="2020" y="3226"/>
                    <a:pt x="2823" y="3461"/>
                    <a:pt x="3372" y="3461"/>
                  </a:cubicBezTo>
                  <a:cubicBezTo>
                    <a:pt x="3399" y="3461"/>
                    <a:pt x="3424" y="3461"/>
                    <a:pt x="3450" y="3460"/>
                  </a:cubicBezTo>
                  <a:cubicBezTo>
                    <a:pt x="3997" y="3460"/>
                    <a:pt x="4866" y="3662"/>
                    <a:pt x="4878" y="4091"/>
                  </a:cubicBezTo>
                  <a:cubicBezTo>
                    <a:pt x="4021" y="4150"/>
                    <a:pt x="3128" y="4210"/>
                    <a:pt x="2711" y="4686"/>
                  </a:cubicBezTo>
                  <a:cubicBezTo>
                    <a:pt x="2318" y="5151"/>
                    <a:pt x="2688" y="6174"/>
                    <a:pt x="3485" y="6532"/>
                  </a:cubicBezTo>
                  <a:cubicBezTo>
                    <a:pt x="3672" y="6617"/>
                    <a:pt x="3851" y="6649"/>
                    <a:pt x="4026" y="6649"/>
                  </a:cubicBezTo>
                  <a:cubicBezTo>
                    <a:pt x="4364" y="6649"/>
                    <a:pt x="4683" y="6527"/>
                    <a:pt x="4997" y="6424"/>
                  </a:cubicBezTo>
                  <a:cubicBezTo>
                    <a:pt x="5180" y="6371"/>
                    <a:pt x="5399" y="6334"/>
                    <a:pt x="5620" y="6334"/>
                  </a:cubicBezTo>
                  <a:cubicBezTo>
                    <a:pt x="5989" y="6334"/>
                    <a:pt x="6367" y="6436"/>
                    <a:pt x="6605" y="6734"/>
                  </a:cubicBezTo>
                  <a:cubicBezTo>
                    <a:pt x="6200" y="7234"/>
                    <a:pt x="5878" y="7984"/>
                    <a:pt x="6402" y="8544"/>
                  </a:cubicBezTo>
                  <a:cubicBezTo>
                    <a:pt x="6669" y="8852"/>
                    <a:pt x="7052" y="8908"/>
                    <a:pt x="7459" y="8908"/>
                  </a:cubicBezTo>
                  <a:cubicBezTo>
                    <a:pt x="7693" y="8908"/>
                    <a:pt x="7935" y="8889"/>
                    <a:pt x="8167" y="8889"/>
                  </a:cubicBezTo>
                  <a:cubicBezTo>
                    <a:pt x="8578" y="8889"/>
                    <a:pt x="8960" y="8947"/>
                    <a:pt x="9212" y="9270"/>
                  </a:cubicBezTo>
                  <a:cubicBezTo>
                    <a:pt x="8760" y="9627"/>
                    <a:pt x="8319" y="9996"/>
                    <a:pt x="8093" y="10532"/>
                  </a:cubicBezTo>
                  <a:cubicBezTo>
                    <a:pt x="7867" y="11056"/>
                    <a:pt x="7902" y="11782"/>
                    <a:pt x="8272" y="12187"/>
                  </a:cubicBezTo>
                  <a:cubicBezTo>
                    <a:pt x="8519" y="12476"/>
                    <a:pt x="8896" y="12532"/>
                    <a:pt x="9296" y="12532"/>
                  </a:cubicBezTo>
                  <a:cubicBezTo>
                    <a:pt x="9548" y="12532"/>
                    <a:pt x="9809" y="12510"/>
                    <a:pt x="10052" y="12510"/>
                  </a:cubicBezTo>
                  <a:cubicBezTo>
                    <a:pt x="10517" y="12510"/>
                    <a:pt x="10916" y="12592"/>
                    <a:pt x="11058" y="13068"/>
                  </a:cubicBezTo>
                  <a:cubicBezTo>
                    <a:pt x="11177" y="13521"/>
                    <a:pt x="10867" y="14116"/>
                    <a:pt x="10903" y="14616"/>
                  </a:cubicBezTo>
                  <a:cubicBezTo>
                    <a:pt x="10936" y="15082"/>
                    <a:pt x="11289" y="15279"/>
                    <a:pt x="11719" y="15279"/>
                  </a:cubicBezTo>
                  <a:cubicBezTo>
                    <a:pt x="11915" y="15279"/>
                    <a:pt x="12127" y="15238"/>
                    <a:pt x="12332" y="15164"/>
                  </a:cubicBezTo>
                  <a:cubicBezTo>
                    <a:pt x="13379" y="14795"/>
                    <a:pt x="15344" y="13425"/>
                    <a:pt x="15415" y="12139"/>
                  </a:cubicBezTo>
                  <a:cubicBezTo>
                    <a:pt x="15415" y="11473"/>
                    <a:pt x="14499" y="11258"/>
                    <a:pt x="14499" y="10604"/>
                  </a:cubicBezTo>
                  <a:cubicBezTo>
                    <a:pt x="14451" y="9734"/>
                    <a:pt x="15332" y="9580"/>
                    <a:pt x="15892" y="8913"/>
                  </a:cubicBezTo>
                  <a:cubicBezTo>
                    <a:pt x="16542" y="8165"/>
                    <a:pt x="15702" y="7377"/>
                    <a:pt x="14710" y="7377"/>
                  </a:cubicBezTo>
                  <a:cubicBezTo>
                    <a:pt x="14613" y="7377"/>
                    <a:pt x="14514" y="7385"/>
                    <a:pt x="14415" y="7401"/>
                  </a:cubicBezTo>
                  <a:cubicBezTo>
                    <a:pt x="13827" y="7492"/>
                    <a:pt x="13137" y="7741"/>
                    <a:pt x="12601" y="7741"/>
                  </a:cubicBezTo>
                  <a:cubicBezTo>
                    <a:pt x="12301" y="7741"/>
                    <a:pt x="12049" y="7663"/>
                    <a:pt x="11891" y="7437"/>
                  </a:cubicBezTo>
                  <a:cubicBezTo>
                    <a:pt x="11843" y="6591"/>
                    <a:pt x="12594" y="5841"/>
                    <a:pt x="13105" y="5067"/>
                  </a:cubicBezTo>
                  <a:cubicBezTo>
                    <a:pt x="13665" y="4317"/>
                    <a:pt x="13879" y="3234"/>
                    <a:pt x="12891" y="2781"/>
                  </a:cubicBezTo>
                  <a:cubicBezTo>
                    <a:pt x="12607" y="2656"/>
                    <a:pt x="12310" y="2606"/>
                    <a:pt x="12006" y="2606"/>
                  </a:cubicBezTo>
                  <a:cubicBezTo>
                    <a:pt x="11125" y="2606"/>
                    <a:pt x="10187" y="3027"/>
                    <a:pt x="9355" y="3257"/>
                  </a:cubicBezTo>
                  <a:cubicBezTo>
                    <a:pt x="9139" y="3323"/>
                    <a:pt x="8890" y="3365"/>
                    <a:pt x="8644" y="3365"/>
                  </a:cubicBezTo>
                  <a:cubicBezTo>
                    <a:pt x="8306" y="3365"/>
                    <a:pt x="7975" y="3286"/>
                    <a:pt x="7748" y="3079"/>
                  </a:cubicBezTo>
                  <a:cubicBezTo>
                    <a:pt x="6974" y="2376"/>
                    <a:pt x="8545" y="1221"/>
                    <a:pt x="7390" y="793"/>
                  </a:cubicBezTo>
                  <a:cubicBezTo>
                    <a:pt x="7288" y="777"/>
                    <a:pt x="7186" y="769"/>
                    <a:pt x="7086" y="769"/>
                  </a:cubicBezTo>
                  <a:cubicBezTo>
                    <a:pt x="6669" y="769"/>
                    <a:pt x="6299" y="905"/>
                    <a:pt x="6117" y="1126"/>
                  </a:cubicBezTo>
                  <a:cubicBezTo>
                    <a:pt x="5881" y="1413"/>
                    <a:pt x="5734" y="1894"/>
                    <a:pt x="5326" y="1894"/>
                  </a:cubicBezTo>
                  <a:cubicBezTo>
                    <a:pt x="5259" y="1894"/>
                    <a:pt x="5186" y="1881"/>
                    <a:pt x="5104" y="1853"/>
                  </a:cubicBezTo>
                  <a:cubicBezTo>
                    <a:pt x="4438" y="1638"/>
                    <a:pt x="4914" y="936"/>
                    <a:pt x="4414" y="531"/>
                  </a:cubicBezTo>
                  <a:cubicBezTo>
                    <a:pt x="4243" y="393"/>
                    <a:pt x="3986" y="331"/>
                    <a:pt x="3742" y="331"/>
                  </a:cubicBezTo>
                  <a:cubicBezTo>
                    <a:pt x="3543" y="331"/>
                    <a:pt x="3352" y="373"/>
                    <a:pt x="3223" y="448"/>
                  </a:cubicBezTo>
                  <a:cubicBezTo>
                    <a:pt x="2949" y="602"/>
                    <a:pt x="2902" y="888"/>
                    <a:pt x="2854" y="1162"/>
                  </a:cubicBezTo>
                  <a:cubicBezTo>
                    <a:pt x="2068" y="948"/>
                    <a:pt x="2378" y="340"/>
                    <a:pt x="937" y="31"/>
                  </a:cubicBezTo>
                  <a:cubicBezTo>
                    <a:pt x="845" y="10"/>
                    <a:pt x="762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2062;p44">
              <a:extLst>
                <a:ext uri="{FF2B5EF4-FFF2-40B4-BE49-F238E27FC236}">
                  <a16:creationId xmlns:a16="http://schemas.microsoft.com/office/drawing/2014/main" id="{BD777B66-3FE0-DD42-8E63-DE2FFC7B9C7F}"/>
                </a:ext>
              </a:extLst>
            </p:cNvPr>
            <p:cNvSpPr/>
            <p:nvPr/>
          </p:nvSpPr>
          <p:spPr>
            <a:xfrm>
              <a:off x="789750" y="3038131"/>
              <a:ext cx="331473" cy="447700"/>
            </a:xfrm>
            <a:custGeom>
              <a:avLst/>
              <a:gdLst/>
              <a:ahLst/>
              <a:cxnLst/>
              <a:rect l="l" t="t" r="r" b="b"/>
              <a:pathLst>
                <a:path w="8844" h="11794" extrusionOk="0">
                  <a:moveTo>
                    <a:pt x="6" y="1"/>
                  </a:moveTo>
                  <a:cubicBezTo>
                    <a:pt x="0" y="1"/>
                    <a:pt x="6" y="6"/>
                    <a:pt x="21" y="6"/>
                  </a:cubicBezTo>
                  <a:cubicBezTo>
                    <a:pt x="13" y="2"/>
                    <a:pt x="8" y="1"/>
                    <a:pt x="6" y="1"/>
                  </a:cubicBezTo>
                  <a:close/>
                  <a:moveTo>
                    <a:pt x="21" y="6"/>
                  </a:moveTo>
                  <a:cubicBezTo>
                    <a:pt x="1331" y="839"/>
                    <a:pt x="2474" y="1673"/>
                    <a:pt x="3510" y="2601"/>
                  </a:cubicBezTo>
                  <a:cubicBezTo>
                    <a:pt x="4462" y="3554"/>
                    <a:pt x="5332" y="4518"/>
                    <a:pt x="6094" y="5518"/>
                  </a:cubicBezTo>
                  <a:cubicBezTo>
                    <a:pt x="6772" y="6531"/>
                    <a:pt x="7356" y="7554"/>
                    <a:pt x="7832" y="8614"/>
                  </a:cubicBezTo>
                  <a:cubicBezTo>
                    <a:pt x="8201" y="9626"/>
                    <a:pt x="8380" y="10817"/>
                    <a:pt x="8737" y="11769"/>
                  </a:cubicBezTo>
                  <a:cubicBezTo>
                    <a:pt x="8740" y="11787"/>
                    <a:pt x="8751" y="11794"/>
                    <a:pt x="8764" y="11794"/>
                  </a:cubicBezTo>
                  <a:cubicBezTo>
                    <a:pt x="8796" y="11794"/>
                    <a:pt x="8844" y="11752"/>
                    <a:pt x="8844" y="11710"/>
                  </a:cubicBezTo>
                  <a:cubicBezTo>
                    <a:pt x="8844" y="10460"/>
                    <a:pt x="8320" y="9293"/>
                    <a:pt x="7891" y="8197"/>
                  </a:cubicBezTo>
                  <a:cubicBezTo>
                    <a:pt x="7356" y="7126"/>
                    <a:pt x="6725" y="6054"/>
                    <a:pt x="5986" y="5018"/>
                  </a:cubicBezTo>
                  <a:cubicBezTo>
                    <a:pt x="5177" y="4042"/>
                    <a:pt x="4272" y="3078"/>
                    <a:pt x="3260" y="2137"/>
                  </a:cubicBezTo>
                  <a:cubicBezTo>
                    <a:pt x="2355" y="1363"/>
                    <a:pt x="1307" y="482"/>
                    <a:pt x="21" y="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2063;p44">
              <a:extLst>
                <a:ext uri="{FF2B5EF4-FFF2-40B4-BE49-F238E27FC236}">
                  <a16:creationId xmlns:a16="http://schemas.microsoft.com/office/drawing/2014/main" id="{EEB78852-F76B-6448-C6D8-80B351E946BF}"/>
                </a:ext>
              </a:extLst>
            </p:cNvPr>
            <p:cNvSpPr/>
            <p:nvPr/>
          </p:nvSpPr>
          <p:spPr>
            <a:xfrm>
              <a:off x="979284" y="3090896"/>
              <a:ext cx="42652" cy="89586"/>
            </a:xfrm>
            <a:custGeom>
              <a:avLst/>
              <a:gdLst/>
              <a:ahLst/>
              <a:cxnLst/>
              <a:rect l="l" t="t" r="r" b="b"/>
              <a:pathLst>
                <a:path w="1138" h="2360" extrusionOk="0">
                  <a:moveTo>
                    <a:pt x="1007" y="1"/>
                  </a:moveTo>
                  <a:cubicBezTo>
                    <a:pt x="977" y="1"/>
                    <a:pt x="948" y="10"/>
                    <a:pt x="929" y="33"/>
                  </a:cubicBezTo>
                  <a:cubicBezTo>
                    <a:pt x="370" y="688"/>
                    <a:pt x="1" y="1533"/>
                    <a:pt x="96" y="2343"/>
                  </a:cubicBezTo>
                  <a:cubicBezTo>
                    <a:pt x="96" y="2351"/>
                    <a:pt x="120" y="2359"/>
                    <a:pt x="138" y="2359"/>
                  </a:cubicBezTo>
                  <a:cubicBezTo>
                    <a:pt x="145" y="2359"/>
                    <a:pt x="152" y="2358"/>
                    <a:pt x="156" y="2354"/>
                  </a:cubicBezTo>
                  <a:cubicBezTo>
                    <a:pt x="334" y="1533"/>
                    <a:pt x="537" y="842"/>
                    <a:pt x="1096" y="104"/>
                  </a:cubicBezTo>
                  <a:cubicBezTo>
                    <a:pt x="1137" y="47"/>
                    <a:pt x="1071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2064;p44">
              <a:extLst>
                <a:ext uri="{FF2B5EF4-FFF2-40B4-BE49-F238E27FC236}">
                  <a16:creationId xmlns:a16="http://schemas.microsoft.com/office/drawing/2014/main" id="{71609EEB-42C2-53F1-D615-CFBD8677B577}"/>
                </a:ext>
              </a:extLst>
            </p:cNvPr>
            <p:cNvSpPr/>
            <p:nvPr/>
          </p:nvSpPr>
          <p:spPr>
            <a:xfrm>
              <a:off x="855676" y="3023060"/>
              <a:ext cx="10757" cy="48741"/>
            </a:xfrm>
            <a:custGeom>
              <a:avLst/>
              <a:gdLst/>
              <a:ahLst/>
              <a:cxnLst/>
              <a:rect l="l" t="t" r="r" b="b"/>
              <a:pathLst>
                <a:path w="287" h="1284" extrusionOk="0">
                  <a:moveTo>
                    <a:pt x="188" y="0"/>
                  </a:moveTo>
                  <a:cubicBezTo>
                    <a:pt x="178" y="0"/>
                    <a:pt x="171" y="3"/>
                    <a:pt x="167" y="10"/>
                  </a:cubicBezTo>
                  <a:cubicBezTo>
                    <a:pt x="1" y="200"/>
                    <a:pt x="25" y="510"/>
                    <a:pt x="48" y="748"/>
                  </a:cubicBezTo>
                  <a:cubicBezTo>
                    <a:pt x="48" y="867"/>
                    <a:pt x="13" y="1213"/>
                    <a:pt x="227" y="1284"/>
                  </a:cubicBezTo>
                  <a:cubicBezTo>
                    <a:pt x="239" y="1284"/>
                    <a:pt x="263" y="1284"/>
                    <a:pt x="263" y="1272"/>
                  </a:cubicBezTo>
                  <a:lnTo>
                    <a:pt x="263" y="1260"/>
                  </a:lnTo>
                  <a:cubicBezTo>
                    <a:pt x="263" y="1260"/>
                    <a:pt x="263" y="1236"/>
                    <a:pt x="251" y="1236"/>
                  </a:cubicBezTo>
                  <a:cubicBezTo>
                    <a:pt x="251" y="1224"/>
                    <a:pt x="239" y="1224"/>
                    <a:pt x="239" y="1224"/>
                  </a:cubicBezTo>
                  <a:cubicBezTo>
                    <a:pt x="227" y="1046"/>
                    <a:pt x="179" y="808"/>
                    <a:pt x="203" y="629"/>
                  </a:cubicBezTo>
                  <a:cubicBezTo>
                    <a:pt x="203" y="439"/>
                    <a:pt x="286" y="248"/>
                    <a:pt x="251" y="34"/>
                  </a:cubicBezTo>
                  <a:cubicBezTo>
                    <a:pt x="242" y="17"/>
                    <a:pt x="210" y="0"/>
                    <a:pt x="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2065;p44">
              <a:extLst>
                <a:ext uri="{FF2B5EF4-FFF2-40B4-BE49-F238E27FC236}">
                  <a16:creationId xmlns:a16="http://schemas.microsoft.com/office/drawing/2014/main" id="{02E83445-9E3A-4829-38EA-BC6E8FFBEA36}"/>
                </a:ext>
              </a:extLst>
            </p:cNvPr>
            <p:cNvSpPr/>
            <p:nvPr/>
          </p:nvSpPr>
          <p:spPr>
            <a:xfrm>
              <a:off x="829815" y="3128666"/>
              <a:ext cx="80357" cy="15108"/>
            </a:xfrm>
            <a:custGeom>
              <a:avLst/>
              <a:gdLst/>
              <a:ahLst/>
              <a:cxnLst/>
              <a:rect l="l" t="t" r="r" b="b"/>
              <a:pathLst>
                <a:path w="2144" h="398" extrusionOk="0">
                  <a:moveTo>
                    <a:pt x="1338" y="1"/>
                  </a:moveTo>
                  <a:cubicBezTo>
                    <a:pt x="1120" y="1"/>
                    <a:pt x="907" y="16"/>
                    <a:pt x="703" y="50"/>
                  </a:cubicBezTo>
                  <a:cubicBezTo>
                    <a:pt x="476" y="97"/>
                    <a:pt x="72" y="169"/>
                    <a:pt x="0" y="347"/>
                  </a:cubicBezTo>
                  <a:cubicBezTo>
                    <a:pt x="0" y="359"/>
                    <a:pt x="24" y="395"/>
                    <a:pt x="48" y="395"/>
                  </a:cubicBezTo>
                  <a:cubicBezTo>
                    <a:pt x="61" y="396"/>
                    <a:pt x="74" y="397"/>
                    <a:pt x="88" y="397"/>
                  </a:cubicBezTo>
                  <a:cubicBezTo>
                    <a:pt x="303" y="397"/>
                    <a:pt x="537" y="226"/>
                    <a:pt x="738" y="181"/>
                  </a:cubicBezTo>
                  <a:cubicBezTo>
                    <a:pt x="956" y="137"/>
                    <a:pt x="1184" y="120"/>
                    <a:pt x="1418" y="120"/>
                  </a:cubicBezTo>
                  <a:cubicBezTo>
                    <a:pt x="1632" y="120"/>
                    <a:pt x="1850" y="134"/>
                    <a:pt x="2072" y="157"/>
                  </a:cubicBezTo>
                  <a:cubicBezTo>
                    <a:pt x="2143" y="157"/>
                    <a:pt x="2143" y="62"/>
                    <a:pt x="2072" y="50"/>
                  </a:cubicBezTo>
                  <a:cubicBezTo>
                    <a:pt x="1823" y="19"/>
                    <a:pt x="1577" y="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2066;p44">
              <a:extLst>
                <a:ext uri="{FF2B5EF4-FFF2-40B4-BE49-F238E27FC236}">
                  <a16:creationId xmlns:a16="http://schemas.microsoft.com/office/drawing/2014/main" id="{188E0EAE-82A2-2C75-DE26-BBDFA64787E1}"/>
                </a:ext>
              </a:extLst>
            </p:cNvPr>
            <p:cNvSpPr/>
            <p:nvPr/>
          </p:nvSpPr>
          <p:spPr>
            <a:xfrm>
              <a:off x="973137" y="3329743"/>
              <a:ext cx="81032" cy="20954"/>
            </a:xfrm>
            <a:custGeom>
              <a:avLst/>
              <a:gdLst/>
              <a:ahLst/>
              <a:cxnLst/>
              <a:rect l="l" t="t" r="r" b="b"/>
              <a:pathLst>
                <a:path w="2162" h="552" extrusionOk="0">
                  <a:moveTo>
                    <a:pt x="1375" y="0"/>
                  </a:moveTo>
                  <a:cubicBezTo>
                    <a:pt x="908" y="0"/>
                    <a:pt x="426" y="155"/>
                    <a:pt x="69" y="420"/>
                  </a:cubicBezTo>
                  <a:cubicBezTo>
                    <a:pt x="1" y="469"/>
                    <a:pt x="46" y="551"/>
                    <a:pt x="97" y="551"/>
                  </a:cubicBezTo>
                  <a:cubicBezTo>
                    <a:pt x="108" y="551"/>
                    <a:pt x="119" y="547"/>
                    <a:pt x="129" y="539"/>
                  </a:cubicBezTo>
                  <a:cubicBezTo>
                    <a:pt x="586" y="282"/>
                    <a:pt x="1002" y="169"/>
                    <a:pt x="1463" y="169"/>
                  </a:cubicBezTo>
                  <a:cubicBezTo>
                    <a:pt x="1663" y="169"/>
                    <a:pt x="1871" y="190"/>
                    <a:pt x="2094" y="230"/>
                  </a:cubicBezTo>
                  <a:cubicBezTo>
                    <a:pt x="2097" y="231"/>
                    <a:pt x="2100" y="231"/>
                    <a:pt x="2103" y="231"/>
                  </a:cubicBezTo>
                  <a:cubicBezTo>
                    <a:pt x="2135" y="231"/>
                    <a:pt x="2162" y="180"/>
                    <a:pt x="2129" y="158"/>
                  </a:cubicBezTo>
                  <a:cubicBezTo>
                    <a:pt x="1900" y="50"/>
                    <a:pt x="1640" y="0"/>
                    <a:pt x="1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2067;p44">
              <a:extLst>
                <a:ext uri="{FF2B5EF4-FFF2-40B4-BE49-F238E27FC236}">
                  <a16:creationId xmlns:a16="http://schemas.microsoft.com/office/drawing/2014/main" id="{5EF116AC-57CE-2A6F-A3E2-47AD0CC7FBE1}"/>
                </a:ext>
              </a:extLst>
            </p:cNvPr>
            <p:cNvSpPr/>
            <p:nvPr/>
          </p:nvSpPr>
          <p:spPr>
            <a:xfrm>
              <a:off x="1091985" y="3278497"/>
              <a:ext cx="60380" cy="73756"/>
            </a:xfrm>
            <a:custGeom>
              <a:avLst/>
              <a:gdLst/>
              <a:ahLst/>
              <a:cxnLst/>
              <a:rect l="l" t="t" r="r" b="b"/>
              <a:pathLst>
                <a:path w="1611" h="1943" extrusionOk="0">
                  <a:moveTo>
                    <a:pt x="1515" y="0"/>
                  </a:moveTo>
                  <a:cubicBezTo>
                    <a:pt x="1504" y="0"/>
                    <a:pt x="1493" y="3"/>
                    <a:pt x="1482" y="8"/>
                  </a:cubicBezTo>
                  <a:cubicBezTo>
                    <a:pt x="708" y="341"/>
                    <a:pt x="197" y="1234"/>
                    <a:pt x="6" y="1925"/>
                  </a:cubicBezTo>
                  <a:cubicBezTo>
                    <a:pt x="0" y="1937"/>
                    <a:pt x="6" y="1943"/>
                    <a:pt x="15" y="1943"/>
                  </a:cubicBezTo>
                  <a:cubicBezTo>
                    <a:pt x="24" y="1943"/>
                    <a:pt x="36" y="1937"/>
                    <a:pt x="42" y="1925"/>
                  </a:cubicBezTo>
                  <a:cubicBezTo>
                    <a:pt x="494" y="1222"/>
                    <a:pt x="744" y="615"/>
                    <a:pt x="1530" y="103"/>
                  </a:cubicBezTo>
                  <a:cubicBezTo>
                    <a:pt x="1611" y="73"/>
                    <a:pt x="1572" y="0"/>
                    <a:pt x="1515" y="0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2068;p44">
              <a:extLst>
                <a:ext uri="{FF2B5EF4-FFF2-40B4-BE49-F238E27FC236}">
                  <a16:creationId xmlns:a16="http://schemas.microsoft.com/office/drawing/2014/main" id="{4321B62E-D3D0-B564-CB05-78957A8DFA37}"/>
                </a:ext>
              </a:extLst>
            </p:cNvPr>
            <p:cNvSpPr/>
            <p:nvPr/>
          </p:nvSpPr>
          <p:spPr>
            <a:xfrm>
              <a:off x="896641" y="3219696"/>
              <a:ext cx="105881" cy="18904"/>
            </a:xfrm>
            <a:custGeom>
              <a:avLst/>
              <a:gdLst/>
              <a:ahLst/>
              <a:cxnLst/>
              <a:rect l="l" t="t" r="r" b="b"/>
              <a:pathLst>
                <a:path w="2825" h="498" extrusionOk="0">
                  <a:moveTo>
                    <a:pt x="1013" y="1"/>
                  </a:moveTo>
                  <a:cubicBezTo>
                    <a:pt x="666" y="1"/>
                    <a:pt x="334" y="66"/>
                    <a:pt x="51" y="224"/>
                  </a:cubicBezTo>
                  <a:cubicBezTo>
                    <a:pt x="1" y="263"/>
                    <a:pt x="43" y="354"/>
                    <a:pt x="107" y="354"/>
                  </a:cubicBezTo>
                  <a:cubicBezTo>
                    <a:pt x="119" y="354"/>
                    <a:pt x="132" y="350"/>
                    <a:pt x="146" y="343"/>
                  </a:cubicBezTo>
                  <a:cubicBezTo>
                    <a:pt x="426" y="175"/>
                    <a:pt x="725" y="112"/>
                    <a:pt x="1034" y="112"/>
                  </a:cubicBezTo>
                  <a:cubicBezTo>
                    <a:pt x="1605" y="112"/>
                    <a:pt x="2210" y="327"/>
                    <a:pt x="2789" y="497"/>
                  </a:cubicBezTo>
                  <a:cubicBezTo>
                    <a:pt x="2801" y="497"/>
                    <a:pt x="2825" y="485"/>
                    <a:pt x="2789" y="462"/>
                  </a:cubicBezTo>
                  <a:cubicBezTo>
                    <a:pt x="2261" y="198"/>
                    <a:pt x="1614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2069;p44">
              <a:extLst>
                <a:ext uri="{FF2B5EF4-FFF2-40B4-BE49-F238E27FC236}">
                  <a16:creationId xmlns:a16="http://schemas.microsoft.com/office/drawing/2014/main" id="{4E4DFC8B-7BC8-7AF8-41E8-152FC96D34F0}"/>
                </a:ext>
              </a:extLst>
            </p:cNvPr>
            <p:cNvSpPr/>
            <p:nvPr/>
          </p:nvSpPr>
          <p:spPr>
            <a:xfrm>
              <a:off x="2238821" y="3021618"/>
              <a:ext cx="706948" cy="543511"/>
            </a:xfrm>
            <a:custGeom>
              <a:avLst/>
              <a:gdLst/>
              <a:ahLst/>
              <a:cxnLst/>
              <a:rect l="l" t="t" r="r" b="b"/>
              <a:pathLst>
                <a:path w="18862" h="14318" extrusionOk="0">
                  <a:moveTo>
                    <a:pt x="10948" y="0"/>
                  </a:moveTo>
                  <a:cubicBezTo>
                    <a:pt x="9662" y="238"/>
                    <a:pt x="11079" y="1751"/>
                    <a:pt x="10126" y="2334"/>
                  </a:cubicBezTo>
                  <a:cubicBezTo>
                    <a:pt x="9950" y="2447"/>
                    <a:pt x="9736" y="2493"/>
                    <a:pt x="9510" y="2493"/>
                  </a:cubicBezTo>
                  <a:cubicBezTo>
                    <a:pt x="9140" y="2493"/>
                    <a:pt x="8737" y="2370"/>
                    <a:pt x="8412" y="2215"/>
                  </a:cubicBezTo>
                  <a:cubicBezTo>
                    <a:pt x="7440" y="1739"/>
                    <a:pt x="6387" y="967"/>
                    <a:pt x="5308" y="967"/>
                  </a:cubicBezTo>
                  <a:cubicBezTo>
                    <a:pt x="5145" y="967"/>
                    <a:pt x="4981" y="985"/>
                    <a:pt x="4816" y="1024"/>
                  </a:cubicBezTo>
                  <a:cubicBezTo>
                    <a:pt x="3685" y="1310"/>
                    <a:pt x="3709" y="2477"/>
                    <a:pt x="4126" y="3394"/>
                  </a:cubicBezTo>
                  <a:cubicBezTo>
                    <a:pt x="4530" y="4299"/>
                    <a:pt x="5150" y="5227"/>
                    <a:pt x="4947" y="6096"/>
                  </a:cubicBezTo>
                  <a:cubicBezTo>
                    <a:pt x="4796" y="6248"/>
                    <a:pt x="4609" y="6308"/>
                    <a:pt x="4398" y="6308"/>
                  </a:cubicBezTo>
                  <a:cubicBezTo>
                    <a:pt x="3797" y="6308"/>
                    <a:pt x="3004" y="5816"/>
                    <a:pt x="2316" y="5561"/>
                  </a:cubicBezTo>
                  <a:cubicBezTo>
                    <a:pt x="2098" y="5484"/>
                    <a:pt x="1872" y="5449"/>
                    <a:pt x="1655" y="5449"/>
                  </a:cubicBezTo>
                  <a:cubicBezTo>
                    <a:pt x="758" y="5449"/>
                    <a:pt x="1" y="6053"/>
                    <a:pt x="470" y="6858"/>
                  </a:cubicBezTo>
                  <a:cubicBezTo>
                    <a:pt x="923" y="7668"/>
                    <a:pt x="1840" y="7989"/>
                    <a:pt x="1613" y="8871"/>
                  </a:cubicBezTo>
                  <a:cubicBezTo>
                    <a:pt x="1482" y="9549"/>
                    <a:pt x="482" y="9585"/>
                    <a:pt x="351" y="10275"/>
                  </a:cubicBezTo>
                  <a:cubicBezTo>
                    <a:pt x="173" y="11633"/>
                    <a:pt x="1959" y="13454"/>
                    <a:pt x="2983" y="14050"/>
                  </a:cubicBezTo>
                  <a:cubicBezTo>
                    <a:pt x="3265" y="14217"/>
                    <a:pt x="3574" y="14318"/>
                    <a:pt x="3848" y="14318"/>
                  </a:cubicBezTo>
                  <a:cubicBezTo>
                    <a:pt x="4198" y="14318"/>
                    <a:pt x="4490" y="14153"/>
                    <a:pt x="4590" y="13752"/>
                  </a:cubicBezTo>
                  <a:cubicBezTo>
                    <a:pt x="4733" y="13240"/>
                    <a:pt x="4530" y="12561"/>
                    <a:pt x="4733" y="12097"/>
                  </a:cubicBezTo>
                  <a:cubicBezTo>
                    <a:pt x="4903" y="11768"/>
                    <a:pt x="5165" y="11666"/>
                    <a:pt x="5473" y="11666"/>
                  </a:cubicBezTo>
                  <a:cubicBezTo>
                    <a:pt x="5977" y="11666"/>
                    <a:pt x="6604" y="11940"/>
                    <a:pt x="7151" y="11940"/>
                  </a:cubicBezTo>
                  <a:cubicBezTo>
                    <a:pt x="7395" y="11940"/>
                    <a:pt x="7623" y="11886"/>
                    <a:pt x="7817" y="11728"/>
                  </a:cubicBezTo>
                  <a:cubicBezTo>
                    <a:pt x="8281" y="11371"/>
                    <a:pt x="8448" y="10621"/>
                    <a:pt x="8329" y="10025"/>
                  </a:cubicBezTo>
                  <a:cubicBezTo>
                    <a:pt x="8186" y="9430"/>
                    <a:pt x="7805" y="8954"/>
                    <a:pt x="7400" y="8490"/>
                  </a:cubicBezTo>
                  <a:cubicBezTo>
                    <a:pt x="7606" y="8312"/>
                    <a:pt x="7844" y="8252"/>
                    <a:pt x="8097" y="8252"/>
                  </a:cubicBezTo>
                  <a:cubicBezTo>
                    <a:pt x="8631" y="8252"/>
                    <a:pt x="9236" y="8518"/>
                    <a:pt x="9781" y="8518"/>
                  </a:cubicBezTo>
                  <a:cubicBezTo>
                    <a:pt x="10037" y="8518"/>
                    <a:pt x="10280" y="8460"/>
                    <a:pt x="10495" y="8287"/>
                  </a:cubicBezTo>
                  <a:cubicBezTo>
                    <a:pt x="11150" y="7799"/>
                    <a:pt x="10948" y="6942"/>
                    <a:pt x="10626" y="6346"/>
                  </a:cubicBezTo>
                  <a:cubicBezTo>
                    <a:pt x="10855" y="6171"/>
                    <a:pt x="11129" y="6102"/>
                    <a:pt x="11406" y="6102"/>
                  </a:cubicBezTo>
                  <a:cubicBezTo>
                    <a:pt x="11750" y="6102"/>
                    <a:pt x="12100" y="6208"/>
                    <a:pt x="12377" y="6346"/>
                  </a:cubicBezTo>
                  <a:cubicBezTo>
                    <a:pt x="12747" y="6541"/>
                    <a:pt x="13133" y="6792"/>
                    <a:pt x="13607" y="6792"/>
                  </a:cubicBezTo>
                  <a:cubicBezTo>
                    <a:pt x="13712" y="6792"/>
                    <a:pt x="13822" y="6779"/>
                    <a:pt x="13936" y="6751"/>
                  </a:cubicBezTo>
                  <a:cubicBezTo>
                    <a:pt x="14829" y="6549"/>
                    <a:pt x="15425" y="5549"/>
                    <a:pt x="15115" y="4977"/>
                  </a:cubicBezTo>
                  <a:cubicBezTo>
                    <a:pt x="14770" y="4418"/>
                    <a:pt x="13841" y="4168"/>
                    <a:pt x="12948" y="3941"/>
                  </a:cubicBezTo>
                  <a:cubicBezTo>
                    <a:pt x="13023" y="3627"/>
                    <a:pt x="13499" y="3514"/>
                    <a:pt x="13978" y="3514"/>
                  </a:cubicBezTo>
                  <a:cubicBezTo>
                    <a:pt x="14189" y="3514"/>
                    <a:pt x="14401" y="3536"/>
                    <a:pt x="14579" y="3572"/>
                  </a:cubicBezTo>
                  <a:cubicBezTo>
                    <a:pt x="14730" y="3604"/>
                    <a:pt x="14908" y="3622"/>
                    <a:pt x="15092" y="3622"/>
                  </a:cubicBezTo>
                  <a:cubicBezTo>
                    <a:pt x="15591" y="3622"/>
                    <a:pt x="16123" y="3493"/>
                    <a:pt x="16210" y="3179"/>
                  </a:cubicBezTo>
                  <a:cubicBezTo>
                    <a:pt x="16306" y="2858"/>
                    <a:pt x="15627" y="2691"/>
                    <a:pt x="15710" y="2346"/>
                  </a:cubicBezTo>
                  <a:cubicBezTo>
                    <a:pt x="15829" y="1858"/>
                    <a:pt x="17020" y="1917"/>
                    <a:pt x="17770" y="1691"/>
                  </a:cubicBezTo>
                  <a:cubicBezTo>
                    <a:pt x="18700" y="1444"/>
                    <a:pt x="18862" y="452"/>
                    <a:pt x="17888" y="452"/>
                  </a:cubicBezTo>
                  <a:cubicBezTo>
                    <a:pt x="17877" y="452"/>
                    <a:pt x="17865" y="453"/>
                    <a:pt x="17854" y="453"/>
                  </a:cubicBezTo>
                  <a:cubicBezTo>
                    <a:pt x="16282" y="500"/>
                    <a:pt x="16496" y="1191"/>
                    <a:pt x="15615" y="1262"/>
                  </a:cubicBezTo>
                  <a:cubicBezTo>
                    <a:pt x="15615" y="977"/>
                    <a:pt x="15615" y="667"/>
                    <a:pt x="15365" y="441"/>
                  </a:cubicBezTo>
                  <a:cubicBezTo>
                    <a:pt x="15207" y="298"/>
                    <a:pt x="14901" y="198"/>
                    <a:pt x="14601" y="198"/>
                  </a:cubicBezTo>
                  <a:cubicBezTo>
                    <a:pt x="14427" y="198"/>
                    <a:pt x="14255" y="231"/>
                    <a:pt x="14115" y="310"/>
                  </a:cubicBezTo>
                  <a:cubicBezTo>
                    <a:pt x="13508" y="631"/>
                    <a:pt x="13877" y="1465"/>
                    <a:pt x="13127" y="1560"/>
                  </a:cubicBezTo>
                  <a:cubicBezTo>
                    <a:pt x="13088" y="1565"/>
                    <a:pt x="13052" y="1568"/>
                    <a:pt x="13018" y="1568"/>
                  </a:cubicBezTo>
                  <a:cubicBezTo>
                    <a:pt x="12489" y="1568"/>
                    <a:pt x="12434" y="988"/>
                    <a:pt x="12222" y="608"/>
                  </a:cubicBezTo>
                  <a:cubicBezTo>
                    <a:pt x="12031" y="262"/>
                    <a:pt x="11508" y="24"/>
                    <a:pt x="10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2070;p44">
              <a:extLst>
                <a:ext uri="{FF2B5EF4-FFF2-40B4-BE49-F238E27FC236}">
                  <a16:creationId xmlns:a16="http://schemas.microsoft.com/office/drawing/2014/main" id="{1D7998E8-8A54-20DD-2991-69C3219F1B91}"/>
                </a:ext>
              </a:extLst>
            </p:cNvPr>
            <p:cNvSpPr/>
            <p:nvPr/>
          </p:nvSpPr>
          <p:spPr>
            <a:xfrm>
              <a:off x="2310069" y="3107484"/>
              <a:ext cx="431882" cy="403287"/>
            </a:xfrm>
            <a:custGeom>
              <a:avLst/>
              <a:gdLst/>
              <a:ahLst/>
              <a:cxnLst/>
              <a:rect l="l" t="t" r="r" b="b"/>
              <a:pathLst>
                <a:path w="11523" h="10624" extrusionOk="0">
                  <a:moveTo>
                    <a:pt x="11512" y="1"/>
                  </a:moveTo>
                  <a:cubicBezTo>
                    <a:pt x="11515" y="5"/>
                    <a:pt x="11518" y="6"/>
                    <a:pt x="11519" y="6"/>
                  </a:cubicBezTo>
                  <a:cubicBezTo>
                    <a:pt x="11522" y="6"/>
                    <a:pt x="11519" y="1"/>
                    <a:pt x="11512" y="1"/>
                  </a:cubicBezTo>
                  <a:close/>
                  <a:moveTo>
                    <a:pt x="11512" y="1"/>
                  </a:moveTo>
                  <a:cubicBezTo>
                    <a:pt x="10071" y="251"/>
                    <a:pt x="8809" y="965"/>
                    <a:pt x="7702" y="1596"/>
                  </a:cubicBezTo>
                  <a:cubicBezTo>
                    <a:pt x="6463" y="2382"/>
                    <a:pt x="5320" y="3215"/>
                    <a:pt x="4296" y="4084"/>
                  </a:cubicBezTo>
                  <a:cubicBezTo>
                    <a:pt x="3308" y="5025"/>
                    <a:pt x="2451" y="6013"/>
                    <a:pt x="1689" y="7037"/>
                  </a:cubicBezTo>
                  <a:cubicBezTo>
                    <a:pt x="1022" y="8109"/>
                    <a:pt x="260" y="9228"/>
                    <a:pt x="10" y="10514"/>
                  </a:cubicBezTo>
                  <a:cubicBezTo>
                    <a:pt x="1" y="10561"/>
                    <a:pt x="44" y="10623"/>
                    <a:pt x="74" y="10623"/>
                  </a:cubicBezTo>
                  <a:cubicBezTo>
                    <a:pt x="81" y="10623"/>
                    <a:pt x="88" y="10619"/>
                    <a:pt x="93" y="10609"/>
                  </a:cubicBezTo>
                  <a:cubicBezTo>
                    <a:pt x="665" y="9680"/>
                    <a:pt x="1070" y="8478"/>
                    <a:pt x="1665" y="7501"/>
                  </a:cubicBezTo>
                  <a:cubicBezTo>
                    <a:pt x="2356" y="6489"/>
                    <a:pt x="3177" y="5537"/>
                    <a:pt x="4070" y="4608"/>
                  </a:cubicBezTo>
                  <a:cubicBezTo>
                    <a:pt x="5058" y="3715"/>
                    <a:pt x="6142" y="2870"/>
                    <a:pt x="7332" y="2060"/>
                  </a:cubicBezTo>
                  <a:cubicBezTo>
                    <a:pt x="8606" y="1263"/>
                    <a:pt x="9976" y="620"/>
                    <a:pt x="1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2071;p44">
              <a:extLst>
                <a:ext uri="{FF2B5EF4-FFF2-40B4-BE49-F238E27FC236}">
                  <a16:creationId xmlns:a16="http://schemas.microsoft.com/office/drawing/2014/main" id="{350D164E-B1F9-B3B2-B4F0-0253E1742081}"/>
                </a:ext>
              </a:extLst>
            </p:cNvPr>
            <p:cNvSpPr/>
            <p:nvPr/>
          </p:nvSpPr>
          <p:spPr>
            <a:xfrm>
              <a:off x="2489634" y="3117468"/>
              <a:ext cx="32795" cy="100594"/>
            </a:xfrm>
            <a:custGeom>
              <a:avLst/>
              <a:gdLst/>
              <a:ahLst/>
              <a:cxnLst/>
              <a:rect l="l" t="t" r="r" b="b"/>
              <a:pathLst>
                <a:path w="875" h="2650" extrusionOk="0">
                  <a:moveTo>
                    <a:pt x="114" y="0"/>
                  </a:moveTo>
                  <a:cubicBezTo>
                    <a:pt x="56" y="0"/>
                    <a:pt x="0" y="36"/>
                    <a:pt x="29" y="95"/>
                  </a:cubicBezTo>
                  <a:cubicBezTo>
                    <a:pt x="458" y="952"/>
                    <a:pt x="529" y="1726"/>
                    <a:pt x="565" y="2643"/>
                  </a:cubicBezTo>
                  <a:cubicBezTo>
                    <a:pt x="569" y="2647"/>
                    <a:pt x="578" y="2650"/>
                    <a:pt x="588" y="2650"/>
                  </a:cubicBezTo>
                  <a:cubicBezTo>
                    <a:pt x="605" y="2650"/>
                    <a:pt x="625" y="2642"/>
                    <a:pt x="625" y="2619"/>
                  </a:cubicBezTo>
                  <a:cubicBezTo>
                    <a:pt x="875" y="1809"/>
                    <a:pt x="648" y="833"/>
                    <a:pt x="208" y="47"/>
                  </a:cubicBezTo>
                  <a:cubicBezTo>
                    <a:pt x="189" y="15"/>
                    <a:pt x="151" y="0"/>
                    <a:pt x="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2072;p44">
              <a:extLst>
                <a:ext uri="{FF2B5EF4-FFF2-40B4-BE49-F238E27FC236}">
                  <a16:creationId xmlns:a16="http://schemas.microsoft.com/office/drawing/2014/main" id="{0BE87D6B-30B3-CB21-8B90-7F5EFDCC648A}"/>
                </a:ext>
              </a:extLst>
            </p:cNvPr>
            <p:cNvSpPr/>
            <p:nvPr/>
          </p:nvSpPr>
          <p:spPr>
            <a:xfrm>
              <a:off x="2656717" y="3076243"/>
              <a:ext cx="19227" cy="51170"/>
            </a:xfrm>
            <a:custGeom>
              <a:avLst/>
              <a:gdLst/>
              <a:ahLst/>
              <a:cxnLst/>
              <a:rect l="l" t="t" r="r" b="b"/>
              <a:pathLst>
                <a:path w="513" h="1348" extrusionOk="0">
                  <a:moveTo>
                    <a:pt x="332" y="0"/>
                  </a:moveTo>
                  <a:cubicBezTo>
                    <a:pt x="310" y="0"/>
                    <a:pt x="286" y="7"/>
                    <a:pt x="286" y="14"/>
                  </a:cubicBezTo>
                  <a:cubicBezTo>
                    <a:pt x="215" y="228"/>
                    <a:pt x="250" y="454"/>
                    <a:pt x="227" y="657"/>
                  </a:cubicBezTo>
                  <a:cubicBezTo>
                    <a:pt x="167" y="883"/>
                    <a:pt x="96" y="1109"/>
                    <a:pt x="36" y="1300"/>
                  </a:cubicBezTo>
                  <a:lnTo>
                    <a:pt x="12" y="1300"/>
                  </a:lnTo>
                  <a:cubicBezTo>
                    <a:pt x="0" y="1300"/>
                    <a:pt x="0" y="1312"/>
                    <a:pt x="0" y="1312"/>
                  </a:cubicBezTo>
                  <a:lnTo>
                    <a:pt x="0" y="1324"/>
                  </a:lnTo>
                  <a:cubicBezTo>
                    <a:pt x="0" y="1347"/>
                    <a:pt x="36" y="1347"/>
                    <a:pt x="48" y="1347"/>
                  </a:cubicBezTo>
                  <a:cubicBezTo>
                    <a:pt x="274" y="1312"/>
                    <a:pt x="310" y="943"/>
                    <a:pt x="346" y="824"/>
                  </a:cubicBezTo>
                  <a:cubicBezTo>
                    <a:pt x="417" y="574"/>
                    <a:pt x="512" y="252"/>
                    <a:pt x="369" y="14"/>
                  </a:cubicBezTo>
                  <a:cubicBezTo>
                    <a:pt x="364" y="4"/>
                    <a:pt x="349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2073;p44">
              <a:extLst>
                <a:ext uri="{FF2B5EF4-FFF2-40B4-BE49-F238E27FC236}">
                  <a16:creationId xmlns:a16="http://schemas.microsoft.com/office/drawing/2014/main" id="{F21DEFD2-C425-3D25-AB30-0B60097EE3A4}"/>
                </a:ext>
              </a:extLst>
            </p:cNvPr>
            <p:cNvSpPr/>
            <p:nvPr/>
          </p:nvSpPr>
          <p:spPr>
            <a:xfrm>
              <a:off x="2597800" y="3180710"/>
              <a:ext cx="82606" cy="28508"/>
            </a:xfrm>
            <a:custGeom>
              <a:avLst/>
              <a:gdLst/>
              <a:ahLst/>
              <a:cxnLst/>
              <a:rect l="l" t="t" r="r" b="b"/>
              <a:pathLst>
                <a:path w="2204" h="751" extrusionOk="0">
                  <a:moveTo>
                    <a:pt x="84" y="0"/>
                  </a:moveTo>
                  <a:cubicBezTo>
                    <a:pt x="13" y="0"/>
                    <a:pt x="1" y="108"/>
                    <a:pt x="72" y="108"/>
                  </a:cubicBezTo>
                  <a:cubicBezTo>
                    <a:pt x="560" y="155"/>
                    <a:pt x="1048" y="227"/>
                    <a:pt x="1453" y="405"/>
                  </a:cubicBezTo>
                  <a:cubicBezTo>
                    <a:pt x="1656" y="500"/>
                    <a:pt x="1882" y="739"/>
                    <a:pt x="2144" y="750"/>
                  </a:cubicBezTo>
                  <a:cubicBezTo>
                    <a:pt x="2168" y="750"/>
                    <a:pt x="2203" y="727"/>
                    <a:pt x="2180" y="715"/>
                  </a:cubicBezTo>
                  <a:cubicBezTo>
                    <a:pt x="2144" y="512"/>
                    <a:pt x="1739" y="358"/>
                    <a:pt x="1513" y="274"/>
                  </a:cubicBezTo>
                  <a:cubicBezTo>
                    <a:pt x="1084" y="108"/>
                    <a:pt x="584" y="3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2074;p44">
              <a:extLst>
                <a:ext uri="{FF2B5EF4-FFF2-40B4-BE49-F238E27FC236}">
                  <a16:creationId xmlns:a16="http://schemas.microsoft.com/office/drawing/2014/main" id="{67417E5C-2D0F-D479-63F8-232648B1D57A}"/>
                </a:ext>
              </a:extLst>
            </p:cNvPr>
            <p:cNvSpPr/>
            <p:nvPr/>
          </p:nvSpPr>
          <p:spPr>
            <a:xfrm>
              <a:off x="2408153" y="3365426"/>
              <a:ext cx="82606" cy="32304"/>
            </a:xfrm>
            <a:custGeom>
              <a:avLst/>
              <a:gdLst/>
              <a:ahLst/>
              <a:cxnLst/>
              <a:rect l="l" t="t" r="r" b="b"/>
              <a:pathLst>
                <a:path w="2204" h="851" extrusionOk="0">
                  <a:moveTo>
                    <a:pt x="477" y="1"/>
                  </a:moveTo>
                  <a:cubicBezTo>
                    <a:pt x="333" y="1"/>
                    <a:pt x="193" y="17"/>
                    <a:pt x="60" y="52"/>
                  </a:cubicBezTo>
                  <a:cubicBezTo>
                    <a:pt x="1" y="52"/>
                    <a:pt x="12" y="123"/>
                    <a:pt x="72" y="123"/>
                  </a:cubicBezTo>
                  <a:cubicBezTo>
                    <a:pt x="858" y="123"/>
                    <a:pt x="1453" y="314"/>
                    <a:pt x="2060" y="837"/>
                  </a:cubicBezTo>
                  <a:cubicBezTo>
                    <a:pt x="2072" y="846"/>
                    <a:pt x="2084" y="850"/>
                    <a:pt x="2097" y="850"/>
                  </a:cubicBezTo>
                  <a:cubicBezTo>
                    <a:pt x="2150" y="850"/>
                    <a:pt x="2204" y="779"/>
                    <a:pt x="2156" y="730"/>
                  </a:cubicBezTo>
                  <a:cubicBezTo>
                    <a:pt x="1742" y="288"/>
                    <a:pt x="1080" y="1"/>
                    <a:pt x="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2075;p44">
              <a:extLst>
                <a:ext uri="{FF2B5EF4-FFF2-40B4-BE49-F238E27FC236}">
                  <a16:creationId xmlns:a16="http://schemas.microsoft.com/office/drawing/2014/main" id="{761BC763-D997-5606-3BFA-6D100D6515B6}"/>
                </a:ext>
              </a:extLst>
            </p:cNvPr>
            <p:cNvSpPr/>
            <p:nvPr/>
          </p:nvSpPr>
          <p:spPr>
            <a:xfrm>
              <a:off x="2315916" y="3287683"/>
              <a:ext cx="49886" cy="88409"/>
            </a:xfrm>
            <a:custGeom>
              <a:avLst/>
              <a:gdLst/>
              <a:ahLst/>
              <a:cxnLst/>
              <a:rect l="l" t="t" r="r" b="b"/>
              <a:pathLst>
                <a:path w="1331" h="2329" extrusionOk="0">
                  <a:moveTo>
                    <a:pt x="103" y="1"/>
                  </a:moveTo>
                  <a:cubicBezTo>
                    <a:pt x="46" y="1"/>
                    <a:pt x="1" y="58"/>
                    <a:pt x="56" y="123"/>
                  </a:cubicBezTo>
                  <a:cubicBezTo>
                    <a:pt x="771" y="790"/>
                    <a:pt x="938" y="1492"/>
                    <a:pt x="1271" y="2302"/>
                  </a:cubicBezTo>
                  <a:cubicBezTo>
                    <a:pt x="1277" y="2320"/>
                    <a:pt x="1292" y="2329"/>
                    <a:pt x="1305" y="2329"/>
                  </a:cubicBezTo>
                  <a:cubicBezTo>
                    <a:pt x="1319" y="2329"/>
                    <a:pt x="1330" y="2320"/>
                    <a:pt x="1330" y="2302"/>
                  </a:cubicBezTo>
                  <a:cubicBezTo>
                    <a:pt x="1247" y="1552"/>
                    <a:pt x="914" y="516"/>
                    <a:pt x="152" y="16"/>
                  </a:cubicBezTo>
                  <a:cubicBezTo>
                    <a:pt x="136" y="5"/>
                    <a:pt x="119" y="1"/>
                    <a:pt x="103" y="1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2076;p44">
              <a:extLst>
                <a:ext uri="{FF2B5EF4-FFF2-40B4-BE49-F238E27FC236}">
                  <a16:creationId xmlns:a16="http://schemas.microsoft.com/office/drawing/2014/main" id="{CE7015A9-D4B1-D597-903A-C4F41013E183}"/>
                </a:ext>
              </a:extLst>
            </p:cNvPr>
            <p:cNvSpPr/>
            <p:nvPr/>
          </p:nvSpPr>
          <p:spPr>
            <a:xfrm>
              <a:off x="2481800" y="3266463"/>
              <a:ext cx="111466" cy="22966"/>
            </a:xfrm>
            <a:custGeom>
              <a:avLst/>
              <a:gdLst/>
              <a:ahLst/>
              <a:cxnLst/>
              <a:rect l="l" t="t" r="r" b="b"/>
              <a:pathLst>
                <a:path w="2974" h="605" extrusionOk="0">
                  <a:moveTo>
                    <a:pt x="1325" y="0"/>
                  </a:moveTo>
                  <a:cubicBezTo>
                    <a:pt x="876" y="0"/>
                    <a:pt x="415" y="76"/>
                    <a:pt x="0" y="194"/>
                  </a:cubicBezTo>
                  <a:cubicBezTo>
                    <a:pt x="0" y="218"/>
                    <a:pt x="0" y="230"/>
                    <a:pt x="12" y="230"/>
                  </a:cubicBezTo>
                  <a:cubicBezTo>
                    <a:pt x="454" y="193"/>
                    <a:pt x="906" y="133"/>
                    <a:pt x="1337" y="133"/>
                  </a:cubicBezTo>
                  <a:cubicBezTo>
                    <a:pt x="1881" y="133"/>
                    <a:pt x="2392" y="228"/>
                    <a:pt x="2810" y="587"/>
                  </a:cubicBezTo>
                  <a:cubicBezTo>
                    <a:pt x="2822" y="599"/>
                    <a:pt x="2837" y="604"/>
                    <a:pt x="2852" y="604"/>
                  </a:cubicBezTo>
                  <a:cubicBezTo>
                    <a:pt x="2910" y="604"/>
                    <a:pt x="2974" y="527"/>
                    <a:pt x="2917" y="480"/>
                  </a:cubicBezTo>
                  <a:cubicBezTo>
                    <a:pt x="2496" y="134"/>
                    <a:pt x="1921" y="0"/>
                    <a:pt x="1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2077;p44">
              <a:extLst>
                <a:ext uri="{FF2B5EF4-FFF2-40B4-BE49-F238E27FC236}">
                  <a16:creationId xmlns:a16="http://schemas.microsoft.com/office/drawing/2014/main" id="{8C1E31A4-C7BB-E3F3-2EF2-AD704AE25333}"/>
                </a:ext>
              </a:extLst>
            </p:cNvPr>
            <p:cNvSpPr/>
            <p:nvPr/>
          </p:nvSpPr>
          <p:spPr>
            <a:xfrm>
              <a:off x="1077030" y="2709772"/>
              <a:ext cx="1342796" cy="793668"/>
            </a:xfrm>
            <a:custGeom>
              <a:avLst/>
              <a:gdLst/>
              <a:ahLst/>
              <a:cxnLst/>
              <a:rect l="l" t="t" r="r" b="b"/>
              <a:pathLst>
                <a:path w="35827" h="20908" extrusionOk="0">
                  <a:moveTo>
                    <a:pt x="1488" y="0"/>
                  </a:moveTo>
                  <a:cubicBezTo>
                    <a:pt x="667" y="0"/>
                    <a:pt x="0" y="667"/>
                    <a:pt x="0" y="1488"/>
                  </a:cubicBezTo>
                  <a:lnTo>
                    <a:pt x="0" y="20657"/>
                  </a:lnTo>
                  <a:lnTo>
                    <a:pt x="35826" y="20907"/>
                  </a:lnTo>
                  <a:lnTo>
                    <a:pt x="35814" y="1453"/>
                  </a:lnTo>
                  <a:cubicBezTo>
                    <a:pt x="35814" y="655"/>
                    <a:pt x="35159" y="0"/>
                    <a:pt x="34350" y="0"/>
                  </a:cubicBezTo>
                  <a:close/>
                </a:path>
              </a:pathLst>
            </a:custGeom>
            <a:solidFill>
              <a:srgbClr val="424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2078;p44">
              <a:extLst>
                <a:ext uri="{FF2B5EF4-FFF2-40B4-BE49-F238E27FC236}">
                  <a16:creationId xmlns:a16="http://schemas.microsoft.com/office/drawing/2014/main" id="{C50CC1C3-28F5-DEED-C58E-F7FB64F88043}"/>
                </a:ext>
              </a:extLst>
            </p:cNvPr>
            <p:cNvSpPr/>
            <p:nvPr/>
          </p:nvSpPr>
          <p:spPr>
            <a:xfrm>
              <a:off x="1065862" y="2721046"/>
              <a:ext cx="1342346" cy="784633"/>
            </a:xfrm>
            <a:custGeom>
              <a:avLst/>
              <a:gdLst/>
              <a:ahLst/>
              <a:cxnLst/>
              <a:rect l="l" t="t" r="r" b="b"/>
              <a:pathLst>
                <a:path w="35815" h="20670" extrusionOk="0">
                  <a:moveTo>
                    <a:pt x="751" y="1"/>
                  </a:moveTo>
                  <a:cubicBezTo>
                    <a:pt x="334" y="1"/>
                    <a:pt x="1" y="322"/>
                    <a:pt x="1" y="739"/>
                  </a:cubicBezTo>
                  <a:lnTo>
                    <a:pt x="1" y="20670"/>
                  </a:lnTo>
                  <a:lnTo>
                    <a:pt x="35815" y="20670"/>
                  </a:lnTo>
                  <a:lnTo>
                    <a:pt x="35815" y="727"/>
                  </a:lnTo>
                  <a:cubicBezTo>
                    <a:pt x="35815" y="322"/>
                    <a:pt x="35481" y="1"/>
                    <a:pt x="3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2079;p44">
              <a:extLst>
                <a:ext uri="{FF2B5EF4-FFF2-40B4-BE49-F238E27FC236}">
                  <a16:creationId xmlns:a16="http://schemas.microsoft.com/office/drawing/2014/main" id="{C2DA36CE-99F1-E95E-530D-23BEB5FC20F9}"/>
                </a:ext>
              </a:extLst>
            </p:cNvPr>
            <p:cNvSpPr/>
            <p:nvPr/>
          </p:nvSpPr>
          <p:spPr>
            <a:xfrm>
              <a:off x="801706" y="3503413"/>
              <a:ext cx="1908632" cy="214702"/>
            </a:xfrm>
            <a:custGeom>
              <a:avLst/>
              <a:gdLst/>
              <a:ahLst/>
              <a:cxnLst/>
              <a:rect l="l" t="t" r="r" b="b"/>
              <a:pathLst>
                <a:path w="50924" h="5656" extrusionOk="0">
                  <a:moveTo>
                    <a:pt x="43172" y="0"/>
                  </a:moveTo>
                  <a:lnTo>
                    <a:pt x="7001" y="48"/>
                  </a:lnTo>
                  <a:lnTo>
                    <a:pt x="369" y="2298"/>
                  </a:lnTo>
                  <a:cubicBezTo>
                    <a:pt x="0" y="3037"/>
                    <a:pt x="310" y="5656"/>
                    <a:pt x="1322" y="5656"/>
                  </a:cubicBezTo>
                  <a:lnTo>
                    <a:pt x="48482" y="5656"/>
                  </a:lnTo>
                  <a:cubicBezTo>
                    <a:pt x="49482" y="5656"/>
                    <a:pt x="50923" y="2715"/>
                    <a:pt x="49721" y="2084"/>
                  </a:cubicBezTo>
                  <a:lnTo>
                    <a:pt x="431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2080;p44">
              <a:extLst>
                <a:ext uri="{FF2B5EF4-FFF2-40B4-BE49-F238E27FC236}">
                  <a16:creationId xmlns:a16="http://schemas.microsoft.com/office/drawing/2014/main" id="{A5B738B4-C65C-BA49-4BAA-97729F0F208B}"/>
                </a:ext>
              </a:extLst>
            </p:cNvPr>
            <p:cNvSpPr/>
            <p:nvPr/>
          </p:nvSpPr>
          <p:spPr>
            <a:xfrm>
              <a:off x="801706" y="3505652"/>
              <a:ext cx="1886293" cy="115322"/>
            </a:xfrm>
            <a:custGeom>
              <a:avLst/>
              <a:gdLst/>
              <a:ahLst/>
              <a:cxnLst/>
              <a:rect l="l" t="t" r="r" b="b"/>
              <a:pathLst>
                <a:path w="50328" h="3038" extrusionOk="0">
                  <a:moveTo>
                    <a:pt x="7001" y="1"/>
                  </a:moveTo>
                  <a:lnTo>
                    <a:pt x="369" y="2251"/>
                  </a:lnTo>
                  <a:cubicBezTo>
                    <a:pt x="0" y="2954"/>
                    <a:pt x="310" y="3037"/>
                    <a:pt x="1322" y="3037"/>
                  </a:cubicBezTo>
                  <a:lnTo>
                    <a:pt x="48482" y="3037"/>
                  </a:lnTo>
                  <a:cubicBezTo>
                    <a:pt x="49482" y="3037"/>
                    <a:pt x="50328" y="2906"/>
                    <a:pt x="49578" y="2251"/>
                  </a:cubicBezTo>
                  <a:lnTo>
                    <a:pt x="42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2081;p44">
              <a:extLst>
                <a:ext uri="{FF2B5EF4-FFF2-40B4-BE49-F238E27FC236}">
                  <a16:creationId xmlns:a16="http://schemas.microsoft.com/office/drawing/2014/main" id="{6BA7FC8A-DB4A-E15B-5E60-507EC2265426}"/>
                </a:ext>
              </a:extLst>
            </p:cNvPr>
            <p:cNvSpPr/>
            <p:nvPr/>
          </p:nvSpPr>
          <p:spPr>
            <a:xfrm>
              <a:off x="1465693" y="3540007"/>
              <a:ext cx="549832" cy="53372"/>
            </a:xfrm>
            <a:custGeom>
              <a:avLst/>
              <a:gdLst/>
              <a:ahLst/>
              <a:cxnLst/>
              <a:rect l="l" t="t" r="r" b="b"/>
              <a:pathLst>
                <a:path w="14670" h="1406" extrusionOk="0">
                  <a:moveTo>
                    <a:pt x="1310" y="1"/>
                  </a:moveTo>
                  <a:cubicBezTo>
                    <a:pt x="1072" y="1"/>
                    <a:pt x="870" y="60"/>
                    <a:pt x="798" y="168"/>
                  </a:cubicBezTo>
                  <a:lnTo>
                    <a:pt x="120" y="1072"/>
                  </a:lnTo>
                  <a:cubicBezTo>
                    <a:pt x="1" y="1239"/>
                    <a:pt x="274" y="1406"/>
                    <a:pt x="643" y="1406"/>
                  </a:cubicBezTo>
                  <a:lnTo>
                    <a:pt x="14026" y="1406"/>
                  </a:lnTo>
                  <a:cubicBezTo>
                    <a:pt x="14395" y="1406"/>
                    <a:pt x="14669" y="1239"/>
                    <a:pt x="14562" y="1072"/>
                  </a:cubicBezTo>
                  <a:lnTo>
                    <a:pt x="13895" y="168"/>
                  </a:lnTo>
                  <a:cubicBezTo>
                    <a:pt x="13812" y="72"/>
                    <a:pt x="13609" y="1"/>
                    <a:pt x="13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2082;p44">
              <a:extLst>
                <a:ext uri="{FF2B5EF4-FFF2-40B4-BE49-F238E27FC236}">
                  <a16:creationId xmlns:a16="http://schemas.microsoft.com/office/drawing/2014/main" id="{80C1E040-F8D8-D27A-CC88-594BF945A3DE}"/>
                </a:ext>
              </a:extLst>
            </p:cNvPr>
            <p:cNvSpPr/>
            <p:nvPr/>
          </p:nvSpPr>
          <p:spPr>
            <a:xfrm>
              <a:off x="1141270" y="2787477"/>
              <a:ext cx="1194638" cy="720936"/>
            </a:xfrm>
            <a:custGeom>
              <a:avLst/>
              <a:gdLst/>
              <a:ahLst/>
              <a:cxnLst/>
              <a:rect l="l" t="t" r="r" b="b"/>
              <a:pathLst>
                <a:path w="31874" h="18992" extrusionOk="0">
                  <a:moveTo>
                    <a:pt x="2751" y="1"/>
                  </a:moveTo>
                  <a:lnTo>
                    <a:pt x="1870" y="37"/>
                  </a:lnTo>
                  <a:lnTo>
                    <a:pt x="1001" y="49"/>
                  </a:lnTo>
                  <a:lnTo>
                    <a:pt x="286" y="299"/>
                  </a:lnTo>
                  <a:lnTo>
                    <a:pt x="48" y="1013"/>
                  </a:lnTo>
                  <a:lnTo>
                    <a:pt x="25" y="1906"/>
                  </a:lnTo>
                  <a:lnTo>
                    <a:pt x="48" y="2823"/>
                  </a:lnTo>
                  <a:lnTo>
                    <a:pt x="84" y="3716"/>
                  </a:lnTo>
                  <a:lnTo>
                    <a:pt x="84" y="4609"/>
                  </a:lnTo>
                  <a:lnTo>
                    <a:pt x="1" y="5502"/>
                  </a:lnTo>
                  <a:lnTo>
                    <a:pt x="84" y="6395"/>
                  </a:lnTo>
                  <a:lnTo>
                    <a:pt x="120" y="7288"/>
                  </a:lnTo>
                  <a:lnTo>
                    <a:pt x="108" y="8181"/>
                  </a:lnTo>
                  <a:lnTo>
                    <a:pt x="84" y="9085"/>
                  </a:lnTo>
                  <a:lnTo>
                    <a:pt x="1" y="9978"/>
                  </a:lnTo>
                  <a:lnTo>
                    <a:pt x="120" y="10871"/>
                  </a:lnTo>
                  <a:lnTo>
                    <a:pt x="1" y="11764"/>
                  </a:lnTo>
                  <a:lnTo>
                    <a:pt x="144" y="12657"/>
                  </a:lnTo>
                  <a:lnTo>
                    <a:pt x="60" y="13550"/>
                  </a:lnTo>
                  <a:lnTo>
                    <a:pt x="48" y="14443"/>
                  </a:lnTo>
                  <a:lnTo>
                    <a:pt x="120" y="15336"/>
                  </a:lnTo>
                  <a:lnTo>
                    <a:pt x="72" y="16229"/>
                  </a:lnTo>
                  <a:lnTo>
                    <a:pt x="120" y="17122"/>
                  </a:lnTo>
                  <a:lnTo>
                    <a:pt x="1" y="18027"/>
                  </a:lnTo>
                  <a:lnTo>
                    <a:pt x="25" y="18956"/>
                  </a:lnTo>
                  <a:lnTo>
                    <a:pt x="953" y="18849"/>
                  </a:lnTo>
                  <a:lnTo>
                    <a:pt x="1846" y="18872"/>
                  </a:lnTo>
                  <a:lnTo>
                    <a:pt x="2727" y="18956"/>
                  </a:lnTo>
                  <a:lnTo>
                    <a:pt x="3596" y="18968"/>
                  </a:lnTo>
                  <a:lnTo>
                    <a:pt x="4477" y="18991"/>
                  </a:lnTo>
                  <a:lnTo>
                    <a:pt x="5370" y="18849"/>
                  </a:lnTo>
                  <a:lnTo>
                    <a:pt x="6251" y="18920"/>
                  </a:lnTo>
                  <a:lnTo>
                    <a:pt x="7133" y="18908"/>
                  </a:lnTo>
                  <a:lnTo>
                    <a:pt x="8002" y="18872"/>
                  </a:lnTo>
                  <a:lnTo>
                    <a:pt x="8895" y="18837"/>
                  </a:lnTo>
                  <a:lnTo>
                    <a:pt x="9776" y="18896"/>
                  </a:lnTo>
                  <a:lnTo>
                    <a:pt x="10657" y="18979"/>
                  </a:lnTo>
                  <a:lnTo>
                    <a:pt x="11526" y="18968"/>
                  </a:lnTo>
                  <a:lnTo>
                    <a:pt x="12419" y="18849"/>
                  </a:lnTo>
                  <a:lnTo>
                    <a:pt x="13300" y="18908"/>
                  </a:lnTo>
                  <a:lnTo>
                    <a:pt x="14181" y="18956"/>
                  </a:lnTo>
                  <a:lnTo>
                    <a:pt x="15062" y="18932"/>
                  </a:lnTo>
                  <a:lnTo>
                    <a:pt x="15943" y="18896"/>
                  </a:lnTo>
                  <a:lnTo>
                    <a:pt x="16836" y="18849"/>
                  </a:lnTo>
                  <a:lnTo>
                    <a:pt x="17705" y="18979"/>
                  </a:lnTo>
                  <a:lnTo>
                    <a:pt x="18586" y="18979"/>
                  </a:lnTo>
                  <a:lnTo>
                    <a:pt x="19467" y="18932"/>
                  </a:lnTo>
                  <a:lnTo>
                    <a:pt x="20360" y="18968"/>
                  </a:lnTo>
                  <a:lnTo>
                    <a:pt x="21241" y="18908"/>
                  </a:lnTo>
                  <a:lnTo>
                    <a:pt x="22111" y="18932"/>
                  </a:lnTo>
                  <a:lnTo>
                    <a:pt x="22992" y="18979"/>
                  </a:lnTo>
                  <a:lnTo>
                    <a:pt x="23873" y="18872"/>
                  </a:lnTo>
                  <a:lnTo>
                    <a:pt x="24766" y="18896"/>
                  </a:lnTo>
                  <a:lnTo>
                    <a:pt x="25647" y="18896"/>
                  </a:lnTo>
                  <a:lnTo>
                    <a:pt x="26516" y="18872"/>
                  </a:lnTo>
                  <a:lnTo>
                    <a:pt x="27397" y="18979"/>
                  </a:lnTo>
                  <a:lnTo>
                    <a:pt x="28278" y="18896"/>
                  </a:lnTo>
                  <a:lnTo>
                    <a:pt x="29171" y="18968"/>
                  </a:lnTo>
                  <a:lnTo>
                    <a:pt x="30052" y="18908"/>
                  </a:lnTo>
                  <a:lnTo>
                    <a:pt x="30921" y="18896"/>
                  </a:lnTo>
                  <a:lnTo>
                    <a:pt x="31814" y="18920"/>
                  </a:lnTo>
                  <a:lnTo>
                    <a:pt x="31814" y="18015"/>
                  </a:lnTo>
                  <a:lnTo>
                    <a:pt x="31838" y="17122"/>
                  </a:lnTo>
                  <a:lnTo>
                    <a:pt x="31755" y="16229"/>
                  </a:lnTo>
                  <a:lnTo>
                    <a:pt x="31874" y="15324"/>
                  </a:lnTo>
                  <a:lnTo>
                    <a:pt x="31838" y="14431"/>
                  </a:lnTo>
                  <a:lnTo>
                    <a:pt x="31874" y="13538"/>
                  </a:lnTo>
                  <a:lnTo>
                    <a:pt x="31814" y="12645"/>
                  </a:lnTo>
                  <a:lnTo>
                    <a:pt x="31731" y="11729"/>
                  </a:lnTo>
                  <a:lnTo>
                    <a:pt x="31838" y="10836"/>
                  </a:lnTo>
                  <a:lnTo>
                    <a:pt x="31790" y="9943"/>
                  </a:lnTo>
                  <a:lnTo>
                    <a:pt x="31731" y="9050"/>
                  </a:lnTo>
                  <a:lnTo>
                    <a:pt x="31874" y="8157"/>
                  </a:lnTo>
                  <a:lnTo>
                    <a:pt x="31850" y="7252"/>
                  </a:lnTo>
                  <a:lnTo>
                    <a:pt x="31778" y="6359"/>
                  </a:lnTo>
                  <a:lnTo>
                    <a:pt x="31802" y="5466"/>
                  </a:lnTo>
                  <a:lnTo>
                    <a:pt x="31731" y="4573"/>
                  </a:lnTo>
                  <a:lnTo>
                    <a:pt x="31838" y="3680"/>
                  </a:lnTo>
                  <a:lnTo>
                    <a:pt x="31755" y="2787"/>
                  </a:lnTo>
                  <a:lnTo>
                    <a:pt x="31743" y="1882"/>
                  </a:lnTo>
                  <a:lnTo>
                    <a:pt x="31743" y="989"/>
                  </a:lnTo>
                  <a:lnTo>
                    <a:pt x="31540" y="358"/>
                  </a:lnTo>
                  <a:lnTo>
                    <a:pt x="30909" y="168"/>
                  </a:lnTo>
                  <a:lnTo>
                    <a:pt x="30016" y="168"/>
                  </a:lnTo>
                  <a:lnTo>
                    <a:pt x="29135" y="60"/>
                  </a:lnTo>
                  <a:lnTo>
                    <a:pt x="28266" y="156"/>
                  </a:lnTo>
                  <a:lnTo>
                    <a:pt x="27385" y="60"/>
                  </a:lnTo>
                  <a:lnTo>
                    <a:pt x="26504" y="156"/>
                  </a:lnTo>
                  <a:lnTo>
                    <a:pt x="25623" y="120"/>
                  </a:lnTo>
                  <a:lnTo>
                    <a:pt x="24754" y="156"/>
                  </a:lnTo>
                  <a:lnTo>
                    <a:pt x="23861" y="13"/>
                  </a:lnTo>
                  <a:lnTo>
                    <a:pt x="22980" y="49"/>
                  </a:lnTo>
                  <a:lnTo>
                    <a:pt x="22099" y="60"/>
                  </a:lnTo>
                  <a:lnTo>
                    <a:pt x="21218" y="1"/>
                  </a:lnTo>
                  <a:lnTo>
                    <a:pt x="20348" y="37"/>
                  </a:lnTo>
                  <a:lnTo>
                    <a:pt x="19467" y="156"/>
                  </a:lnTo>
                  <a:lnTo>
                    <a:pt x="18586" y="37"/>
                  </a:lnTo>
                  <a:lnTo>
                    <a:pt x="17705" y="60"/>
                  </a:lnTo>
                  <a:lnTo>
                    <a:pt x="16836" y="168"/>
                  </a:lnTo>
                  <a:lnTo>
                    <a:pt x="15955" y="49"/>
                  </a:lnTo>
                  <a:lnTo>
                    <a:pt x="15062" y="13"/>
                  </a:lnTo>
                  <a:lnTo>
                    <a:pt x="14181" y="60"/>
                  </a:lnTo>
                  <a:lnTo>
                    <a:pt x="13300" y="156"/>
                  </a:lnTo>
                  <a:lnTo>
                    <a:pt x="12419" y="37"/>
                  </a:lnTo>
                  <a:lnTo>
                    <a:pt x="11550" y="84"/>
                  </a:lnTo>
                  <a:lnTo>
                    <a:pt x="10669" y="84"/>
                  </a:lnTo>
                  <a:lnTo>
                    <a:pt x="9788" y="60"/>
                  </a:lnTo>
                  <a:lnTo>
                    <a:pt x="8918" y="156"/>
                  </a:lnTo>
                  <a:lnTo>
                    <a:pt x="8037" y="37"/>
                  </a:lnTo>
                  <a:lnTo>
                    <a:pt x="7156" y="37"/>
                  </a:lnTo>
                  <a:lnTo>
                    <a:pt x="6275" y="13"/>
                  </a:lnTo>
                  <a:lnTo>
                    <a:pt x="5382" y="49"/>
                  </a:lnTo>
                  <a:lnTo>
                    <a:pt x="4513" y="156"/>
                  </a:lnTo>
                  <a:lnTo>
                    <a:pt x="3632" y="49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2083;p44">
              <a:extLst>
                <a:ext uri="{FF2B5EF4-FFF2-40B4-BE49-F238E27FC236}">
                  <a16:creationId xmlns:a16="http://schemas.microsoft.com/office/drawing/2014/main" id="{54DC57C0-E907-8373-608F-A664AD200D8E}"/>
                </a:ext>
              </a:extLst>
            </p:cNvPr>
            <p:cNvSpPr/>
            <p:nvPr/>
          </p:nvSpPr>
          <p:spPr>
            <a:xfrm>
              <a:off x="1481322" y="2881506"/>
              <a:ext cx="525694" cy="532009"/>
            </a:xfrm>
            <a:custGeom>
              <a:avLst/>
              <a:gdLst/>
              <a:ahLst/>
              <a:cxnLst/>
              <a:rect l="l" t="t" r="r" b="b"/>
              <a:pathLst>
                <a:path w="14026" h="14015" extrusionOk="0">
                  <a:moveTo>
                    <a:pt x="7013" y="0"/>
                  </a:moveTo>
                  <a:cubicBezTo>
                    <a:pt x="3144" y="0"/>
                    <a:pt x="0" y="3132"/>
                    <a:pt x="0" y="7013"/>
                  </a:cubicBezTo>
                  <a:cubicBezTo>
                    <a:pt x="0" y="10883"/>
                    <a:pt x="3144" y="14014"/>
                    <a:pt x="7013" y="14014"/>
                  </a:cubicBezTo>
                  <a:cubicBezTo>
                    <a:pt x="10883" y="14014"/>
                    <a:pt x="14026" y="10883"/>
                    <a:pt x="14026" y="7013"/>
                  </a:cubicBezTo>
                  <a:cubicBezTo>
                    <a:pt x="14026" y="3132"/>
                    <a:pt x="10883" y="0"/>
                    <a:pt x="7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2084;p44">
              <a:extLst>
                <a:ext uri="{FF2B5EF4-FFF2-40B4-BE49-F238E27FC236}">
                  <a16:creationId xmlns:a16="http://schemas.microsoft.com/office/drawing/2014/main" id="{9284EADE-6F3F-ED36-A192-82F6F32F3E98}"/>
                </a:ext>
              </a:extLst>
            </p:cNvPr>
            <p:cNvSpPr/>
            <p:nvPr/>
          </p:nvSpPr>
          <p:spPr>
            <a:xfrm>
              <a:off x="1716469" y="3160819"/>
              <a:ext cx="55845" cy="99000"/>
            </a:xfrm>
            <a:custGeom>
              <a:avLst/>
              <a:gdLst/>
              <a:ahLst/>
              <a:cxnLst/>
              <a:rect l="l" t="t" r="r" b="b"/>
              <a:pathLst>
                <a:path w="1490" h="2608" extrusionOk="0">
                  <a:moveTo>
                    <a:pt x="739" y="0"/>
                  </a:moveTo>
                  <a:cubicBezTo>
                    <a:pt x="322" y="0"/>
                    <a:pt x="1" y="334"/>
                    <a:pt x="1" y="751"/>
                  </a:cubicBezTo>
                  <a:cubicBezTo>
                    <a:pt x="1" y="989"/>
                    <a:pt x="108" y="1215"/>
                    <a:pt x="299" y="1346"/>
                  </a:cubicBezTo>
                  <a:lnTo>
                    <a:pt x="179" y="2406"/>
                  </a:lnTo>
                  <a:cubicBezTo>
                    <a:pt x="179" y="2465"/>
                    <a:pt x="191" y="2513"/>
                    <a:pt x="215" y="2548"/>
                  </a:cubicBezTo>
                  <a:cubicBezTo>
                    <a:pt x="251" y="2596"/>
                    <a:pt x="310" y="2608"/>
                    <a:pt x="346" y="2608"/>
                  </a:cubicBezTo>
                  <a:lnTo>
                    <a:pt x="1096" y="2608"/>
                  </a:lnTo>
                  <a:cubicBezTo>
                    <a:pt x="1156" y="2608"/>
                    <a:pt x="1203" y="2584"/>
                    <a:pt x="1227" y="2548"/>
                  </a:cubicBezTo>
                  <a:cubicBezTo>
                    <a:pt x="1263" y="2513"/>
                    <a:pt x="1287" y="2465"/>
                    <a:pt x="1275" y="2406"/>
                  </a:cubicBezTo>
                  <a:lnTo>
                    <a:pt x="1156" y="1346"/>
                  </a:lnTo>
                  <a:cubicBezTo>
                    <a:pt x="1346" y="1215"/>
                    <a:pt x="1453" y="989"/>
                    <a:pt x="1453" y="751"/>
                  </a:cubicBezTo>
                  <a:cubicBezTo>
                    <a:pt x="1489" y="346"/>
                    <a:pt x="114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2085;p44">
              <a:extLst>
                <a:ext uri="{FF2B5EF4-FFF2-40B4-BE49-F238E27FC236}">
                  <a16:creationId xmlns:a16="http://schemas.microsoft.com/office/drawing/2014/main" id="{4868CAEC-ECF0-58DD-A020-C2E21380D4EF}"/>
                </a:ext>
              </a:extLst>
            </p:cNvPr>
            <p:cNvSpPr/>
            <p:nvPr/>
          </p:nvSpPr>
          <p:spPr>
            <a:xfrm>
              <a:off x="1619209" y="2978229"/>
              <a:ext cx="250816" cy="338110"/>
            </a:xfrm>
            <a:custGeom>
              <a:avLst/>
              <a:gdLst/>
              <a:ahLst/>
              <a:cxnLst/>
              <a:rect l="l" t="t" r="r" b="b"/>
              <a:pathLst>
                <a:path w="6692" h="8907" extrusionOk="0">
                  <a:moveTo>
                    <a:pt x="3334" y="1108"/>
                  </a:moveTo>
                  <a:cubicBezTo>
                    <a:pt x="4156" y="1108"/>
                    <a:pt x="4822" y="1786"/>
                    <a:pt x="4822" y="2596"/>
                  </a:cubicBezTo>
                  <a:lnTo>
                    <a:pt x="4822" y="3191"/>
                  </a:lnTo>
                  <a:lnTo>
                    <a:pt x="4822" y="3346"/>
                  </a:lnTo>
                  <a:lnTo>
                    <a:pt x="1846" y="3346"/>
                  </a:lnTo>
                  <a:lnTo>
                    <a:pt x="1846" y="3191"/>
                  </a:lnTo>
                  <a:lnTo>
                    <a:pt x="1846" y="2596"/>
                  </a:lnTo>
                  <a:cubicBezTo>
                    <a:pt x="1846" y="1786"/>
                    <a:pt x="2513" y="1108"/>
                    <a:pt x="3334" y="1108"/>
                  </a:cubicBezTo>
                  <a:close/>
                  <a:moveTo>
                    <a:pt x="3346" y="4834"/>
                  </a:moveTo>
                  <a:cubicBezTo>
                    <a:pt x="3763" y="4834"/>
                    <a:pt x="4096" y="5156"/>
                    <a:pt x="4096" y="5572"/>
                  </a:cubicBezTo>
                  <a:cubicBezTo>
                    <a:pt x="4084" y="5811"/>
                    <a:pt x="3965" y="6025"/>
                    <a:pt x="3763" y="6168"/>
                  </a:cubicBezTo>
                  <a:lnTo>
                    <a:pt x="3882" y="7227"/>
                  </a:lnTo>
                  <a:cubicBezTo>
                    <a:pt x="3882" y="7287"/>
                    <a:pt x="3870" y="7335"/>
                    <a:pt x="3834" y="7382"/>
                  </a:cubicBezTo>
                  <a:cubicBezTo>
                    <a:pt x="3810" y="7418"/>
                    <a:pt x="3751" y="7442"/>
                    <a:pt x="3703" y="7442"/>
                  </a:cubicBezTo>
                  <a:lnTo>
                    <a:pt x="2965" y="7442"/>
                  </a:lnTo>
                  <a:cubicBezTo>
                    <a:pt x="2905" y="7442"/>
                    <a:pt x="2858" y="7406"/>
                    <a:pt x="2834" y="7382"/>
                  </a:cubicBezTo>
                  <a:cubicBezTo>
                    <a:pt x="2798" y="7335"/>
                    <a:pt x="2774" y="7287"/>
                    <a:pt x="2786" y="7227"/>
                  </a:cubicBezTo>
                  <a:lnTo>
                    <a:pt x="2905" y="6168"/>
                  </a:lnTo>
                  <a:cubicBezTo>
                    <a:pt x="2715" y="6037"/>
                    <a:pt x="2608" y="5811"/>
                    <a:pt x="2608" y="5572"/>
                  </a:cubicBezTo>
                  <a:cubicBezTo>
                    <a:pt x="2608" y="5156"/>
                    <a:pt x="2929" y="4834"/>
                    <a:pt x="3346" y="4834"/>
                  </a:cubicBezTo>
                  <a:close/>
                  <a:moveTo>
                    <a:pt x="3334" y="0"/>
                  </a:moveTo>
                  <a:cubicBezTo>
                    <a:pt x="1893" y="0"/>
                    <a:pt x="727" y="1155"/>
                    <a:pt x="727" y="2596"/>
                  </a:cubicBezTo>
                  <a:lnTo>
                    <a:pt x="727" y="3191"/>
                  </a:lnTo>
                  <a:lnTo>
                    <a:pt x="727" y="3346"/>
                  </a:lnTo>
                  <a:lnTo>
                    <a:pt x="179" y="3346"/>
                  </a:lnTo>
                  <a:cubicBezTo>
                    <a:pt x="72" y="3346"/>
                    <a:pt x="0" y="3429"/>
                    <a:pt x="0" y="3525"/>
                  </a:cubicBezTo>
                  <a:lnTo>
                    <a:pt x="0" y="8168"/>
                  </a:lnTo>
                  <a:cubicBezTo>
                    <a:pt x="0" y="8585"/>
                    <a:pt x="322" y="8906"/>
                    <a:pt x="738" y="8906"/>
                  </a:cubicBezTo>
                  <a:lnTo>
                    <a:pt x="5953" y="8906"/>
                  </a:lnTo>
                  <a:cubicBezTo>
                    <a:pt x="6370" y="8906"/>
                    <a:pt x="6692" y="8585"/>
                    <a:pt x="6692" y="8168"/>
                  </a:cubicBezTo>
                  <a:lnTo>
                    <a:pt x="6692" y="3525"/>
                  </a:lnTo>
                  <a:cubicBezTo>
                    <a:pt x="6680" y="3417"/>
                    <a:pt x="6596" y="3346"/>
                    <a:pt x="6489" y="3346"/>
                  </a:cubicBezTo>
                  <a:lnTo>
                    <a:pt x="5942" y="3346"/>
                  </a:lnTo>
                  <a:lnTo>
                    <a:pt x="5942" y="3191"/>
                  </a:lnTo>
                  <a:lnTo>
                    <a:pt x="5942" y="2596"/>
                  </a:lnTo>
                  <a:cubicBezTo>
                    <a:pt x="5942" y="1167"/>
                    <a:pt x="4775" y="0"/>
                    <a:pt x="3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2086;p44">
              <a:extLst>
                <a:ext uri="{FF2B5EF4-FFF2-40B4-BE49-F238E27FC236}">
                  <a16:creationId xmlns:a16="http://schemas.microsoft.com/office/drawing/2014/main" id="{AD5176C2-C434-6F69-11FA-C004F4D053E5}"/>
                </a:ext>
              </a:extLst>
            </p:cNvPr>
            <p:cNvSpPr/>
            <p:nvPr/>
          </p:nvSpPr>
          <p:spPr>
            <a:xfrm>
              <a:off x="1337176" y="2791122"/>
              <a:ext cx="511864" cy="714559"/>
            </a:xfrm>
            <a:custGeom>
              <a:avLst/>
              <a:gdLst/>
              <a:ahLst/>
              <a:cxnLst/>
              <a:rect l="l" t="t" r="r" b="b"/>
              <a:pathLst>
                <a:path w="13657" h="18824" extrusionOk="0">
                  <a:moveTo>
                    <a:pt x="12419" y="0"/>
                  </a:moveTo>
                  <a:lnTo>
                    <a:pt x="1" y="18824"/>
                  </a:lnTo>
                  <a:lnTo>
                    <a:pt x="1227" y="18824"/>
                  </a:lnTo>
                  <a:lnTo>
                    <a:pt x="13657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2087;p44">
              <a:extLst>
                <a:ext uri="{FF2B5EF4-FFF2-40B4-BE49-F238E27FC236}">
                  <a16:creationId xmlns:a16="http://schemas.microsoft.com/office/drawing/2014/main" id="{E6B6E25E-46FC-1EB7-277F-95DA1836716F}"/>
                </a:ext>
              </a:extLst>
            </p:cNvPr>
            <p:cNvSpPr/>
            <p:nvPr/>
          </p:nvSpPr>
          <p:spPr>
            <a:xfrm>
              <a:off x="1511401" y="2791122"/>
              <a:ext cx="746602" cy="714559"/>
            </a:xfrm>
            <a:custGeom>
              <a:avLst/>
              <a:gdLst/>
              <a:ahLst/>
              <a:cxnLst/>
              <a:rect l="l" t="t" r="r" b="b"/>
              <a:pathLst>
                <a:path w="19920" h="18824" extrusionOk="0">
                  <a:moveTo>
                    <a:pt x="12430" y="0"/>
                  </a:moveTo>
                  <a:lnTo>
                    <a:pt x="0" y="18824"/>
                  </a:lnTo>
                  <a:lnTo>
                    <a:pt x="7501" y="18824"/>
                  </a:lnTo>
                  <a:lnTo>
                    <a:pt x="19919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2088;p44">
              <a:extLst>
                <a:ext uri="{FF2B5EF4-FFF2-40B4-BE49-F238E27FC236}">
                  <a16:creationId xmlns:a16="http://schemas.microsoft.com/office/drawing/2014/main" id="{03A2CA0B-27E7-6257-CC12-7C4943C66834}"/>
                </a:ext>
              </a:extLst>
            </p:cNvPr>
            <p:cNvSpPr/>
            <p:nvPr/>
          </p:nvSpPr>
          <p:spPr>
            <a:xfrm>
              <a:off x="829815" y="1606488"/>
              <a:ext cx="659573" cy="870992"/>
            </a:xfrm>
            <a:custGeom>
              <a:avLst/>
              <a:gdLst/>
              <a:ahLst/>
              <a:cxnLst/>
              <a:rect l="l" t="t" r="r" b="b"/>
              <a:pathLst>
                <a:path w="17598" h="22945" extrusionOk="0">
                  <a:moveTo>
                    <a:pt x="1048" y="1"/>
                  </a:moveTo>
                  <a:cubicBezTo>
                    <a:pt x="464" y="1"/>
                    <a:pt x="0" y="453"/>
                    <a:pt x="0" y="1037"/>
                  </a:cubicBezTo>
                  <a:lnTo>
                    <a:pt x="0" y="21908"/>
                  </a:lnTo>
                  <a:cubicBezTo>
                    <a:pt x="0" y="22480"/>
                    <a:pt x="464" y="22944"/>
                    <a:pt x="1048" y="22944"/>
                  </a:cubicBezTo>
                  <a:lnTo>
                    <a:pt x="16550" y="22944"/>
                  </a:lnTo>
                  <a:cubicBezTo>
                    <a:pt x="17133" y="22944"/>
                    <a:pt x="17598" y="22480"/>
                    <a:pt x="17586" y="21908"/>
                  </a:cubicBezTo>
                  <a:lnTo>
                    <a:pt x="17586" y="1037"/>
                  </a:lnTo>
                  <a:cubicBezTo>
                    <a:pt x="17586" y="453"/>
                    <a:pt x="17121" y="1"/>
                    <a:pt x="16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2089;p44">
              <a:extLst>
                <a:ext uri="{FF2B5EF4-FFF2-40B4-BE49-F238E27FC236}">
                  <a16:creationId xmlns:a16="http://schemas.microsoft.com/office/drawing/2014/main" id="{36654BA2-FB41-4FFB-1394-B29CCCAA2C1E}"/>
                </a:ext>
              </a:extLst>
            </p:cNvPr>
            <p:cNvSpPr/>
            <p:nvPr/>
          </p:nvSpPr>
          <p:spPr>
            <a:xfrm>
              <a:off x="811488" y="1625506"/>
              <a:ext cx="658711" cy="871410"/>
            </a:xfrm>
            <a:custGeom>
              <a:avLst/>
              <a:gdLst/>
              <a:ahLst/>
              <a:cxnLst/>
              <a:rect l="l" t="t" r="r" b="b"/>
              <a:pathLst>
                <a:path w="17575" h="22956" extrusionOk="0">
                  <a:moveTo>
                    <a:pt x="834" y="0"/>
                  </a:moveTo>
                  <a:cubicBezTo>
                    <a:pt x="370" y="0"/>
                    <a:pt x="1" y="369"/>
                    <a:pt x="1" y="833"/>
                  </a:cubicBezTo>
                  <a:lnTo>
                    <a:pt x="1" y="22122"/>
                  </a:lnTo>
                  <a:cubicBezTo>
                    <a:pt x="1" y="22574"/>
                    <a:pt x="370" y="22955"/>
                    <a:pt x="834" y="22955"/>
                  </a:cubicBezTo>
                  <a:lnTo>
                    <a:pt x="16741" y="22955"/>
                  </a:lnTo>
                  <a:cubicBezTo>
                    <a:pt x="17206" y="22955"/>
                    <a:pt x="17575" y="22574"/>
                    <a:pt x="17575" y="22122"/>
                  </a:cubicBezTo>
                  <a:lnTo>
                    <a:pt x="17575" y="833"/>
                  </a:lnTo>
                  <a:cubicBezTo>
                    <a:pt x="17575" y="369"/>
                    <a:pt x="17206" y="0"/>
                    <a:pt x="16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2090;p44">
              <a:extLst>
                <a:ext uri="{FF2B5EF4-FFF2-40B4-BE49-F238E27FC236}">
                  <a16:creationId xmlns:a16="http://schemas.microsoft.com/office/drawing/2014/main" id="{10799610-1551-5B09-A5FC-DCB63B813E3B}"/>
                </a:ext>
              </a:extLst>
            </p:cNvPr>
            <p:cNvSpPr/>
            <p:nvPr/>
          </p:nvSpPr>
          <p:spPr>
            <a:xfrm>
              <a:off x="1102891" y="2394738"/>
              <a:ext cx="75897" cy="77325"/>
            </a:xfrm>
            <a:custGeom>
              <a:avLst/>
              <a:gdLst/>
              <a:ahLst/>
              <a:cxnLst/>
              <a:rect l="l" t="t" r="r" b="b"/>
              <a:pathLst>
                <a:path w="2025" h="2037" extrusionOk="0">
                  <a:moveTo>
                    <a:pt x="1013" y="0"/>
                  </a:moveTo>
                  <a:cubicBezTo>
                    <a:pt x="453" y="0"/>
                    <a:pt x="1" y="465"/>
                    <a:pt x="1" y="1024"/>
                  </a:cubicBezTo>
                  <a:cubicBezTo>
                    <a:pt x="1" y="1572"/>
                    <a:pt x="453" y="2036"/>
                    <a:pt x="1013" y="2036"/>
                  </a:cubicBezTo>
                  <a:cubicBezTo>
                    <a:pt x="1560" y="2036"/>
                    <a:pt x="2025" y="1572"/>
                    <a:pt x="2025" y="1024"/>
                  </a:cubicBezTo>
                  <a:cubicBezTo>
                    <a:pt x="2025" y="465"/>
                    <a:pt x="1560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2091;p44">
              <a:extLst>
                <a:ext uri="{FF2B5EF4-FFF2-40B4-BE49-F238E27FC236}">
                  <a16:creationId xmlns:a16="http://schemas.microsoft.com/office/drawing/2014/main" id="{274B5B66-8793-55D2-6EA3-574D4D8EE7EC}"/>
                </a:ext>
              </a:extLst>
            </p:cNvPr>
            <p:cNvSpPr/>
            <p:nvPr/>
          </p:nvSpPr>
          <p:spPr>
            <a:xfrm>
              <a:off x="862385" y="1684231"/>
              <a:ext cx="558265" cy="689733"/>
            </a:xfrm>
            <a:custGeom>
              <a:avLst/>
              <a:gdLst/>
              <a:ahLst/>
              <a:cxnLst/>
              <a:rect l="l" t="t" r="r" b="b"/>
              <a:pathLst>
                <a:path w="14895" h="18170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7729"/>
                  </a:lnTo>
                  <a:cubicBezTo>
                    <a:pt x="0" y="17979"/>
                    <a:pt x="191" y="18170"/>
                    <a:pt x="429" y="18170"/>
                  </a:cubicBezTo>
                  <a:lnTo>
                    <a:pt x="14454" y="18170"/>
                  </a:lnTo>
                  <a:cubicBezTo>
                    <a:pt x="14693" y="18170"/>
                    <a:pt x="14883" y="17979"/>
                    <a:pt x="14895" y="17741"/>
                  </a:cubicBezTo>
                  <a:lnTo>
                    <a:pt x="14895" y="429"/>
                  </a:lnTo>
                  <a:cubicBezTo>
                    <a:pt x="14895" y="191"/>
                    <a:pt x="14693" y="1"/>
                    <a:pt x="14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2092;p44">
              <a:extLst>
                <a:ext uri="{FF2B5EF4-FFF2-40B4-BE49-F238E27FC236}">
                  <a16:creationId xmlns:a16="http://schemas.microsoft.com/office/drawing/2014/main" id="{C0B1BB0C-B868-2471-D1F9-DFD39E3EB13B}"/>
                </a:ext>
              </a:extLst>
            </p:cNvPr>
            <p:cNvSpPr/>
            <p:nvPr/>
          </p:nvSpPr>
          <p:spPr>
            <a:xfrm>
              <a:off x="962343" y="1853725"/>
              <a:ext cx="357034" cy="361607"/>
            </a:xfrm>
            <a:custGeom>
              <a:avLst/>
              <a:gdLst/>
              <a:ahLst/>
              <a:cxnLst/>
              <a:rect l="l" t="t" r="r" b="b"/>
              <a:pathLst>
                <a:path w="9526" h="9526" extrusionOk="0">
                  <a:moveTo>
                    <a:pt x="4763" y="1"/>
                  </a:moveTo>
                  <a:cubicBezTo>
                    <a:pt x="2132" y="1"/>
                    <a:pt x="0" y="2132"/>
                    <a:pt x="0" y="4763"/>
                  </a:cubicBezTo>
                  <a:cubicBezTo>
                    <a:pt x="0" y="7394"/>
                    <a:pt x="2132" y="9526"/>
                    <a:pt x="4763" y="9526"/>
                  </a:cubicBezTo>
                  <a:cubicBezTo>
                    <a:pt x="7382" y="9526"/>
                    <a:pt x="9525" y="7394"/>
                    <a:pt x="9525" y="4763"/>
                  </a:cubicBezTo>
                  <a:cubicBezTo>
                    <a:pt x="9525" y="2132"/>
                    <a:pt x="7382" y="1"/>
                    <a:pt x="4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2093;p44">
              <a:extLst>
                <a:ext uri="{FF2B5EF4-FFF2-40B4-BE49-F238E27FC236}">
                  <a16:creationId xmlns:a16="http://schemas.microsoft.com/office/drawing/2014/main" id="{812485E2-3BED-FB8D-DC61-40C8EDEBE753}"/>
                </a:ext>
              </a:extLst>
            </p:cNvPr>
            <p:cNvSpPr/>
            <p:nvPr/>
          </p:nvSpPr>
          <p:spPr>
            <a:xfrm>
              <a:off x="1033292" y="1940882"/>
              <a:ext cx="213336" cy="195380"/>
            </a:xfrm>
            <a:custGeom>
              <a:avLst/>
              <a:gdLst/>
              <a:ahLst/>
              <a:cxnLst/>
              <a:rect l="l" t="t" r="r" b="b"/>
              <a:pathLst>
                <a:path w="5692" h="5147" extrusionOk="0">
                  <a:moveTo>
                    <a:pt x="2207" y="1"/>
                  </a:moveTo>
                  <a:cubicBezTo>
                    <a:pt x="2182" y="1"/>
                    <a:pt x="2156" y="5"/>
                    <a:pt x="2132" y="14"/>
                  </a:cubicBezTo>
                  <a:cubicBezTo>
                    <a:pt x="2048" y="38"/>
                    <a:pt x="2013" y="145"/>
                    <a:pt x="2048" y="241"/>
                  </a:cubicBezTo>
                  <a:lnTo>
                    <a:pt x="2167" y="515"/>
                  </a:lnTo>
                  <a:cubicBezTo>
                    <a:pt x="1834" y="574"/>
                    <a:pt x="1584" y="872"/>
                    <a:pt x="1584" y="1217"/>
                  </a:cubicBezTo>
                  <a:lnTo>
                    <a:pt x="1584" y="1277"/>
                  </a:lnTo>
                  <a:lnTo>
                    <a:pt x="1417" y="1277"/>
                  </a:lnTo>
                  <a:cubicBezTo>
                    <a:pt x="1274" y="1277"/>
                    <a:pt x="1155" y="1396"/>
                    <a:pt x="1155" y="1550"/>
                  </a:cubicBezTo>
                  <a:lnTo>
                    <a:pt x="1155" y="1693"/>
                  </a:lnTo>
                  <a:cubicBezTo>
                    <a:pt x="846" y="1622"/>
                    <a:pt x="608" y="1336"/>
                    <a:pt x="608" y="991"/>
                  </a:cubicBezTo>
                  <a:lnTo>
                    <a:pt x="608" y="776"/>
                  </a:lnTo>
                  <a:cubicBezTo>
                    <a:pt x="608" y="681"/>
                    <a:pt x="524" y="610"/>
                    <a:pt x="441" y="610"/>
                  </a:cubicBezTo>
                  <a:cubicBezTo>
                    <a:pt x="346" y="610"/>
                    <a:pt x="274" y="681"/>
                    <a:pt x="274" y="776"/>
                  </a:cubicBezTo>
                  <a:lnTo>
                    <a:pt x="274" y="991"/>
                  </a:lnTo>
                  <a:cubicBezTo>
                    <a:pt x="274" y="1515"/>
                    <a:pt x="667" y="1943"/>
                    <a:pt x="1155" y="2027"/>
                  </a:cubicBezTo>
                  <a:lnTo>
                    <a:pt x="1155" y="2360"/>
                  </a:lnTo>
                  <a:lnTo>
                    <a:pt x="167" y="2360"/>
                  </a:lnTo>
                  <a:cubicBezTo>
                    <a:pt x="84" y="2360"/>
                    <a:pt x="0" y="2443"/>
                    <a:pt x="0" y="2527"/>
                  </a:cubicBezTo>
                  <a:cubicBezTo>
                    <a:pt x="0" y="2622"/>
                    <a:pt x="84" y="2693"/>
                    <a:pt x="167" y="2693"/>
                  </a:cubicBezTo>
                  <a:lnTo>
                    <a:pt x="1155" y="2693"/>
                  </a:lnTo>
                  <a:lnTo>
                    <a:pt x="1155" y="3039"/>
                  </a:lnTo>
                  <a:cubicBezTo>
                    <a:pt x="655" y="3110"/>
                    <a:pt x="274" y="3539"/>
                    <a:pt x="274" y="4063"/>
                  </a:cubicBezTo>
                  <a:lnTo>
                    <a:pt x="274" y="4289"/>
                  </a:lnTo>
                  <a:cubicBezTo>
                    <a:pt x="274" y="4372"/>
                    <a:pt x="346" y="4444"/>
                    <a:pt x="441" y="4444"/>
                  </a:cubicBezTo>
                  <a:cubicBezTo>
                    <a:pt x="524" y="4444"/>
                    <a:pt x="608" y="4372"/>
                    <a:pt x="608" y="4289"/>
                  </a:cubicBezTo>
                  <a:lnTo>
                    <a:pt x="608" y="4063"/>
                  </a:lnTo>
                  <a:cubicBezTo>
                    <a:pt x="608" y="3717"/>
                    <a:pt x="846" y="3432"/>
                    <a:pt x="1155" y="3360"/>
                  </a:cubicBezTo>
                  <a:lnTo>
                    <a:pt x="1155" y="3455"/>
                  </a:lnTo>
                  <a:cubicBezTo>
                    <a:pt x="1155" y="4384"/>
                    <a:pt x="1917" y="5146"/>
                    <a:pt x="2846" y="5146"/>
                  </a:cubicBezTo>
                  <a:cubicBezTo>
                    <a:pt x="3787" y="5146"/>
                    <a:pt x="4549" y="4384"/>
                    <a:pt x="4549" y="3455"/>
                  </a:cubicBezTo>
                  <a:lnTo>
                    <a:pt x="4549" y="3360"/>
                  </a:lnTo>
                  <a:cubicBezTo>
                    <a:pt x="4858" y="3432"/>
                    <a:pt x="5096" y="3717"/>
                    <a:pt x="5096" y="4063"/>
                  </a:cubicBezTo>
                  <a:lnTo>
                    <a:pt x="5096" y="4289"/>
                  </a:lnTo>
                  <a:cubicBezTo>
                    <a:pt x="5096" y="4372"/>
                    <a:pt x="5168" y="4444"/>
                    <a:pt x="5263" y="4444"/>
                  </a:cubicBezTo>
                  <a:cubicBezTo>
                    <a:pt x="5346" y="4444"/>
                    <a:pt x="5430" y="4372"/>
                    <a:pt x="5430" y="4289"/>
                  </a:cubicBezTo>
                  <a:lnTo>
                    <a:pt x="5430" y="4063"/>
                  </a:lnTo>
                  <a:cubicBezTo>
                    <a:pt x="5430" y="3539"/>
                    <a:pt x="5037" y="3110"/>
                    <a:pt x="4549" y="3039"/>
                  </a:cubicBezTo>
                  <a:lnTo>
                    <a:pt x="4549" y="2693"/>
                  </a:lnTo>
                  <a:lnTo>
                    <a:pt x="5525" y="2693"/>
                  </a:lnTo>
                  <a:cubicBezTo>
                    <a:pt x="5620" y="2693"/>
                    <a:pt x="5692" y="2622"/>
                    <a:pt x="5692" y="2527"/>
                  </a:cubicBezTo>
                  <a:cubicBezTo>
                    <a:pt x="5692" y="2443"/>
                    <a:pt x="5644" y="2360"/>
                    <a:pt x="5561" y="2360"/>
                  </a:cubicBezTo>
                  <a:lnTo>
                    <a:pt x="4572" y="2360"/>
                  </a:lnTo>
                  <a:lnTo>
                    <a:pt x="4572" y="2027"/>
                  </a:lnTo>
                  <a:cubicBezTo>
                    <a:pt x="5061" y="1943"/>
                    <a:pt x="5453" y="1515"/>
                    <a:pt x="5453" y="991"/>
                  </a:cubicBezTo>
                  <a:lnTo>
                    <a:pt x="5453" y="776"/>
                  </a:lnTo>
                  <a:cubicBezTo>
                    <a:pt x="5453" y="681"/>
                    <a:pt x="5382" y="610"/>
                    <a:pt x="5287" y="610"/>
                  </a:cubicBezTo>
                  <a:cubicBezTo>
                    <a:pt x="5203" y="610"/>
                    <a:pt x="5120" y="681"/>
                    <a:pt x="5120" y="776"/>
                  </a:cubicBezTo>
                  <a:lnTo>
                    <a:pt x="5120" y="991"/>
                  </a:lnTo>
                  <a:cubicBezTo>
                    <a:pt x="5120" y="1336"/>
                    <a:pt x="4882" y="1622"/>
                    <a:pt x="4572" y="1693"/>
                  </a:cubicBezTo>
                  <a:lnTo>
                    <a:pt x="4572" y="1550"/>
                  </a:lnTo>
                  <a:cubicBezTo>
                    <a:pt x="4572" y="1396"/>
                    <a:pt x="4453" y="1277"/>
                    <a:pt x="4310" y="1277"/>
                  </a:cubicBezTo>
                  <a:lnTo>
                    <a:pt x="4144" y="1277"/>
                  </a:lnTo>
                  <a:lnTo>
                    <a:pt x="4144" y="1217"/>
                  </a:lnTo>
                  <a:cubicBezTo>
                    <a:pt x="4144" y="872"/>
                    <a:pt x="3894" y="574"/>
                    <a:pt x="3560" y="515"/>
                  </a:cubicBezTo>
                  <a:lnTo>
                    <a:pt x="3679" y="241"/>
                  </a:lnTo>
                  <a:cubicBezTo>
                    <a:pt x="3715" y="145"/>
                    <a:pt x="3679" y="62"/>
                    <a:pt x="3596" y="14"/>
                  </a:cubicBezTo>
                  <a:cubicBezTo>
                    <a:pt x="3571" y="5"/>
                    <a:pt x="3547" y="1"/>
                    <a:pt x="3524" y="1"/>
                  </a:cubicBezTo>
                  <a:cubicBezTo>
                    <a:pt x="3460" y="1"/>
                    <a:pt x="3405" y="36"/>
                    <a:pt x="3370" y="98"/>
                  </a:cubicBezTo>
                  <a:lnTo>
                    <a:pt x="3191" y="503"/>
                  </a:lnTo>
                  <a:lnTo>
                    <a:pt x="2536" y="503"/>
                  </a:lnTo>
                  <a:lnTo>
                    <a:pt x="2358" y="98"/>
                  </a:lnTo>
                  <a:cubicBezTo>
                    <a:pt x="2340" y="36"/>
                    <a:pt x="2277" y="1"/>
                    <a:pt x="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2094;p44">
              <a:extLst>
                <a:ext uri="{FF2B5EF4-FFF2-40B4-BE49-F238E27FC236}">
                  <a16:creationId xmlns:a16="http://schemas.microsoft.com/office/drawing/2014/main" id="{FE95D1E9-0291-2D13-4254-267F365DA002}"/>
                </a:ext>
              </a:extLst>
            </p:cNvPr>
            <p:cNvSpPr/>
            <p:nvPr/>
          </p:nvSpPr>
          <p:spPr>
            <a:xfrm>
              <a:off x="861935" y="1683776"/>
              <a:ext cx="394964" cy="607474"/>
            </a:xfrm>
            <a:custGeom>
              <a:avLst/>
              <a:gdLst/>
              <a:ahLst/>
              <a:cxnLst/>
              <a:rect l="l" t="t" r="r" b="b"/>
              <a:pathLst>
                <a:path w="10538" h="16003" extrusionOk="0">
                  <a:moveTo>
                    <a:pt x="9585" y="1"/>
                  </a:moveTo>
                  <a:lnTo>
                    <a:pt x="0" y="14538"/>
                  </a:lnTo>
                  <a:lnTo>
                    <a:pt x="0" y="16003"/>
                  </a:lnTo>
                  <a:lnTo>
                    <a:pt x="10537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2095;p44">
              <a:extLst>
                <a:ext uri="{FF2B5EF4-FFF2-40B4-BE49-F238E27FC236}">
                  <a16:creationId xmlns:a16="http://schemas.microsoft.com/office/drawing/2014/main" id="{C5451BC0-F10D-A799-F30F-3912662ECB25}"/>
                </a:ext>
              </a:extLst>
            </p:cNvPr>
            <p:cNvSpPr/>
            <p:nvPr/>
          </p:nvSpPr>
          <p:spPr>
            <a:xfrm>
              <a:off x="864596" y="1683776"/>
              <a:ext cx="554292" cy="690189"/>
            </a:xfrm>
            <a:custGeom>
              <a:avLst/>
              <a:gdLst/>
              <a:ahLst/>
              <a:cxnLst/>
              <a:rect l="l" t="t" r="r" b="b"/>
              <a:pathLst>
                <a:path w="14789" h="18182" extrusionOk="0">
                  <a:moveTo>
                    <a:pt x="11728" y="1"/>
                  </a:moveTo>
                  <a:lnTo>
                    <a:pt x="1" y="17789"/>
                  </a:lnTo>
                  <a:cubicBezTo>
                    <a:pt x="120" y="18027"/>
                    <a:pt x="370" y="18182"/>
                    <a:pt x="656" y="18182"/>
                  </a:cubicBezTo>
                  <a:lnTo>
                    <a:pt x="3180" y="18182"/>
                  </a:lnTo>
                  <a:lnTo>
                    <a:pt x="14788" y="584"/>
                  </a:lnTo>
                  <a:cubicBezTo>
                    <a:pt x="14729" y="251"/>
                    <a:pt x="14431" y="1"/>
                    <a:pt x="14074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2141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453FE00A-D80A-B9E7-3163-8CA6C4175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1">
            <a:extLst>
              <a:ext uri="{FF2B5EF4-FFF2-40B4-BE49-F238E27FC236}">
                <a16:creationId xmlns:a16="http://schemas.microsoft.com/office/drawing/2014/main" id="{2341B18F-FAB2-147A-B43A-29C328889E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Technologies</a:t>
            </a:r>
            <a:endParaRPr dirty="0"/>
          </a:p>
        </p:txBody>
      </p:sp>
      <p:sp>
        <p:nvSpPr>
          <p:cNvPr id="2" name="Google Shape;394;p21">
            <a:extLst>
              <a:ext uri="{FF2B5EF4-FFF2-40B4-BE49-F238E27FC236}">
                <a16:creationId xmlns:a16="http://schemas.microsoft.com/office/drawing/2014/main" id="{D6C637F4-4E9A-CAE6-DA73-0FC02CBBD879}"/>
              </a:ext>
            </a:extLst>
          </p:cNvPr>
          <p:cNvSpPr txBox="1">
            <a:spLocks/>
          </p:cNvSpPr>
          <p:nvPr/>
        </p:nvSpPr>
        <p:spPr>
          <a:xfrm>
            <a:off x="3184071" y="717723"/>
            <a:ext cx="2775857" cy="2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>
              <a:buSzPts val="1100"/>
            </a:pPr>
            <a:r>
              <a:rPr lang="it-IT" sz="1400" dirty="0"/>
              <a:t>(</a:t>
            </a:r>
            <a:r>
              <a:rPr lang="it-IT" sz="1400" dirty="0" err="1"/>
              <a:t>string</a:t>
            </a:r>
            <a:r>
              <a:rPr lang="it-IT" sz="1400" dirty="0"/>
              <a:t> and signature </a:t>
            </a:r>
            <a:r>
              <a:rPr lang="it-IT" sz="1400" dirty="0" err="1"/>
              <a:t>extractor</a:t>
            </a:r>
            <a:r>
              <a:rPr lang="it-IT" sz="1400" dirty="0"/>
              <a:t>)</a:t>
            </a:r>
          </a:p>
        </p:txBody>
      </p:sp>
      <p:grpSp>
        <p:nvGrpSpPr>
          <p:cNvPr id="471" name="Gruppo 470">
            <a:extLst>
              <a:ext uri="{FF2B5EF4-FFF2-40B4-BE49-F238E27FC236}">
                <a16:creationId xmlns:a16="http://schemas.microsoft.com/office/drawing/2014/main" id="{32286AEE-FD9C-61D0-8D81-4822569FA7A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72" name="Google Shape;68;p15">
              <a:extLst>
                <a:ext uri="{FF2B5EF4-FFF2-40B4-BE49-F238E27FC236}">
                  <a16:creationId xmlns:a16="http://schemas.microsoft.com/office/drawing/2014/main" id="{1D2A203D-1A99-053F-B203-F621FF6A4050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69;p15">
              <a:extLst>
                <a:ext uri="{FF2B5EF4-FFF2-40B4-BE49-F238E27FC236}">
                  <a16:creationId xmlns:a16="http://schemas.microsoft.com/office/drawing/2014/main" id="{77A7251C-F8B1-A4AC-DF96-36AFD1C0C8C2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ruppo 473">
              <a:extLst>
                <a:ext uri="{FF2B5EF4-FFF2-40B4-BE49-F238E27FC236}">
                  <a16:creationId xmlns:a16="http://schemas.microsoft.com/office/drawing/2014/main" id="{FE55156A-D78F-E52A-472B-2CA12EB85B0B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75" name="Google Shape;65;p15">
                <a:extLst>
                  <a:ext uri="{FF2B5EF4-FFF2-40B4-BE49-F238E27FC236}">
                    <a16:creationId xmlns:a16="http://schemas.microsoft.com/office/drawing/2014/main" id="{7A71B06E-B086-89E0-CD25-9110C9D56D3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66;p15">
                <a:extLst>
                  <a:ext uri="{FF2B5EF4-FFF2-40B4-BE49-F238E27FC236}">
                    <a16:creationId xmlns:a16="http://schemas.microsoft.com/office/drawing/2014/main" id="{2E2DC7B5-7393-EDB5-FD7D-83D50B52AD87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67;p15">
                <a:extLst>
                  <a:ext uri="{FF2B5EF4-FFF2-40B4-BE49-F238E27FC236}">
                    <a16:creationId xmlns:a16="http://schemas.microsoft.com/office/drawing/2014/main" id="{08C879AE-DEE0-8EFC-62D4-9B62966D85BE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70;p15">
                <a:extLst>
                  <a:ext uri="{FF2B5EF4-FFF2-40B4-BE49-F238E27FC236}">
                    <a16:creationId xmlns:a16="http://schemas.microsoft.com/office/drawing/2014/main" id="{F7C29AEC-15E7-403D-449F-8BA65D24D8A0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ruppo 478">
            <a:extLst>
              <a:ext uri="{FF2B5EF4-FFF2-40B4-BE49-F238E27FC236}">
                <a16:creationId xmlns:a16="http://schemas.microsoft.com/office/drawing/2014/main" id="{8ECA735E-9A37-7489-6ABE-9DB710958693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80" name="Google Shape;73;p15">
              <a:extLst>
                <a:ext uri="{FF2B5EF4-FFF2-40B4-BE49-F238E27FC236}">
                  <a16:creationId xmlns:a16="http://schemas.microsoft.com/office/drawing/2014/main" id="{57F0F7B6-EECC-4211-581F-D7D7FD91A4F5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5;p15">
              <a:extLst>
                <a:ext uri="{FF2B5EF4-FFF2-40B4-BE49-F238E27FC236}">
                  <a16:creationId xmlns:a16="http://schemas.microsoft.com/office/drawing/2014/main" id="{92FFF1F6-A609-2105-FB5A-F3037D43E2EB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6;p15">
              <a:extLst>
                <a:ext uri="{FF2B5EF4-FFF2-40B4-BE49-F238E27FC236}">
                  <a16:creationId xmlns:a16="http://schemas.microsoft.com/office/drawing/2014/main" id="{3FD96472-08C7-D47C-EC9E-3D518206D3A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1;p15">
              <a:extLst>
                <a:ext uri="{FF2B5EF4-FFF2-40B4-BE49-F238E27FC236}">
                  <a16:creationId xmlns:a16="http://schemas.microsoft.com/office/drawing/2014/main" id="{FD4316D4-CF7A-022D-BF1C-A51D3DD8132F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2;p15">
              <a:extLst>
                <a:ext uri="{FF2B5EF4-FFF2-40B4-BE49-F238E27FC236}">
                  <a16:creationId xmlns:a16="http://schemas.microsoft.com/office/drawing/2014/main" id="{54050982-A242-D9FC-7D3E-1FF67F344BA9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4;p15">
              <a:extLst>
                <a:ext uri="{FF2B5EF4-FFF2-40B4-BE49-F238E27FC236}">
                  <a16:creationId xmlns:a16="http://schemas.microsoft.com/office/drawing/2014/main" id="{0B3A2175-ED23-B3DA-30E8-F5CF9652F232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ruppo 485">
            <a:extLst>
              <a:ext uri="{FF2B5EF4-FFF2-40B4-BE49-F238E27FC236}">
                <a16:creationId xmlns:a16="http://schemas.microsoft.com/office/drawing/2014/main" id="{0991B388-7FE8-B09C-EA36-B724C1CA30E6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7" name="Google Shape;122;p15">
              <a:extLst>
                <a:ext uri="{FF2B5EF4-FFF2-40B4-BE49-F238E27FC236}">
                  <a16:creationId xmlns:a16="http://schemas.microsoft.com/office/drawing/2014/main" id="{0361FBC8-3A01-E430-EC2B-8ACF53A9C882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3;p15">
              <a:extLst>
                <a:ext uri="{FF2B5EF4-FFF2-40B4-BE49-F238E27FC236}">
                  <a16:creationId xmlns:a16="http://schemas.microsoft.com/office/drawing/2014/main" id="{B4689DBF-4442-1DA2-888B-FD8D043C92BB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;p15">
              <a:extLst>
                <a:ext uri="{FF2B5EF4-FFF2-40B4-BE49-F238E27FC236}">
                  <a16:creationId xmlns:a16="http://schemas.microsoft.com/office/drawing/2014/main" id="{74D1E325-1765-BAF7-3ABB-0FEA264AE9D5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;p15">
              <a:extLst>
                <a:ext uri="{FF2B5EF4-FFF2-40B4-BE49-F238E27FC236}">
                  <a16:creationId xmlns:a16="http://schemas.microsoft.com/office/drawing/2014/main" id="{3AE76C8A-FD4E-1FEE-02C5-0B94CC7063C2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ruppo 490">
            <a:extLst>
              <a:ext uri="{FF2B5EF4-FFF2-40B4-BE49-F238E27FC236}">
                <a16:creationId xmlns:a16="http://schemas.microsoft.com/office/drawing/2014/main" id="{3E849250-1569-74D4-26FC-EDD69F3955F6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92" name="Google Shape;57;p15">
              <a:extLst>
                <a:ext uri="{FF2B5EF4-FFF2-40B4-BE49-F238E27FC236}">
                  <a16:creationId xmlns:a16="http://schemas.microsoft.com/office/drawing/2014/main" id="{5EAAE88B-6D02-5FD7-D300-F1B5FA3E6AB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8;p15">
              <a:extLst>
                <a:ext uri="{FF2B5EF4-FFF2-40B4-BE49-F238E27FC236}">
                  <a16:creationId xmlns:a16="http://schemas.microsoft.com/office/drawing/2014/main" id="{3369A7F1-8CBE-7A5D-5106-ABA14964032C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9;p15">
              <a:extLst>
                <a:ext uri="{FF2B5EF4-FFF2-40B4-BE49-F238E27FC236}">
                  <a16:creationId xmlns:a16="http://schemas.microsoft.com/office/drawing/2014/main" id="{6761F409-6922-D287-6714-B2D6BBD4C73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60;p15">
              <a:extLst>
                <a:ext uri="{FF2B5EF4-FFF2-40B4-BE49-F238E27FC236}">
                  <a16:creationId xmlns:a16="http://schemas.microsoft.com/office/drawing/2014/main" id="{7E0CC6F2-09F1-B62B-6528-24F782E8E13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61;p15">
              <a:extLst>
                <a:ext uri="{FF2B5EF4-FFF2-40B4-BE49-F238E27FC236}">
                  <a16:creationId xmlns:a16="http://schemas.microsoft.com/office/drawing/2014/main" id="{28314C9F-6F23-4D9E-DC03-ECBA267E77C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62;p15">
              <a:extLst>
                <a:ext uri="{FF2B5EF4-FFF2-40B4-BE49-F238E27FC236}">
                  <a16:creationId xmlns:a16="http://schemas.microsoft.com/office/drawing/2014/main" id="{F05C4307-3971-DFEC-AA24-CAAF2636EC8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63;p15">
              <a:extLst>
                <a:ext uri="{FF2B5EF4-FFF2-40B4-BE49-F238E27FC236}">
                  <a16:creationId xmlns:a16="http://schemas.microsoft.com/office/drawing/2014/main" id="{F1E8B508-E008-9CB2-8F89-E3EBC17F219D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27;p15">
              <a:extLst>
                <a:ext uri="{FF2B5EF4-FFF2-40B4-BE49-F238E27FC236}">
                  <a16:creationId xmlns:a16="http://schemas.microsoft.com/office/drawing/2014/main" id="{9DF9850A-EA23-EC07-A6BE-4D444C49B074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28;p15">
              <a:extLst>
                <a:ext uri="{FF2B5EF4-FFF2-40B4-BE49-F238E27FC236}">
                  <a16:creationId xmlns:a16="http://schemas.microsoft.com/office/drawing/2014/main" id="{4A63FA4B-1DAF-00DD-6586-16B1BFE5C341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29;p15">
              <a:extLst>
                <a:ext uri="{FF2B5EF4-FFF2-40B4-BE49-F238E27FC236}">
                  <a16:creationId xmlns:a16="http://schemas.microsoft.com/office/drawing/2014/main" id="{689684D2-8F1B-5546-512D-942E1300D42C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30;p15">
              <a:extLst>
                <a:ext uri="{FF2B5EF4-FFF2-40B4-BE49-F238E27FC236}">
                  <a16:creationId xmlns:a16="http://schemas.microsoft.com/office/drawing/2014/main" id="{85382472-BA63-9F53-4016-8F7BD6FBD050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31;p15">
              <a:extLst>
                <a:ext uri="{FF2B5EF4-FFF2-40B4-BE49-F238E27FC236}">
                  <a16:creationId xmlns:a16="http://schemas.microsoft.com/office/drawing/2014/main" id="{435C9F0E-1ACA-25CA-4ED8-5663CA973CDC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32;p15">
              <a:extLst>
                <a:ext uri="{FF2B5EF4-FFF2-40B4-BE49-F238E27FC236}">
                  <a16:creationId xmlns:a16="http://schemas.microsoft.com/office/drawing/2014/main" id="{2A01871E-AE56-548D-D13D-9412A134AFBE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33;p15">
              <a:extLst>
                <a:ext uri="{FF2B5EF4-FFF2-40B4-BE49-F238E27FC236}">
                  <a16:creationId xmlns:a16="http://schemas.microsoft.com/office/drawing/2014/main" id="{20779F8D-C89E-A4ED-E509-99FB4E5937F0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6" name="Immagine 505" descr="Immagine che contiene Elementi grafici, Carattere, rosso, schermata&#10;&#10;Il contenuto generato dall'IA potrebbe non essere corretto.">
            <a:extLst>
              <a:ext uri="{FF2B5EF4-FFF2-40B4-BE49-F238E27FC236}">
                <a16:creationId xmlns:a16="http://schemas.microsoft.com/office/drawing/2014/main" id="{55E0E48F-2855-C604-0F46-5427E64FF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972" y="1332537"/>
            <a:ext cx="1693263" cy="570362"/>
          </a:xfrm>
          <a:prstGeom prst="rect">
            <a:avLst/>
          </a:prstGeom>
        </p:spPr>
      </p:pic>
      <p:pic>
        <p:nvPicPr>
          <p:cNvPr id="507" name="Immagine 506" descr="Immagine che contiene clipart, simbolo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D8EA1D21-C32C-307A-771C-D65D2D62B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44" y="1107687"/>
            <a:ext cx="841708" cy="1020063"/>
          </a:xfrm>
          <a:prstGeom prst="rect">
            <a:avLst/>
          </a:prstGeom>
        </p:spPr>
      </p:pic>
      <p:sp>
        <p:nvSpPr>
          <p:cNvPr id="508" name="Google Shape;1687;p40">
            <a:extLst>
              <a:ext uri="{FF2B5EF4-FFF2-40B4-BE49-F238E27FC236}">
                <a16:creationId xmlns:a16="http://schemas.microsoft.com/office/drawing/2014/main" id="{B2A9D0BA-7120-62E5-1472-77C94FB2F367}"/>
              </a:ext>
            </a:extLst>
          </p:cNvPr>
          <p:cNvSpPr/>
          <p:nvPr/>
        </p:nvSpPr>
        <p:spPr>
          <a:xfrm>
            <a:off x="1041253" y="2571750"/>
            <a:ext cx="2380800" cy="182404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YARA allows you to define rules based on strings and patterns to identify malware families and known signatures, enabling automatic escalation of samples that match the rules.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09" name="Google Shape;1688;p40">
            <a:extLst>
              <a:ext uri="{FF2B5EF4-FFF2-40B4-BE49-F238E27FC236}">
                <a16:creationId xmlns:a16="http://schemas.microsoft.com/office/drawing/2014/main" id="{DF5F8059-8516-2F6F-F8E1-325E495CB03F}"/>
              </a:ext>
            </a:extLst>
          </p:cNvPr>
          <p:cNvSpPr/>
          <p:nvPr/>
        </p:nvSpPr>
        <p:spPr>
          <a:xfrm>
            <a:off x="1041254" y="2127750"/>
            <a:ext cx="23787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YARA Rules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510" name="Google Shape;1690;p40">
            <a:extLst>
              <a:ext uri="{FF2B5EF4-FFF2-40B4-BE49-F238E27FC236}">
                <a16:creationId xmlns:a16="http://schemas.microsoft.com/office/drawing/2014/main" id="{1BCD80C9-6EBC-FE19-F58A-5DCEA769C480}"/>
              </a:ext>
            </a:extLst>
          </p:cNvPr>
          <p:cNvSpPr/>
          <p:nvPr/>
        </p:nvSpPr>
        <p:spPr>
          <a:xfrm>
            <a:off x="5721943" y="2571750"/>
            <a:ext cx="2378700" cy="182404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strings floss and rabin2 allow you to quickly extract readable strings from binaries and, with floss, to </a:t>
            </a:r>
            <a:r>
              <a:rPr lang="en-US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deobfuscate</a:t>
            </a:r>
            <a:r>
              <a:rPr lang="en-US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hidden strings to reveal URLs, IPs, and other indicators useful for extracting IOCs.</a:t>
            </a:r>
          </a:p>
        </p:txBody>
      </p:sp>
      <p:sp>
        <p:nvSpPr>
          <p:cNvPr id="511" name="Google Shape;1691;p40">
            <a:extLst>
              <a:ext uri="{FF2B5EF4-FFF2-40B4-BE49-F238E27FC236}">
                <a16:creationId xmlns:a16="http://schemas.microsoft.com/office/drawing/2014/main" id="{249D12CF-1E8C-793D-3F9B-11A4ED4A83E0}"/>
              </a:ext>
            </a:extLst>
          </p:cNvPr>
          <p:cNvSpPr/>
          <p:nvPr/>
        </p:nvSpPr>
        <p:spPr>
          <a:xfrm>
            <a:off x="5721948" y="2127750"/>
            <a:ext cx="237690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-IT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S</a:t>
            </a:r>
            <a:r>
              <a:rPr lang="en" dirty="0">
                <a:solidFill>
                  <a:srgbClr val="FFFFFF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trings</a:t>
            </a:r>
            <a:endParaRPr dirty="0">
              <a:solidFill>
                <a:srgbClr val="FFFFFF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grpSp>
        <p:nvGrpSpPr>
          <p:cNvPr id="695" name="Google Shape;2022;p44">
            <a:extLst>
              <a:ext uri="{FF2B5EF4-FFF2-40B4-BE49-F238E27FC236}">
                <a16:creationId xmlns:a16="http://schemas.microsoft.com/office/drawing/2014/main" id="{A6CA460F-10B6-7A49-E2B3-95112F8838FE}"/>
              </a:ext>
            </a:extLst>
          </p:cNvPr>
          <p:cNvGrpSpPr/>
          <p:nvPr/>
        </p:nvGrpSpPr>
        <p:grpSpPr>
          <a:xfrm>
            <a:off x="3566490" y="1513191"/>
            <a:ext cx="2007426" cy="2605487"/>
            <a:chOff x="457194" y="1463225"/>
            <a:chExt cx="2571315" cy="3337373"/>
          </a:xfrm>
        </p:grpSpPr>
        <p:sp>
          <p:nvSpPr>
            <p:cNvPr id="696" name="Google Shape;2023;p44">
              <a:extLst>
                <a:ext uri="{FF2B5EF4-FFF2-40B4-BE49-F238E27FC236}">
                  <a16:creationId xmlns:a16="http://schemas.microsoft.com/office/drawing/2014/main" id="{C56A35ED-F294-DDA6-7645-A89D8A6D4B92}"/>
                </a:ext>
              </a:extLst>
            </p:cNvPr>
            <p:cNvSpPr/>
            <p:nvPr/>
          </p:nvSpPr>
          <p:spPr>
            <a:xfrm>
              <a:off x="457194" y="2043641"/>
              <a:ext cx="2571315" cy="2116080"/>
            </a:xfrm>
            <a:custGeom>
              <a:avLst/>
              <a:gdLst/>
              <a:ahLst/>
              <a:cxnLst/>
              <a:rect l="l" t="t" r="r" b="b"/>
              <a:pathLst>
                <a:path w="68605" h="55745" extrusionOk="0">
                  <a:moveTo>
                    <a:pt x="31355" y="1"/>
                  </a:moveTo>
                  <a:cubicBezTo>
                    <a:pt x="29357" y="1"/>
                    <a:pt x="27324" y="305"/>
                    <a:pt x="25968" y="1106"/>
                  </a:cubicBezTo>
                  <a:cubicBezTo>
                    <a:pt x="20527" y="4261"/>
                    <a:pt x="25337" y="5880"/>
                    <a:pt x="24527" y="10488"/>
                  </a:cubicBezTo>
                  <a:cubicBezTo>
                    <a:pt x="23801" y="14643"/>
                    <a:pt x="16550" y="16417"/>
                    <a:pt x="13073" y="17143"/>
                  </a:cubicBezTo>
                  <a:cubicBezTo>
                    <a:pt x="10311" y="17715"/>
                    <a:pt x="7430" y="17905"/>
                    <a:pt x="4894" y="19096"/>
                  </a:cubicBezTo>
                  <a:cubicBezTo>
                    <a:pt x="2358" y="20287"/>
                    <a:pt x="179" y="22894"/>
                    <a:pt x="655" y="25632"/>
                  </a:cubicBezTo>
                  <a:cubicBezTo>
                    <a:pt x="1322" y="29573"/>
                    <a:pt x="6120" y="29359"/>
                    <a:pt x="8501" y="31502"/>
                  </a:cubicBezTo>
                  <a:cubicBezTo>
                    <a:pt x="13347" y="35872"/>
                    <a:pt x="8906" y="36789"/>
                    <a:pt x="5704" y="41146"/>
                  </a:cubicBezTo>
                  <a:cubicBezTo>
                    <a:pt x="0" y="48921"/>
                    <a:pt x="13276" y="53648"/>
                    <a:pt x="18646" y="54505"/>
                  </a:cubicBezTo>
                  <a:cubicBezTo>
                    <a:pt x="24056" y="55346"/>
                    <a:pt x="29522" y="55745"/>
                    <a:pt x="34985" y="55745"/>
                  </a:cubicBezTo>
                  <a:cubicBezTo>
                    <a:pt x="36640" y="55745"/>
                    <a:pt x="38294" y="55708"/>
                    <a:pt x="39946" y="55636"/>
                  </a:cubicBezTo>
                  <a:cubicBezTo>
                    <a:pt x="43506" y="55481"/>
                    <a:pt x="47066" y="55172"/>
                    <a:pt x="50590" y="54707"/>
                  </a:cubicBezTo>
                  <a:cubicBezTo>
                    <a:pt x="53579" y="54326"/>
                    <a:pt x="56984" y="54112"/>
                    <a:pt x="59460" y="52183"/>
                  </a:cubicBezTo>
                  <a:cubicBezTo>
                    <a:pt x="64282" y="48397"/>
                    <a:pt x="60710" y="45182"/>
                    <a:pt x="57960" y="42789"/>
                  </a:cubicBezTo>
                  <a:cubicBezTo>
                    <a:pt x="51388" y="37086"/>
                    <a:pt x="64699" y="32240"/>
                    <a:pt x="67056" y="28407"/>
                  </a:cubicBezTo>
                  <a:cubicBezTo>
                    <a:pt x="68604" y="25930"/>
                    <a:pt x="68045" y="23144"/>
                    <a:pt x="66366" y="21251"/>
                  </a:cubicBezTo>
                  <a:cubicBezTo>
                    <a:pt x="65187" y="19906"/>
                    <a:pt x="63449" y="19001"/>
                    <a:pt x="61496" y="18929"/>
                  </a:cubicBezTo>
                  <a:cubicBezTo>
                    <a:pt x="61142" y="18916"/>
                    <a:pt x="60781" y="18911"/>
                    <a:pt x="60417" y="18911"/>
                  </a:cubicBezTo>
                  <a:cubicBezTo>
                    <a:pt x="59354" y="18911"/>
                    <a:pt x="58254" y="18954"/>
                    <a:pt x="57152" y="18954"/>
                  </a:cubicBezTo>
                  <a:cubicBezTo>
                    <a:pt x="55322" y="18954"/>
                    <a:pt x="53484" y="18835"/>
                    <a:pt x="51793" y="18203"/>
                  </a:cubicBezTo>
                  <a:cubicBezTo>
                    <a:pt x="47816" y="16715"/>
                    <a:pt x="47411" y="13440"/>
                    <a:pt x="46137" y="9845"/>
                  </a:cubicBezTo>
                  <a:cubicBezTo>
                    <a:pt x="44530" y="5285"/>
                    <a:pt x="40470" y="1653"/>
                    <a:pt x="35719" y="486"/>
                  </a:cubicBezTo>
                  <a:cubicBezTo>
                    <a:pt x="34529" y="195"/>
                    <a:pt x="32953" y="1"/>
                    <a:pt x="31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2024;p44">
              <a:extLst>
                <a:ext uri="{FF2B5EF4-FFF2-40B4-BE49-F238E27FC236}">
                  <a16:creationId xmlns:a16="http://schemas.microsoft.com/office/drawing/2014/main" id="{E17B0508-B132-FB0E-8CCF-652049A619D0}"/>
                </a:ext>
              </a:extLst>
            </p:cNvPr>
            <p:cNvSpPr/>
            <p:nvPr/>
          </p:nvSpPr>
          <p:spPr>
            <a:xfrm>
              <a:off x="1330917" y="2184589"/>
              <a:ext cx="3186" cy="42060"/>
            </a:xfrm>
            <a:custGeom>
              <a:avLst/>
              <a:gdLst/>
              <a:ahLst/>
              <a:cxnLst/>
              <a:rect l="l" t="t" r="r" b="b"/>
              <a:pathLst>
                <a:path w="85" h="1108" extrusionOk="0">
                  <a:moveTo>
                    <a:pt x="84" y="0"/>
                  </a:moveTo>
                  <a:cubicBezTo>
                    <a:pt x="1" y="369"/>
                    <a:pt x="13" y="738"/>
                    <a:pt x="84" y="1107"/>
                  </a:cubicBezTo>
                  <a:lnTo>
                    <a:pt x="84" y="417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DDEA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2025;p44">
              <a:extLst>
                <a:ext uri="{FF2B5EF4-FFF2-40B4-BE49-F238E27FC236}">
                  <a16:creationId xmlns:a16="http://schemas.microsoft.com/office/drawing/2014/main" id="{1F9EDAD0-EC43-72EA-0D13-36878F1B3CD6}"/>
                </a:ext>
              </a:extLst>
            </p:cNvPr>
            <p:cNvSpPr/>
            <p:nvPr/>
          </p:nvSpPr>
          <p:spPr>
            <a:xfrm>
              <a:off x="2144860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394" y="0"/>
                    <a:pt x="1" y="405"/>
                    <a:pt x="1" y="893"/>
                  </a:cubicBezTo>
                  <a:cubicBezTo>
                    <a:pt x="1" y="1381"/>
                    <a:pt x="394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2026;p44">
              <a:extLst>
                <a:ext uri="{FF2B5EF4-FFF2-40B4-BE49-F238E27FC236}">
                  <a16:creationId xmlns:a16="http://schemas.microsoft.com/office/drawing/2014/main" id="{A6DA0A14-C854-C441-6C27-0A512042BB91}"/>
                </a:ext>
              </a:extLst>
            </p:cNvPr>
            <p:cNvSpPr/>
            <p:nvPr/>
          </p:nvSpPr>
          <p:spPr>
            <a:xfrm>
              <a:off x="2255087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6" y="0"/>
                    <a:pt x="1" y="405"/>
                    <a:pt x="1" y="893"/>
                  </a:cubicBezTo>
                  <a:cubicBezTo>
                    <a:pt x="1" y="1381"/>
                    <a:pt x="406" y="1786"/>
                    <a:pt x="894" y="1786"/>
                  </a:cubicBezTo>
                  <a:cubicBezTo>
                    <a:pt x="1382" y="1786"/>
                    <a:pt x="1787" y="1381"/>
                    <a:pt x="1787" y="893"/>
                  </a:cubicBezTo>
                  <a:cubicBezTo>
                    <a:pt x="1787" y="405"/>
                    <a:pt x="1382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2027;p44">
              <a:extLst>
                <a:ext uri="{FF2B5EF4-FFF2-40B4-BE49-F238E27FC236}">
                  <a16:creationId xmlns:a16="http://schemas.microsoft.com/office/drawing/2014/main" id="{C93204E9-D731-9AD6-803A-657DD9B3280C}"/>
                </a:ext>
              </a:extLst>
            </p:cNvPr>
            <p:cNvSpPr/>
            <p:nvPr/>
          </p:nvSpPr>
          <p:spPr>
            <a:xfrm>
              <a:off x="2365314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0"/>
                  </a:moveTo>
                  <a:cubicBezTo>
                    <a:pt x="405" y="0"/>
                    <a:pt x="1" y="405"/>
                    <a:pt x="1" y="893"/>
                  </a:cubicBezTo>
                  <a:cubicBezTo>
                    <a:pt x="1" y="1381"/>
                    <a:pt x="405" y="1786"/>
                    <a:pt x="894" y="1786"/>
                  </a:cubicBezTo>
                  <a:cubicBezTo>
                    <a:pt x="1394" y="1786"/>
                    <a:pt x="1786" y="1381"/>
                    <a:pt x="1786" y="893"/>
                  </a:cubicBezTo>
                  <a:cubicBezTo>
                    <a:pt x="1786" y="405"/>
                    <a:pt x="1394" y="0"/>
                    <a:pt x="8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2028;p44">
              <a:extLst>
                <a:ext uri="{FF2B5EF4-FFF2-40B4-BE49-F238E27FC236}">
                  <a16:creationId xmlns:a16="http://schemas.microsoft.com/office/drawing/2014/main" id="{AE774738-935A-87F3-C0E8-8E87EB757FC8}"/>
                </a:ext>
              </a:extLst>
            </p:cNvPr>
            <p:cNvSpPr/>
            <p:nvPr/>
          </p:nvSpPr>
          <p:spPr>
            <a:xfrm>
              <a:off x="2475991" y="4732764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0"/>
                  </a:moveTo>
                  <a:cubicBezTo>
                    <a:pt x="405" y="0"/>
                    <a:pt x="0" y="405"/>
                    <a:pt x="0" y="893"/>
                  </a:cubicBezTo>
                  <a:cubicBezTo>
                    <a:pt x="0" y="1381"/>
                    <a:pt x="405" y="1786"/>
                    <a:pt x="893" y="1786"/>
                  </a:cubicBezTo>
                  <a:cubicBezTo>
                    <a:pt x="1381" y="1786"/>
                    <a:pt x="1786" y="1381"/>
                    <a:pt x="1786" y="893"/>
                  </a:cubicBezTo>
                  <a:cubicBezTo>
                    <a:pt x="1786" y="405"/>
                    <a:pt x="1381" y="0"/>
                    <a:pt x="8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2029;p44">
              <a:extLst>
                <a:ext uri="{FF2B5EF4-FFF2-40B4-BE49-F238E27FC236}">
                  <a16:creationId xmlns:a16="http://schemas.microsoft.com/office/drawing/2014/main" id="{57035CAE-5A31-734C-37F7-C2C22310452D}"/>
                </a:ext>
              </a:extLst>
            </p:cNvPr>
            <p:cNvSpPr/>
            <p:nvPr/>
          </p:nvSpPr>
          <p:spPr>
            <a:xfrm>
              <a:off x="941355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4" y="1"/>
                  </a:moveTo>
                  <a:cubicBezTo>
                    <a:pt x="406" y="1"/>
                    <a:pt x="1" y="406"/>
                    <a:pt x="1" y="894"/>
                  </a:cubicBezTo>
                  <a:cubicBezTo>
                    <a:pt x="1" y="1394"/>
                    <a:pt x="406" y="1787"/>
                    <a:pt x="894" y="1787"/>
                  </a:cubicBezTo>
                  <a:cubicBezTo>
                    <a:pt x="1394" y="1787"/>
                    <a:pt x="1787" y="1394"/>
                    <a:pt x="1787" y="894"/>
                  </a:cubicBezTo>
                  <a:cubicBezTo>
                    <a:pt x="1787" y="406"/>
                    <a:pt x="1394" y="1"/>
                    <a:pt x="8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2030;p44">
              <a:extLst>
                <a:ext uri="{FF2B5EF4-FFF2-40B4-BE49-F238E27FC236}">
                  <a16:creationId xmlns:a16="http://schemas.microsoft.com/office/drawing/2014/main" id="{E234ED77-898C-38B6-832D-1411B5EF6340}"/>
                </a:ext>
              </a:extLst>
            </p:cNvPr>
            <p:cNvSpPr/>
            <p:nvPr/>
          </p:nvSpPr>
          <p:spPr>
            <a:xfrm>
              <a:off x="1052032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2" y="1787"/>
                    <a:pt x="1786" y="1394"/>
                    <a:pt x="1786" y="894"/>
                  </a:cubicBezTo>
                  <a:cubicBezTo>
                    <a:pt x="1786" y="406"/>
                    <a:pt x="1382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2031;p44">
              <a:extLst>
                <a:ext uri="{FF2B5EF4-FFF2-40B4-BE49-F238E27FC236}">
                  <a16:creationId xmlns:a16="http://schemas.microsoft.com/office/drawing/2014/main" id="{20A0F783-8733-A975-B816-70AEE4A66D66}"/>
                </a:ext>
              </a:extLst>
            </p:cNvPr>
            <p:cNvSpPr/>
            <p:nvPr/>
          </p:nvSpPr>
          <p:spPr>
            <a:xfrm>
              <a:off x="1162259" y="1463225"/>
              <a:ext cx="66977" cy="67835"/>
            </a:xfrm>
            <a:custGeom>
              <a:avLst/>
              <a:gdLst/>
              <a:ahLst/>
              <a:cxnLst/>
              <a:rect l="l" t="t" r="r" b="b"/>
              <a:pathLst>
                <a:path w="1787" h="1787" extrusionOk="0">
                  <a:moveTo>
                    <a:pt x="893" y="1"/>
                  </a:moveTo>
                  <a:cubicBezTo>
                    <a:pt x="405" y="1"/>
                    <a:pt x="0" y="406"/>
                    <a:pt x="0" y="894"/>
                  </a:cubicBezTo>
                  <a:cubicBezTo>
                    <a:pt x="0" y="1394"/>
                    <a:pt x="405" y="1787"/>
                    <a:pt x="893" y="1787"/>
                  </a:cubicBezTo>
                  <a:cubicBezTo>
                    <a:pt x="1393" y="1787"/>
                    <a:pt x="1786" y="1394"/>
                    <a:pt x="1786" y="894"/>
                  </a:cubicBezTo>
                  <a:cubicBezTo>
                    <a:pt x="1786" y="406"/>
                    <a:pt x="1393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2032;p44">
              <a:extLst>
                <a:ext uri="{FF2B5EF4-FFF2-40B4-BE49-F238E27FC236}">
                  <a16:creationId xmlns:a16="http://schemas.microsoft.com/office/drawing/2014/main" id="{EEF186AF-F39A-624D-0312-6551C20573DE}"/>
                </a:ext>
              </a:extLst>
            </p:cNvPr>
            <p:cNvSpPr/>
            <p:nvPr/>
          </p:nvSpPr>
          <p:spPr>
            <a:xfrm>
              <a:off x="1272936" y="1463225"/>
              <a:ext cx="66939" cy="67835"/>
            </a:xfrm>
            <a:custGeom>
              <a:avLst/>
              <a:gdLst/>
              <a:ahLst/>
              <a:cxnLst/>
              <a:rect l="l" t="t" r="r" b="b"/>
              <a:pathLst>
                <a:path w="1786" h="1787" extrusionOk="0">
                  <a:moveTo>
                    <a:pt x="893" y="1"/>
                  </a:moveTo>
                  <a:cubicBezTo>
                    <a:pt x="393" y="1"/>
                    <a:pt x="0" y="406"/>
                    <a:pt x="0" y="894"/>
                  </a:cubicBezTo>
                  <a:cubicBezTo>
                    <a:pt x="0" y="1394"/>
                    <a:pt x="393" y="1787"/>
                    <a:pt x="893" y="1787"/>
                  </a:cubicBezTo>
                  <a:cubicBezTo>
                    <a:pt x="1381" y="1787"/>
                    <a:pt x="1786" y="1394"/>
                    <a:pt x="1786" y="894"/>
                  </a:cubicBezTo>
                  <a:cubicBezTo>
                    <a:pt x="1786" y="406"/>
                    <a:pt x="1381" y="1"/>
                    <a:pt x="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2033;p44">
              <a:extLst>
                <a:ext uri="{FF2B5EF4-FFF2-40B4-BE49-F238E27FC236}">
                  <a16:creationId xmlns:a16="http://schemas.microsoft.com/office/drawing/2014/main" id="{D6E8E9A5-72FA-8BBD-5A34-7DF9BC18869D}"/>
                </a:ext>
              </a:extLst>
            </p:cNvPr>
            <p:cNvSpPr/>
            <p:nvPr/>
          </p:nvSpPr>
          <p:spPr>
            <a:xfrm>
              <a:off x="2576399" y="2279642"/>
              <a:ext cx="178517" cy="179209"/>
            </a:xfrm>
            <a:custGeom>
              <a:avLst/>
              <a:gdLst/>
              <a:ahLst/>
              <a:cxnLst/>
              <a:rect l="l" t="t" r="r" b="b"/>
              <a:pathLst>
                <a:path w="4763" h="4721" extrusionOk="0">
                  <a:moveTo>
                    <a:pt x="2471" y="1"/>
                  </a:moveTo>
                  <a:cubicBezTo>
                    <a:pt x="2421" y="1"/>
                    <a:pt x="2373" y="29"/>
                    <a:pt x="2358" y="92"/>
                  </a:cubicBezTo>
                  <a:cubicBezTo>
                    <a:pt x="2155" y="627"/>
                    <a:pt x="1953" y="1199"/>
                    <a:pt x="1548" y="1628"/>
                  </a:cubicBezTo>
                  <a:cubicBezTo>
                    <a:pt x="1358" y="1830"/>
                    <a:pt x="1119" y="1997"/>
                    <a:pt x="846" y="2116"/>
                  </a:cubicBezTo>
                  <a:cubicBezTo>
                    <a:pt x="584" y="2223"/>
                    <a:pt x="334" y="2211"/>
                    <a:pt x="60" y="2247"/>
                  </a:cubicBezTo>
                  <a:cubicBezTo>
                    <a:pt x="48" y="2247"/>
                    <a:pt x="36" y="2294"/>
                    <a:pt x="60" y="2294"/>
                  </a:cubicBezTo>
                  <a:cubicBezTo>
                    <a:pt x="72" y="2306"/>
                    <a:pt x="107" y="2306"/>
                    <a:pt x="119" y="2330"/>
                  </a:cubicBezTo>
                  <a:cubicBezTo>
                    <a:pt x="95" y="2342"/>
                    <a:pt x="60" y="2354"/>
                    <a:pt x="36" y="2390"/>
                  </a:cubicBezTo>
                  <a:cubicBezTo>
                    <a:pt x="0" y="2413"/>
                    <a:pt x="0" y="2473"/>
                    <a:pt x="12" y="2509"/>
                  </a:cubicBezTo>
                  <a:cubicBezTo>
                    <a:pt x="167" y="2711"/>
                    <a:pt x="417" y="2711"/>
                    <a:pt x="655" y="2806"/>
                  </a:cubicBezTo>
                  <a:cubicBezTo>
                    <a:pt x="905" y="2901"/>
                    <a:pt x="1143" y="3044"/>
                    <a:pt x="1358" y="3223"/>
                  </a:cubicBezTo>
                  <a:cubicBezTo>
                    <a:pt x="1762" y="3544"/>
                    <a:pt x="2131" y="4033"/>
                    <a:pt x="2203" y="4568"/>
                  </a:cubicBezTo>
                  <a:cubicBezTo>
                    <a:pt x="2221" y="4670"/>
                    <a:pt x="2310" y="4720"/>
                    <a:pt x="2399" y="4720"/>
                  </a:cubicBezTo>
                  <a:cubicBezTo>
                    <a:pt x="2489" y="4720"/>
                    <a:pt x="2578" y="4670"/>
                    <a:pt x="2596" y="4568"/>
                  </a:cubicBezTo>
                  <a:cubicBezTo>
                    <a:pt x="2751" y="3556"/>
                    <a:pt x="3524" y="2771"/>
                    <a:pt x="4536" y="2628"/>
                  </a:cubicBezTo>
                  <a:cubicBezTo>
                    <a:pt x="4763" y="2544"/>
                    <a:pt x="4763" y="2163"/>
                    <a:pt x="4536" y="2116"/>
                  </a:cubicBezTo>
                  <a:cubicBezTo>
                    <a:pt x="3524" y="1937"/>
                    <a:pt x="2751" y="1139"/>
                    <a:pt x="2608" y="127"/>
                  </a:cubicBezTo>
                  <a:cubicBezTo>
                    <a:pt x="2601" y="47"/>
                    <a:pt x="2534" y="1"/>
                    <a:pt x="24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2034;p44">
              <a:extLst>
                <a:ext uri="{FF2B5EF4-FFF2-40B4-BE49-F238E27FC236}">
                  <a16:creationId xmlns:a16="http://schemas.microsoft.com/office/drawing/2014/main" id="{D3141378-3467-5D97-EBE9-8BE794CD77CE}"/>
                </a:ext>
              </a:extLst>
            </p:cNvPr>
            <p:cNvSpPr/>
            <p:nvPr/>
          </p:nvSpPr>
          <p:spPr>
            <a:xfrm>
              <a:off x="556702" y="2508392"/>
              <a:ext cx="133466" cy="132518"/>
            </a:xfrm>
            <a:custGeom>
              <a:avLst/>
              <a:gdLst/>
              <a:ahLst/>
              <a:cxnLst/>
              <a:rect l="l" t="t" r="r" b="b"/>
              <a:pathLst>
                <a:path w="3561" h="3491" extrusionOk="0">
                  <a:moveTo>
                    <a:pt x="1861" y="1"/>
                  </a:moveTo>
                  <a:cubicBezTo>
                    <a:pt x="1825" y="1"/>
                    <a:pt x="1790" y="20"/>
                    <a:pt x="1775" y="66"/>
                  </a:cubicBezTo>
                  <a:cubicBezTo>
                    <a:pt x="1632" y="471"/>
                    <a:pt x="1477" y="888"/>
                    <a:pt x="1179" y="1197"/>
                  </a:cubicBezTo>
                  <a:cubicBezTo>
                    <a:pt x="1024" y="1340"/>
                    <a:pt x="858" y="1471"/>
                    <a:pt x="655" y="1555"/>
                  </a:cubicBezTo>
                  <a:cubicBezTo>
                    <a:pt x="465" y="1626"/>
                    <a:pt x="262" y="1626"/>
                    <a:pt x="60" y="1662"/>
                  </a:cubicBezTo>
                  <a:cubicBezTo>
                    <a:pt x="36" y="1662"/>
                    <a:pt x="36" y="1686"/>
                    <a:pt x="60" y="1686"/>
                  </a:cubicBezTo>
                  <a:cubicBezTo>
                    <a:pt x="72" y="1697"/>
                    <a:pt x="84" y="1697"/>
                    <a:pt x="108" y="1697"/>
                  </a:cubicBezTo>
                  <a:cubicBezTo>
                    <a:pt x="72" y="1721"/>
                    <a:pt x="60" y="1733"/>
                    <a:pt x="24" y="1745"/>
                  </a:cubicBezTo>
                  <a:cubicBezTo>
                    <a:pt x="1" y="1757"/>
                    <a:pt x="1" y="1805"/>
                    <a:pt x="12" y="1840"/>
                  </a:cubicBezTo>
                  <a:cubicBezTo>
                    <a:pt x="120" y="1995"/>
                    <a:pt x="310" y="1995"/>
                    <a:pt x="489" y="2055"/>
                  </a:cubicBezTo>
                  <a:cubicBezTo>
                    <a:pt x="679" y="2138"/>
                    <a:pt x="846" y="2233"/>
                    <a:pt x="1013" y="2376"/>
                  </a:cubicBezTo>
                  <a:cubicBezTo>
                    <a:pt x="1310" y="2626"/>
                    <a:pt x="1584" y="2983"/>
                    <a:pt x="1655" y="3388"/>
                  </a:cubicBezTo>
                  <a:cubicBezTo>
                    <a:pt x="1661" y="3458"/>
                    <a:pt x="1724" y="3491"/>
                    <a:pt x="1788" y="3491"/>
                  </a:cubicBezTo>
                  <a:cubicBezTo>
                    <a:pt x="1855" y="3491"/>
                    <a:pt x="1923" y="3455"/>
                    <a:pt x="1929" y="3388"/>
                  </a:cubicBezTo>
                  <a:cubicBezTo>
                    <a:pt x="2048" y="2626"/>
                    <a:pt x="2632" y="2043"/>
                    <a:pt x="3370" y="1924"/>
                  </a:cubicBezTo>
                  <a:cubicBezTo>
                    <a:pt x="3560" y="1912"/>
                    <a:pt x="3560" y="1614"/>
                    <a:pt x="3394" y="1578"/>
                  </a:cubicBezTo>
                  <a:cubicBezTo>
                    <a:pt x="2644" y="1447"/>
                    <a:pt x="2048" y="852"/>
                    <a:pt x="1965" y="90"/>
                  </a:cubicBezTo>
                  <a:cubicBezTo>
                    <a:pt x="1958" y="36"/>
                    <a:pt x="1909" y="1"/>
                    <a:pt x="18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2035;p44">
              <a:extLst>
                <a:ext uri="{FF2B5EF4-FFF2-40B4-BE49-F238E27FC236}">
                  <a16:creationId xmlns:a16="http://schemas.microsoft.com/office/drawing/2014/main" id="{05AE25CF-4859-D469-4E7B-4633B7CEB865}"/>
                </a:ext>
              </a:extLst>
            </p:cNvPr>
            <p:cNvSpPr/>
            <p:nvPr/>
          </p:nvSpPr>
          <p:spPr>
            <a:xfrm>
              <a:off x="742788" y="4127294"/>
              <a:ext cx="155317" cy="155218"/>
            </a:xfrm>
            <a:custGeom>
              <a:avLst/>
              <a:gdLst/>
              <a:ahLst/>
              <a:cxnLst/>
              <a:rect l="l" t="t" r="r" b="b"/>
              <a:pathLst>
                <a:path w="4144" h="4089" extrusionOk="0">
                  <a:moveTo>
                    <a:pt x="2127" y="1"/>
                  </a:moveTo>
                  <a:cubicBezTo>
                    <a:pt x="2085" y="1"/>
                    <a:pt x="2044" y="24"/>
                    <a:pt x="2024" y="79"/>
                  </a:cubicBezTo>
                  <a:cubicBezTo>
                    <a:pt x="1905" y="413"/>
                    <a:pt x="1786" y="734"/>
                    <a:pt x="1608" y="1032"/>
                  </a:cubicBezTo>
                  <a:cubicBezTo>
                    <a:pt x="1513" y="1020"/>
                    <a:pt x="1417" y="996"/>
                    <a:pt x="1334" y="949"/>
                  </a:cubicBezTo>
                  <a:cubicBezTo>
                    <a:pt x="1108" y="841"/>
                    <a:pt x="953" y="675"/>
                    <a:pt x="762" y="544"/>
                  </a:cubicBezTo>
                  <a:cubicBezTo>
                    <a:pt x="760" y="542"/>
                    <a:pt x="757" y="541"/>
                    <a:pt x="754" y="541"/>
                  </a:cubicBezTo>
                  <a:cubicBezTo>
                    <a:pt x="739" y="541"/>
                    <a:pt x="719" y="560"/>
                    <a:pt x="739" y="579"/>
                  </a:cubicBezTo>
                  <a:cubicBezTo>
                    <a:pt x="739" y="591"/>
                    <a:pt x="751" y="615"/>
                    <a:pt x="762" y="639"/>
                  </a:cubicBezTo>
                  <a:cubicBezTo>
                    <a:pt x="739" y="615"/>
                    <a:pt x="703" y="615"/>
                    <a:pt x="679" y="603"/>
                  </a:cubicBezTo>
                  <a:cubicBezTo>
                    <a:pt x="643" y="603"/>
                    <a:pt x="596" y="639"/>
                    <a:pt x="596" y="663"/>
                  </a:cubicBezTo>
                  <a:cubicBezTo>
                    <a:pt x="560" y="889"/>
                    <a:pt x="715" y="1056"/>
                    <a:pt x="810" y="1246"/>
                  </a:cubicBezTo>
                  <a:cubicBezTo>
                    <a:pt x="881" y="1413"/>
                    <a:pt x="929" y="1568"/>
                    <a:pt x="953" y="1734"/>
                  </a:cubicBezTo>
                  <a:cubicBezTo>
                    <a:pt x="893" y="1770"/>
                    <a:pt x="822" y="1806"/>
                    <a:pt x="762" y="1830"/>
                  </a:cubicBezTo>
                  <a:cubicBezTo>
                    <a:pt x="536" y="1913"/>
                    <a:pt x="298" y="1901"/>
                    <a:pt x="60" y="1949"/>
                  </a:cubicBezTo>
                  <a:cubicBezTo>
                    <a:pt x="48" y="1949"/>
                    <a:pt x="48" y="1972"/>
                    <a:pt x="60" y="1984"/>
                  </a:cubicBezTo>
                  <a:cubicBezTo>
                    <a:pt x="84" y="2008"/>
                    <a:pt x="108" y="2008"/>
                    <a:pt x="119" y="2020"/>
                  </a:cubicBezTo>
                  <a:lnTo>
                    <a:pt x="36" y="2068"/>
                  </a:lnTo>
                  <a:cubicBezTo>
                    <a:pt x="0" y="2080"/>
                    <a:pt x="0" y="2139"/>
                    <a:pt x="12" y="2163"/>
                  </a:cubicBezTo>
                  <a:cubicBezTo>
                    <a:pt x="155" y="2342"/>
                    <a:pt x="370" y="2365"/>
                    <a:pt x="572" y="2437"/>
                  </a:cubicBezTo>
                  <a:cubicBezTo>
                    <a:pt x="703" y="2484"/>
                    <a:pt x="822" y="2556"/>
                    <a:pt x="941" y="2627"/>
                  </a:cubicBezTo>
                  <a:cubicBezTo>
                    <a:pt x="893" y="2865"/>
                    <a:pt x="810" y="3104"/>
                    <a:pt x="655" y="3294"/>
                  </a:cubicBezTo>
                  <a:cubicBezTo>
                    <a:pt x="569" y="3409"/>
                    <a:pt x="691" y="3562"/>
                    <a:pt x="810" y="3562"/>
                  </a:cubicBezTo>
                  <a:cubicBezTo>
                    <a:pt x="839" y="3562"/>
                    <a:pt x="868" y="3553"/>
                    <a:pt x="893" y="3532"/>
                  </a:cubicBezTo>
                  <a:cubicBezTo>
                    <a:pt x="1108" y="3389"/>
                    <a:pt x="1322" y="3282"/>
                    <a:pt x="1560" y="3211"/>
                  </a:cubicBezTo>
                  <a:cubicBezTo>
                    <a:pt x="1739" y="3437"/>
                    <a:pt x="1858" y="3699"/>
                    <a:pt x="1905" y="3973"/>
                  </a:cubicBezTo>
                  <a:cubicBezTo>
                    <a:pt x="1923" y="4050"/>
                    <a:pt x="2001" y="4089"/>
                    <a:pt x="2078" y="4089"/>
                  </a:cubicBezTo>
                  <a:cubicBezTo>
                    <a:pt x="2155" y="4089"/>
                    <a:pt x="2233" y="4050"/>
                    <a:pt x="2251" y="3973"/>
                  </a:cubicBezTo>
                  <a:cubicBezTo>
                    <a:pt x="2298" y="3687"/>
                    <a:pt x="2394" y="3413"/>
                    <a:pt x="2548" y="3175"/>
                  </a:cubicBezTo>
                  <a:cubicBezTo>
                    <a:pt x="2810" y="3234"/>
                    <a:pt x="3072" y="3354"/>
                    <a:pt x="3310" y="3520"/>
                  </a:cubicBezTo>
                  <a:cubicBezTo>
                    <a:pt x="3342" y="3543"/>
                    <a:pt x="3375" y="3552"/>
                    <a:pt x="3408" y="3552"/>
                  </a:cubicBezTo>
                  <a:cubicBezTo>
                    <a:pt x="3550" y="3552"/>
                    <a:pt x="3681" y="3370"/>
                    <a:pt x="3584" y="3234"/>
                  </a:cubicBezTo>
                  <a:cubicBezTo>
                    <a:pt x="3429" y="3020"/>
                    <a:pt x="3322" y="2758"/>
                    <a:pt x="3263" y="2508"/>
                  </a:cubicBezTo>
                  <a:cubicBezTo>
                    <a:pt x="3465" y="2389"/>
                    <a:pt x="3691" y="2318"/>
                    <a:pt x="3953" y="2270"/>
                  </a:cubicBezTo>
                  <a:cubicBezTo>
                    <a:pt x="4144" y="2234"/>
                    <a:pt x="4132" y="1901"/>
                    <a:pt x="3929" y="1853"/>
                  </a:cubicBezTo>
                  <a:cubicBezTo>
                    <a:pt x="3679" y="1818"/>
                    <a:pt x="3453" y="1722"/>
                    <a:pt x="3251" y="1603"/>
                  </a:cubicBezTo>
                  <a:cubicBezTo>
                    <a:pt x="3310" y="1318"/>
                    <a:pt x="3429" y="1056"/>
                    <a:pt x="3620" y="818"/>
                  </a:cubicBezTo>
                  <a:cubicBezTo>
                    <a:pt x="3679" y="729"/>
                    <a:pt x="3632" y="624"/>
                    <a:pt x="3547" y="624"/>
                  </a:cubicBezTo>
                  <a:cubicBezTo>
                    <a:pt x="3529" y="624"/>
                    <a:pt x="3510" y="629"/>
                    <a:pt x="3489" y="639"/>
                  </a:cubicBezTo>
                  <a:cubicBezTo>
                    <a:pt x="3203" y="770"/>
                    <a:pt x="2906" y="901"/>
                    <a:pt x="2596" y="996"/>
                  </a:cubicBezTo>
                  <a:cubicBezTo>
                    <a:pt x="2417" y="734"/>
                    <a:pt x="2298" y="437"/>
                    <a:pt x="2251" y="115"/>
                  </a:cubicBezTo>
                  <a:cubicBezTo>
                    <a:pt x="2244" y="46"/>
                    <a:pt x="2185" y="1"/>
                    <a:pt x="2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2036;p44">
              <a:extLst>
                <a:ext uri="{FF2B5EF4-FFF2-40B4-BE49-F238E27FC236}">
                  <a16:creationId xmlns:a16="http://schemas.microsoft.com/office/drawing/2014/main" id="{BF9E7FE2-E9CA-AAD6-6A5C-897C83ED4684}"/>
                </a:ext>
              </a:extLst>
            </p:cNvPr>
            <p:cNvSpPr/>
            <p:nvPr/>
          </p:nvSpPr>
          <p:spPr>
            <a:xfrm>
              <a:off x="2811096" y="3654609"/>
              <a:ext cx="92426" cy="93230"/>
            </a:xfrm>
            <a:custGeom>
              <a:avLst/>
              <a:gdLst/>
              <a:ahLst/>
              <a:cxnLst/>
              <a:rect l="l" t="t" r="r" b="b"/>
              <a:pathLst>
                <a:path w="2466" h="2456" extrusionOk="0">
                  <a:moveTo>
                    <a:pt x="1288" y="1"/>
                  </a:moveTo>
                  <a:cubicBezTo>
                    <a:pt x="1262" y="1"/>
                    <a:pt x="1238" y="17"/>
                    <a:pt x="1227" y="54"/>
                  </a:cubicBezTo>
                  <a:cubicBezTo>
                    <a:pt x="1156" y="244"/>
                    <a:pt x="1072" y="435"/>
                    <a:pt x="977" y="613"/>
                  </a:cubicBezTo>
                  <a:cubicBezTo>
                    <a:pt x="918" y="601"/>
                    <a:pt x="858" y="589"/>
                    <a:pt x="811" y="554"/>
                  </a:cubicBezTo>
                  <a:cubicBezTo>
                    <a:pt x="680" y="494"/>
                    <a:pt x="584" y="387"/>
                    <a:pt x="465" y="316"/>
                  </a:cubicBezTo>
                  <a:cubicBezTo>
                    <a:pt x="453" y="316"/>
                    <a:pt x="430" y="316"/>
                    <a:pt x="453" y="327"/>
                  </a:cubicBezTo>
                  <a:cubicBezTo>
                    <a:pt x="453" y="351"/>
                    <a:pt x="465" y="363"/>
                    <a:pt x="465" y="363"/>
                  </a:cubicBezTo>
                  <a:cubicBezTo>
                    <a:pt x="453" y="363"/>
                    <a:pt x="430" y="351"/>
                    <a:pt x="406" y="351"/>
                  </a:cubicBezTo>
                  <a:cubicBezTo>
                    <a:pt x="394" y="351"/>
                    <a:pt x="358" y="363"/>
                    <a:pt x="358" y="375"/>
                  </a:cubicBezTo>
                  <a:cubicBezTo>
                    <a:pt x="334" y="506"/>
                    <a:pt x="441" y="601"/>
                    <a:pt x="477" y="720"/>
                  </a:cubicBezTo>
                  <a:cubicBezTo>
                    <a:pt x="525" y="804"/>
                    <a:pt x="560" y="911"/>
                    <a:pt x="572" y="1018"/>
                  </a:cubicBezTo>
                  <a:cubicBezTo>
                    <a:pt x="525" y="1030"/>
                    <a:pt x="501" y="1066"/>
                    <a:pt x="453" y="1078"/>
                  </a:cubicBezTo>
                  <a:cubicBezTo>
                    <a:pt x="322" y="1137"/>
                    <a:pt x="179" y="1125"/>
                    <a:pt x="37" y="1149"/>
                  </a:cubicBezTo>
                  <a:cubicBezTo>
                    <a:pt x="25" y="1149"/>
                    <a:pt x="25" y="1161"/>
                    <a:pt x="37" y="1185"/>
                  </a:cubicBezTo>
                  <a:cubicBezTo>
                    <a:pt x="49" y="1185"/>
                    <a:pt x="60" y="1197"/>
                    <a:pt x="60" y="1197"/>
                  </a:cubicBezTo>
                  <a:cubicBezTo>
                    <a:pt x="49" y="1197"/>
                    <a:pt x="37" y="1209"/>
                    <a:pt x="25" y="1232"/>
                  </a:cubicBezTo>
                  <a:cubicBezTo>
                    <a:pt x="1" y="1244"/>
                    <a:pt x="1" y="1268"/>
                    <a:pt x="1" y="1292"/>
                  </a:cubicBezTo>
                  <a:cubicBezTo>
                    <a:pt x="84" y="1387"/>
                    <a:pt x="215" y="1387"/>
                    <a:pt x="334" y="1447"/>
                  </a:cubicBezTo>
                  <a:cubicBezTo>
                    <a:pt x="406" y="1482"/>
                    <a:pt x="477" y="1530"/>
                    <a:pt x="560" y="1566"/>
                  </a:cubicBezTo>
                  <a:cubicBezTo>
                    <a:pt x="525" y="1720"/>
                    <a:pt x="477" y="1851"/>
                    <a:pt x="394" y="1971"/>
                  </a:cubicBezTo>
                  <a:cubicBezTo>
                    <a:pt x="346" y="2028"/>
                    <a:pt x="415" y="2118"/>
                    <a:pt x="481" y="2118"/>
                  </a:cubicBezTo>
                  <a:cubicBezTo>
                    <a:pt x="496" y="2118"/>
                    <a:pt x="511" y="2113"/>
                    <a:pt x="525" y="2101"/>
                  </a:cubicBezTo>
                  <a:cubicBezTo>
                    <a:pt x="644" y="2018"/>
                    <a:pt x="775" y="1959"/>
                    <a:pt x="930" y="1911"/>
                  </a:cubicBezTo>
                  <a:cubicBezTo>
                    <a:pt x="1037" y="2042"/>
                    <a:pt x="1108" y="2209"/>
                    <a:pt x="1132" y="2375"/>
                  </a:cubicBezTo>
                  <a:cubicBezTo>
                    <a:pt x="1144" y="2429"/>
                    <a:pt x="1189" y="2456"/>
                    <a:pt x="1233" y="2456"/>
                  </a:cubicBezTo>
                  <a:cubicBezTo>
                    <a:pt x="1278" y="2456"/>
                    <a:pt x="1322" y="2429"/>
                    <a:pt x="1334" y="2375"/>
                  </a:cubicBezTo>
                  <a:cubicBezTo>
                    <a:pt x="1358" y="2197"/>
                    <a:pt x="1418" y="2042"/>
                    <a:pt x="1513" y="1911"/>
                  </a:cubicBezTo>
                  <a:cubicBezTo>
                    <a:pt x="1668" y="1947"/>
                    <a:pt x="1823" y="2018"/>
                    <a:pt x="1954" y="2125"/>
                  </a:cubicBezTo>
                  <a:cubicBezTo>
                    <a:pt x="1973" y="2138"/>
                    <a:pt x="1993" y="2144"/>
                    <a:pt x="2012" y="2144"/>
                  </a:cubicBezTo>
                  <a:cubicBezTo>
                    <a:pt x="2101" y="2144"/>
                    <a:pt x="2179" y="2027"/>
                    <a:pt x="2120" y="1959"/>
                  </a:cubicBezTo>
                  <a:cubicBezTo>
                    <a:pt x="2025" y="1828"/>
                    <a:pt x="1954" y="1673"/>
                    <a:pt x="1930" y="1530"/>
                  </a:cubicBezTo>
                  <a:cubicBezTo>
                    <a:pt x="2049" y="1447"/>
                    <a:pt x="2180" y="1411"/>
                    <a:pt x="2323" y="1387"/>
                  </a:cubicBezTo>
                  <a:cubicBezTo>
                    <a:pt x="2465" y="1328"/>
                    <a:pt x="2465" y="1125"/>
                    <a:pt x="2346" y="1113"/>
                  </a:cubicBezTo>
                  <a:cubicBezTo>
                    <a:pt x="2192" y="1078"/>
                    <a:pt x="2061" y="1030"/>
                    <a:pt x="1942" y="958"/>
                  </a:cubicBezTo>
                  <a:cubicBezTo>
                    <a:pt x="1977" y="792"/>
                    <a:pt x="2049" y="637"/>
                    <a:pt x="2168" y="482"/>
                  </a:cubicBezTo>
                  <a:cubicBezTo>
                    <a:pt x="2199" y="431"/>
                    <a:pt x="2158" y="370"/>
                    <a:pt x="2108" y="370"/>
                  </a:cubicBezTo>
                  <a:cubicBezTo>
                    <a:pt x="2101" y="370"/>
                    <a:pt x="2093" y="372"/>
                    <a:pt x="2084" y="375"/>
                  </a:cubicBezTo>
                  <a:cubicBezTo>
                    <a:pt x="1918" y="470"/>
                    <a:pt x="1751" y="542"/>
                    <a:pt x="1549" y="589"/>
                  </a:cubicBezTo>
                  <a:cubicBezTo>
                    <a:pt x="1442" y="435"/>
                    <a:pt x="1370" y="256"/>
                    <a:pt x="1358" y="66"/>
                  </a:cubicBezTo>
                  <a:cubicBezTo>
                    <a:pt x="1352" y="26"/>
                    <a:pt x="1319" y="1"/>
                    <a:pt x="1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2037;p44">
              <a:extLst>
                <a:ext uri="{FF2B5EF4-FFF2-40B4-BE49-F238E27FC236}">
                  <a16:creationId xmlns:a16="http://schemas.microsoft.com/office/drawing/2014/main" id="{B1FF654C-5A50-B1AF-AAD5-3C3E37859D18}"/>
                </a:ext>
              </a:extLst>
            </p:cNvPr>
            <p:cNvSpPr/>
            <p:nvPr/>
          </p:nvSpPr>
          <p:spPr>
            <a:xfrm>
              <a:off x="1954314" y="2090978"/>
              <a:ext cx="528843" cy="532920"/>
            </a:xfrm>
            <a:custGeom>
              <a:avLst/>
              <a:gdLst/>
              <a:ahLst/>
              <a:cxnLst/>
              <a:rect l="l" t="t" r="r" b="b"/>
              <a:pathLst>
                <a:path w="14110" h="14039" extrusionOk="0">
                  <a:moveTo>
                    <a:pt x="7427" y="0"/>
                  </a:moveTo>
                  <a:cubicBezTo>
                    <a:pt x="7315" y="0"/>
                    <a:pt x="7195" y="61"/>
                    <a:pt x="7085" y="61"/>
                  </a:cubicBezTo>
                  <a:cubicBezTo>
                    <a:pt x="6966" y="61"/>
                    <a:pt x="6847" y="49"/>
                    <a:pt x="6728" y="49"/>
                  </a:cubicBezTo>
                  <a:cubicBezTo>
                    <a:pt x="6700" y="52"/>
                    <a:pt x="6673" y="53"/>
                    <a:pt x="6646" y="53"/>
                  </a:cubicBezTo>
                  <a:cubicBezTo>
                    <a:pt x="6573" y="53"/>
                    <a:pt x="6503" y="46"/>
                    <a:pt x="6434" y="46"/>
                  </a:cubicBezTo>
                  <a:cubicBezTo>
                    <a:pt x="6409" y="46"/>
                    <a:pt x="6384" y="47"/>
                    <a:pt x="6359" y="49"/>
                  </a:cubicBezTo>
                  <a:cubicBezTo>
                    <a:pt x="6240" y="61"/>
                    <a:pt x="6121" y="121"/>
                    <a:pt x="6002" y="132"/>
                  </a:cubicBezTo>
                  <a:cubicBezTo>
                    <a:pt x="5980" y="138"/>
                    <a:pt x="5959" y="141"/>
                    <a:pt x="5937" y="141"/>
                  </a:cubicBezTo>
                  <a:cubicBezTo>
                    <a:pt x="5847" y="141"/>
                    <a:pt x="5754" y="100"/>
                    <a:pt x="5669" y="100"/>
                  </a:cubicBezTo>
                  <a:cubicBezTo>
                    <a:pt x="5648" y="100"/>
                    <a:pt x="5628" y="103"/>
                    <a:pt x="5609" y="109"/>
                  </a:cubicBezTo>
                  <a:cubicBezTo>
                    <a:pt x="5490" y="121"/>
                    <a:pt x="5394" y="216"/>
                    <a:pt x="5275" y="240"/>
                  </a:cubicBezTo>
                  <a:cubicBezTo>
                    <a:pt x="5156" y="275"/>
                    <a:pt x="5049" y="335"/>
                    <a:pt x="4930" y="371"/>
                  </a:cubicBezTo>
                  <a:cubicBezTo>
                    <a:pt x="4811" y="418"/>
                    <a:pt x="4692" y="430"/>
                    <a:pt x="4573" y="478"/>
                  </a:cubicBezTo>
                  <a:cubicBezTo>
                    <a:pt x="4454" y="525"/>
                    <a:pt x="4335" y="573"/>
                    <a:pt x="4228" y="609"/>
                  </a:cubicBezTo>
                  <a:cubicBezTo>
                    <a:pt x="4120" y="668"/>
                    <a:pt x="3989" y="692"/>
                    <a:pt x="3882" y="752"/>
                  </a:cubicBezTo>
                  <a:cubicBezTo>
                    <a:pt x="3787" y="811"/>
                    <a:pt x="3668" y="871"/>
                    <a:pt x="3561" y="930"/>
                  </a:cubicBezTo>
                  <a:cubicBezTo>
                    <a:pt x="3454" y="990"/>
                    <a:pt x="3347" y="1061"/>
                    <a:pt x="3251" y="1121"/>
                  </a:cubicBezTo>
                  <a:cubicBezTo>
                    <a:pt x="3144" y="1180"/>
                    <a:pt x="3073" y="1287"/>
                    <a:pt x="2966" y="1359"/>
                  </a:cubicBezTo>
                  <a:cubicBezTo>
                    <a:pt x="2870" y="1430"/>
                    <a:pt x="2751" y="1490"/>
                    <a:pt x="2668" y="1561"/>
                  </a:cubicBezTo>
                  <a:cubicBezTo>
                    <a:pt x="2573" y="1645"/>
                    <a:pt x="2454" y="1704"/>
                    <a:pt x="2370" y="1775"/>
                  </a:cubicBezTo>
                  <a:cubicBezTo>
                    <a:pt x="2275" y="1847"/>
                    <a:pt x="2192" y="1942"/>
                    <a:pt x="2096" y="2026"/>
                  </a:cubicBezTo>
                  <a:cubicBezTo>
                    <a:pt x="2013" y="2121"/>
                    <a:pt x="1977" y="2264"/>
                    <a:pt x="1906" y="2359"/>
                  </a:cubicBezTo>
                  <a:cubicBezTo>
                    <a:pt x="1834" y="2442"/>
                    <a:pt x="1703" y="2502"/>
                    <a:pt x="1620" y="2597"/>
                  </a:cubicBezTo>
                  <a:cubicBezTo>
                    <a:pt x="1549" y="2680"/>
                    <a:pt x="1525" y="2811"/>
                    <a:pt x="1442" y="2918"/>
                  </a:cubicBezTo>
                  <a:cubicBezTo>
                    <a:pt x="1370" y="3014"/>
                    <a:pt x="1239" y="3073"/>
                    <a:pt x="1180" y="3169"/>
                  </a:cubicBezTo>
                  <a:cubicBezTo>
                    <a:pt x="1108" y="3276"/>
                    <a:pt x="1108" y="3430"/>
                    <a:pt x="1049" y="3526"/>
                  </a:cubicBezTo>
                  <a:cubicBezTo>
                    <a:pt x="989" y="3645"/>
                    <a:pt x="894" y="3740"/>
                    <a:pt x="834" y="3847"/>
                  </a:cubicBezTo>
                  <a:cubicBezTo>
                    <a:pt x="775" y="3942"/>
                    <a:pt x="727" y="4050"/>
                    <a:pt x="691" y="4169"/>
                  </a:cubicBezTo>
                  <a:cubicBezTo>
                    <a:pt x="632" y="4276"/>
                    <a:pt x="572" y="4383"/>
                    <a:pt x="525" y="4502"/>
                  </a:cubicBezTo>
                  <a:cubicBezTo>
                    <a:pt x="477" y="4597"/>
                    <a:pt x="406" y="4704"/>
                    <a:pt x="358" y="4823"/>
                  </a:cubicBezTo>
                  <a:cubicBezTo>
                    <a:pt x="334" y="4943"/>
                    <a:pt x="310" y="5062"/>
                    <a:pt x="287" y="5181"/>
                  </a:cubicBezTo>
                  <a:cubicBezTo>
                    <a:pt x="251" y="5300"/>
                    <a:pt x="251" y="5419"/>
                    <a:pt x="227" y="5538"/>
                  </a:cubicBezTo>
                  <a:cubicBezTo>
                    <a:pt x="203" y="5657"/>
                    <a:pt x="120" y="5776"/>
                    <a:pt x="108" y="5895"/>
                  </a:cubicBezTo>
                  <a:cubicBezTo>
                    <a:pt x="96" y="6014"/>
                    <a:pt x="120" y="6145"/>
                    <a:pt x="108" y="6264"/>
                  </a:cubicBezTo>
                  <a:cubicBezTo>
                    <a:pt x="96" y="6383"/>
                    <a:pt x="13" y="6502"/>
                    <a:pt x="13" y="6621"/>
                  </a:cubicBezTo>
                  <a:cubicBezTo>
                    <a:pt x="1" y="6740"/>
                    <a:pt x="120" y="6883"/>
                    <a:pt x="120" y="7002"/>
                  </a:cubicBezTo>
                  <a:cubicBezTo>
                    <a:pt x="120" y="7133"/>
                    <a:pt x="49" y="7252"/>
                    <a:pt x="49" y="7371"/>
                  </a:cubicBezTo>
                  <a:cubicBezTo>
                    <a:pt x="49" y="7490"/>
                    <a:pt x="144" y="7610"/>
                    <a:pt x="156" y="7729"/>
                  </a:cubicBezTo>
                  <a:cubicBezTo>
                    <a:pt x="168" y="7860"/>
                    <a:pt x="156" y="7979"/>
                    <a:pt x="168" y="8098"/>
                  </a:cubicBezTo>
                  <a:cubicBezTo>
                    <a:pt x="179" y="8217"/>
                    <a:pt x="227" y="8336"/>
                    <a:pt x="263" y="8455"/>
                  </a:cubicBezTo>
                  <a:cubicBezTo>
                    <a:pt x="287" y="8574"/>
                    <a:pt x="239" y="8705"/>
                    <a:pt x="275" y="8824"/>
                  </a:cubicBezTo>
                  <a:cubicBezTo>
                    <a:pt x="299" y="8943"/>
                    <a:pt x="322" y="9062"/>
                    <a:pt x="358" y="9181"/>
                  </a:cubicBezTo>
                  <a:cubicBezTo>
                    <a:pt x="394" y="9300"/>
                    <a:pt x="465" y="9407"/>
                    <a:pt x="513" y="9526"/>
                  </a:cubicBezTo>
                  <a:cubicBezTo>
                    <a:pt x="560" y="9634"/>
                    <a:pt x="656" y="9741"/>
                    <a:pt x="703" y="9836"/>
                  </a:cubicBezTo>
                  <a:cubicBezTo>
                    <a:pt x="751" y="9955"/>
                    <a:pt x="715" y="10110"/>
                    <a:pt x="775" y="10217"/>
                  </a:cubicBezTo>
                  <a:cubicBezTo>
                    <a:pt x="834" y="10312"/>
                    <a:pt x="977" y="10396"/>
                    <a:pt x="1037" y="10491"/>
                  </a:cubicBezTo>
                  <a:cubicBezTo>
                    <a:pt x="1096" y="10598"/>
                    <a:pt x="1096" y="10753"/>
                    <a:pt x="1156" y="10848"/>
                  </a:cubicBezTo>
                  <a:cubicBezTo>
                    <a:pt x="1215" y="10955"/>
                    <a:pt x="1299" y="11050"/>
                    <a:pt x="1370" y="11146"/>
                  </a:cubicBezTo>
                  <a:cubicBezTo>
                    <a:pt x="1453" y="11241"/>
                    <a:pt x="1525" y="11348"/>
                    <a:pt x="1596" y="11431"/>
                  </a:cubicBezTo>
                  <a:cubicBezTo>
                    <a:pt x="1668" y="11539"/>
                    <a:pt x="1763" y="11622"/>
                    <a:pt x="1834" y="11717"/>
                  </a:cubicBezTo>
                  <a:cubicBezTo>
                    <a:pt x="1930" y="11801"/>
                    <a:pt x="2013" y="11884"/>
                    <a:pt x="2108" y="11967"/>
                  </a:cubicBezTo>
                  <a:cubicBezTo>
                    <a:pt x="2180" y="12039"/>
                    <a:pt x="2299" y="12122"/>
                    <a:pt x="2382" y="12193"/>
                  </a:cubicBezTo>
                  <a:cubicBezTo>
                    <a:pt x="2477" y="12265"/>
                    <a:pt x="2549" y="12384"/>
                    <a:pt x="2644" y="12455"/>
                  </a:cubicBezTo>
                  <a:cubicBezTo>
                    <a:pt x="2727" y="12539"/>
                    <a:pt x="2799" y="12634"/>
                    <a:pt x="2906" y="12717"/>
                  </a:cubicBezTo>
                  <a:cubicBezTo>
                    <a:pt x="3013" y="12789"/>
                    <a:pt x="3120" y="12848"/>
                    <a:pt x="3216" y="12908"/>
                  </a:cubicBezTo>
                  <a:cubicBezTo>
                    <a:pt x="3311" y="12979"/>
                    <a:pt x="3442" y="13015"/>
                    <a:pt x="3549" y="13074"/>
                  </a:cubicBezTo>
                  <a:cubicBezTo>
                    <a:pt x="3656" y="13134"/>
                    <a:pt x="3787" y="13146"/>
                    <a:pt x="3894" y="13205"/>
                  </a:cubicBezTo>
                  <a:cubicBezTo>
                    <a:pt x="3989" y="13265"/>
                    <a:pt x="4085" y="13348"/>
                    <a:pt x="4204" y="13396"/>
                  </a:cubicBezTo>
                  <a:cubicBezTo>
                    <a:pt x="4311" y="13455"/>
                    <a:pt x="4442" y="13444"/>
                    <a:pt x="4561" y="13491"/>
                  </a:cubicBezTo>
                  <a:cubicBezTo>
                    <a:pt x="4668" y="13527"/>
                    <a:pt x="4763" y="13610"/>
                    <a:pt x="4882" y="13646"/>
                  </a:cubicBezTo>
                  <a:cubicBezTo>
                    <a:pt x="5002" y="13682"/>
                    <a:pt x="5097" y="13801"/>
                    <a:pt x="5216" y="13825"/>
                  </a:cubicBezTo>
                  <a:cubicBezTo>
                    <a:pt x="5240" y="13832"/>
                    <a:pt x="5266" y="13835"/>
                    <a:pt x="5292" y="13835"/>
                  </a:cubicBezTo>
                  <a:cubicBezTo>
                    <a:pt x="5374" y="13835"/>
                    <a:pt x="5462" y="13808"/>
                    <a:pt x="5542" y="13808"/>
                  </a:cubicBezTo>
                  <a:cubicBezTo>
                    <a:pt x="5561" y="13808"/>
                    <a:pt x="5579" y="13809"/>
                    <a:pt x="5597" y="13813"/>
                  </a:cubicBezTo>
                  <a:cubicBezTo>
                    <a:pt x="5716" y="13848"/>
                    <a:pt x="5823" y="13967"/>
                    <a:pt x="5942" y="13979"/>
                  </a:cubicBezTo>
                  <a:cubicBezTo>
                    <a:pt x="6061" y="13991"/>
                    <a:pt x="6192" y="13991"/>
                    <a:pt x="6311" y="14003"/>
                  </a:cubicBezTo>
                  <a:cubicBezTo>
                    <a:pt x="6335" y="14008"/>
                    <a:pt x="6360" y="14010"/>
                    <a:pt x="6385" y="14010"/>
                  </a:cubicBezTo>
                  <a:cubicBezTo>
                    <a:pt x="6486" y="14010"/>
                    <a:pt x="6597" y="13979"/>
                    <a:pt x="6692" y="13979"/>
                  </a:cubicBezTo>
                  <a:cubicBezTo>
                    <a:pt x="6823" y="13991"/>
                    <a:pt x="6942" y="14039"/>
                    <a:pt x="7061" y="14039"/>
                  </a:cubicBezTo>
                  <a:lnTo>
                    <a:pt x="7430" y="14039"/>
                  </a:lnTo>
                  <a:cubicBezTo>
                    <a:pt x="7549" y="14039"/>
                    <a:pt x="7669" y="13967"/>
                    <a:pt x="7788" y="13944"/>
                  </a:cubicBezTo>
                  <a:cubicBezTo>
                    <a:pt x="7797" y="13943"/>
                    <a:pt x="7806" y="13942"/>
                    <a:pt x="7815" y="13942"/>
                  </a:cubicBezTo>
                  <a:cubicBezTo>
                    <a:pt x="7917" y="13942"/>
                    <a:pt x="8027" y="13993"/>
                    <a:pt x="8129" y="13993"/>
                  </a:cubicBezTo>
                  <a:cubicBezTo>
                    <a:pt x="8138" y="13993"/>
                    <a:pt x="8147" y="13992"/>
                    <a:pt x="8157" y="13991"/>
                  </a:cubicBezTo>
                  <a:cubicBezTo>
                    <a:pt x="8276" y="13979"/>
                    <a:pt x="8383" y="13860"/>
                    <a:pt x="8502" y="13825"/>
                  </a:cubicBezTo>
                  <a:cubicBezTo>
                    <a:pt x="8621" y="13813"/>
                    <a:pt x="8752" y="13825"/>
                    <a:pt x="8871" y="13801"/>
                  </a:cubicBezTo>
                  <a:cubicBezTo>
                    <a:pt x="8990" y="13765"/>
                    <a:pt x="9097" y="13717"/>
                    <a:pt x="9216" y="13682"/>
                  </a:cubicBezTo>
                  <a:cubicBezTo>
                    <a:pt x="9335" y="13646"/>
                    <a:pt x="9466" y="13658"/>
                    <a:pt x="9585" y="13622"/>
                  </a:cubicBezTo>
                  <a:cubicBezTo>
                    <a:pt x="9693" y="13575"/>
                    <a:pt x="9812" y="13503"/>
                    <a:pt x="9919" y="13455"/>
                  </a:cubicBezTo>
                  <a:cubicBezTo>
                    <a:pt x="10038" y="13408"/>
                    <a:pt x="10157" y="13360"/>
                    <a:pt x="10264" y="13301"/>
                  </a:cubicBezTo>
                  <a:cubicBezTo>
                    <a:pt x="10383" y="13253"/>
                    <a:pt x="10466" y="13158"/>
                    <a:pt x="10574" y="13098"/>
                  </a:cubicBezTo>
                  <a:cubicBezTo>
                    <a:pt x="10681" y="13039"/>
                    <a:pt x="10800" y="12991"/>
                    <a:pt x="10895" y="12932"/>
                  </a:cubicBezTo>
                  <a:cubicBezTo>
                    <a:pt x="11002" y="12872"/>
                    <a:pt x="11098" y="12789"/>
                    <a:pt x="11193" y="12705"/>
                  </a:cubicBezTo>
                  <a:cubicBezTo>
                    <a:pt x="11288" y="12634"/>
                    <a:pt x="11371" y="12527"/>
                    <a:pt x="11467" y="12455"/>
                  </a:cubicBezTo>
                  <a:cubicBezTo>
                    <a:pt x="11574" y="12384"/>
                    <a:pt x="11693" y="12324"/>
                    <a:pt x="11776" y="12253"/>
                  </a:cubicBezTo>
                  <a:cubicBezTo>
                    <a:pt x="11871" y="12170"/>
                    <a:pt x="11907" y="12039"/>
                    <a:pt x="12002" y="11955"/>
                  </a:cubicBezTo>
                  <a:cubicBezTo>
                    <a:pt x="12086" y="11872"/>
                    <a:pt x="12229" y="11812"/>
                    <a:pt x="12300" y="11729"/>
                  </a:cubicBezTo>
                  <a:cubicBezTo>
                    <a:pt x="12371" y="11634"/>
                    <a:pt x="12419" y="11503"/>
                    <a:pt x="12491" y="11420"/>
                  </a:cubicBezTo>
                  <a:cubicBezTo>
                    <a:pt x="12562" y="11312"/>
                    <a:pt x="12657" y="11241"/>
                    <a:pt x="12729" y="11134"/>
                  </a:cubicBezTo>
                  <a:cubicBezTo>
                    <a:pt x="12800" y="11039"/>
                    <a:pt x="12883" y="10943"/>
                    <a:pt x="12943" y="10836"/>
                  </a:cubicBezTo>
                  <a:cubicBezTo>
                    <a:pt x="13003" y="10729"/>
                    <a:pt x="13074" y="10622"/>
                    <a:pt x="13133" y="10527"/>
                  </a:cubicBezTo>
                  <a:cubicBezTo>
                    <a:pt x="13193" y="10419"/>
                    <a:pt x="13264" y="10312"/>
                    <a:pt x="13324" y="10205"/>
                  </a:cubicBezTo>
                  <a:cubicBezTo>
                    <a:pt x="13384" y="10110"/>
                    <a:pt x="13384" y="9967"/>
                    <a:pt x="13431" y="9848"/>
                  </a:cubicBezTo>
                  <a:cubicBezTo>
                    <a:pt x="13467" y="9753"/>
                    <a:pt x="13610" y="9669"/>
                    <a:pt x="13657" y="9550"/>
                  </a:cubicBezTo>
                  <a:cubicBezTo>
                    <a:pt x="13693" y="9431"/>
                    <a:pt x="13741" y="9336"/>
                    <a:pt x="13788" y="9217"/>
                  </a:cubicBezTo>
                  <a:cubicBezTo>
                    <a:pt x="13836" y="9098"/>
                    <a:pt x="13788" y="8955"/>
                    <a:pt x="13812" y="8836"/>
                  </a:cubicBezTo>
                  <a:cubicBezTo>
                    <a:pt x="13848" y="8717"/>
                    <a:pt x="13860" y="8598"/>
                    <a:pt x="13895" y="8479"/>
                  </a:cubicBezTo>
                  <a:cubicBezTo>
                    <a:pt x="13919" y="8372"/>
                    <a:pt x="13931" y="8241"/>
                    <a:pt x="13955" y="8122"/>
                  </a:cubicBezTo>
                  <a:cubicBezTo>
                    <a:pt x="13967" y="8014"/>
                    <a:pt x="13991" y="7895"/>
                    <a:pt x="14015" y="7776"/>
                  </a:cubicBezTo>
                  <a:cubicBezTo>
                    <a:pt x="14026" y="7657"/>
                    <a:pt x="14038" y="7538"/>
                    <a:pt x="14038" y="7419"/>
                  </a:cubicBezTo>
                  <a:cubicBezTo>
                    <a:pt x="14050" y="7276"/>
                    <a:pt x="14074" y="7157"/>
                    <a:pt x="14074" y="7038"/>
                  </a:cubicBezTo>
                  <a:cubicBezTo>
                    <a:pt x="14074" y="6907"/>
                    <a:pt x="14098" y="6788"/>
                    <a:pt x="14086" y="6609"/>
                  </a:cubicBezTo>
                  <a:cubicBezTo>
                    <a:pt x="14086" y="6490"/>
                    <a:pt x="14110" y="6359"/>
                    <a:pt x="14098" y="6240"/>
                  </a:cubicBezTo>
                  <a:cubicBezTo>
                    <a:pt x="14086" y="6121"/>
                    <a:pt x="13955" y="6014"/>
                    <a:pt x="13931" y="5895"/>
                  </a:cubicBezTo>
                  <a:cubicBezTo>
                    <a:pt x="13919" y="5776"/>
                    <a:pt x="13991" y="5645"/>
                    <a:pt x="13967" y="5526"/>
                  </a:cubicBezTo>
                  <a:cubicBezTo>
                    <a:pt x="13955" y="5407"/>
                    <a:pt x="13919" y="5288"/>
                    <a:pt x="13895" y="5169"/>
                  </a:cubicBezTo>
                  <a:cubicBezTo>
                    <a:pt x="13860" y="5050"/>
                    <a:pt x="13824" y="4931"/>
                    <a:pt x="13788" y="4812"/>
                  </a:cubicBezTo>
                  <a:cubicBezTo>
                    <a:pt x="13753" y="4693"/>
                    <a:pt x="13693" y="4585"/>
                    <a:pt x="13657" y="4466"/>
                  </a:cubicBezTo>
                  <a:cubicBezTo>
                    <a:pt x="13610" y="4347"/>
                    <a:pt x="13514" y="4240"/>
                    <a:pt x="13467" y="4145"/>
                  </a:cubicBezTo>
                  <a:cubicBezTo>
                    <a:pt x="13431" y="4038"/>
                    <a:pt x="13431" y="3883"/>
                    <a:pt x="13372" y="3788"/>
                  </a:cubicBezTo>
                  <a:cubicBezTo>
                    <a:pt x="13312" y="3680"/>
                    <a:pt x="13169" y="3609"/>
                    <a:pt x="13110" y="3502"/>
                  </a:cubicBezTo>
                  <a:cubicBezTo>
                    <a:pt x="13050" y="3395"/>
                    <a:pt x="13026" y="3276"/>
                    <a:pt x="12967" y="3169"/>
                  </a:cubicBezTo>
                  <a:cubicBezTo>
                    <a:pt x="12907" y="3073"/>
                    <a:pt x="12836" y="2978"/>
                    <a:pt x="12752" y="2871"/>
                  </a:cubicBezTo>
                  <a:cubicBezTo>
                    <a:pt x="12681" y="2776"/>
                    <a:pt x="12598" y="2680"/>
                    <a:pt x="12514" y="2597"/>
                  </a:cubicBezTo>
                  <a:cubicBezTo>
                    <a:pt x="12443" y="2502"/>
                    <a:pt x="12336" y="2418"/>
                    <a:pt x="12264" y="2323"/>
                  </a:cubicBezTo>
                  <a:cubicBezTo>
                    <a:pt x="12181" y="2240"/>
                    <a:pt x="12098" y="2145"/>
                    <a:pt x="12014" y="2061"/>
                  </a:cubicBezTo>
                  <a:cubicBezTo>
                    <a:pt x="11943" y="1966"/>
                    <a:pt x="11848" y="1883"/>
                    <a:pt x="11764" y="1799"/>
                  </a:cubicBezTo>
                  <a:cubicBezTo>
                    <a:pt x="11669" y="1728"/>
                    <a:pt x="11621" y="1585"/>
                    <a:pt x="11538" y="1502"/>
                  </a:cubicBezTo>
                  <a:cubicBezTo>
                    <a:pt x="11431" y="1430"/>
                    <a:pt x="11312" y="1406"/>
                    <a:pt x="11205" y="1323"/>
                  </a:cubicBezTo>
                  <a:cubicBezTo>
                    <a:pt x="11121" y="1252"/>
                    <a:pt x="11002" y="1192"/>
                    <a:pt x="10895" y="1133"/>
                  </a:cubicBezTo>
                  <a:cubicBezTo>
                    <a:pt x="10788" y="1061"/>
                    <a:pt x="10669" y="1025"/>
                    <a:pt x="10574" y="966"/>
                  </a:cubicBezTo>
                  <a:cubicBezTo>
                    <a:pt x="10466" y="906"/>
                    <a:pt x="10347" y="871"/>
                    <a:pt x="10240" y="811"/>
                  </a:cubicBezTo>
                  <a:cubicBezTo>
                    <a:pt x="10121" y="763"/>
                    <a:pt x="10050" y="656"/>
                    <a:pt x="9931" y="609"/>
                  </a:cubicBezTo>
                  <a:cubicBezTo>
                    <a:pt x="9824" y="573"/>
                    <a:pt x="9704" y="537"/>
                    <a:pt x="9585" y="490"/>
                  </a:cubicBezTo>
                  <a:cubicBezTo>
                    <a:pt x="9466" y="454"/>
                    <a:pt x="9359" y="394"/>
                    <a:pt x="9240" y="347"/>
                  </a:cubicBezTo>
                  <a:cubicBezTo>
                    <a:pt x="9145" y="311"/>
                    <a:pt x="9038" y="216"/>
                    <a:pt x="8919" y="180"/>
                  </a:cubicBezTo>
                  <a:cubicBezTo>
                    <a:pt x="8800" y="156"/>
                    <a:pt x="8681" y="132"/>
                    <a:pt x="8561" y="109"/>
                  </a:cubicBezTo>
                  <a:cubicBezTo>
                    <a:pt x="8533" y="100"/>
                    <a:pt x="8505" y="97"/>
                    <a:pt x="8475" y="97"/>
                  </a:cubicBezTo>
                  <a:cubicBezTo>
                    <a:pt x="8393" y="97"/>
                    <a:pt x="8307" y="122"/>
                    <a:pt x="8226" y="122"/>
                  </a:cubicBezTo>
                  <a:cubicBezTo>
                    <a:pt x="8215" y="122"/>
                    <a:pt x="8204" y="122"/>
                    <a:pt x="8192" y="121"/>
                  </a:cubicBezTo>
                  <a:cubicBezTo>
                    <a:pt x="8073" y="109"/>
                    <a:pt x="7954" y="49"/>
                    <a:pt x="7835" y="37"/>
                  </a:cubicBezTo>
                  <a:cubicBezTo>
                    <a:pt x="7692" y="13"/>
                    <a:pt x="7573" y="1"/>
                    <a:pt x="7454" y="1"/>
                  </a:cubicBezTo>
                  <a:cubicBezTo>
                    <a:pt x="7445" y="1"/>
                    <a:pt x="7436" y="0"/>
                    <a:pt x="742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2038;p44">
              <a:extLst>
                <a:ext uri="{FF2B5EF4-FFF2-40B4-BE49-F238E27FC236}">
                  <a16:creationId xmlns:a16="http://schemas.microsoft.com/office/drawing/2014/main" id="{1E69706D-C549-E3D6-D20B-599B572AC6C0}"/>
                </a:ext>
              </a:extLst>
            </p:cNvPr>
            <p:cNvSpPr/>
            <p:nvPr/>
          </p:nvSpPr>
          <p:spPr>
            <a:xfrm>
              <a:off x="2189498" y="2331458"/>
              <a:ext cx="59818" cy="53030"/>
            </a:xfrm>
            <a:custGeom>
              <a:avLst/>
              <a:gdLst/>
              <a:ahLst/>
              <a:cxnLst/>
              <a:rect l="l" t="t" r="r" b="b"/>
              <a:pathLst>
                <a:path w="1596" h="1397" extrusionOk="0">
                  <a:moveTo>
                    <a:pt x="799" y="1"/>
                  </a:moveTo>
                  <a:cubicBezTo>
                    <a:pt x="572" y="1"/>
                    <a:pt x="349" y="109"/>
                    <a:pt x="215" y="310"/>
                  </a:cubicBezTo>
                  <a:cubicBezTo>
                    <a:pt x="0" y="632"/>
                    <a:pt x="96" y="1072"/>
                    <a:pt x="417" y="1286"/>
                  </a:cubicBezTo>
                  <a:cubicBezTo>
                    <a:pt x="535" y="1360"/>
                    <a:pt x="666" y="1396"/>
                    <a:pt x="797" y="1396"/>
                  </a:cubicBezTo>
                  <a:cubicBezTo>
                    <a:pt x="1023" y="1396"/>
                    <a:pt x="1246" y="1288"/>
                    <a:pt x="1382" y="1084"/>
                  </a:cubicBezTo>
                  <a:cubicBezTo>
                    <a:pt x="1596" y="763"/>
                    <a:pt x="1513" y="322"/>
                    <a:pt x="1191" y="120"/>
                  </a:cubicBezTo>
                  <a:cubicBezTo>
                    <a:pt x="1071" y="39"/>
                    <a:pt x="934" y="1"/>
                    <a:pt x="7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2039;p44">
              <a:extLst>
                <a:ext uri="{FF2B5EF4-FFF2-40B4-BE49-F238E27FC236}">
                  <a16:creationId xmlns:a16="http://schemas.microsoft.com/office/drawing/2014/main" id="{8BDBF780-89B7-0C33-996B-1CD6FED06D9E}"/>
                </a:ext>
              </a:extLst>
            </p:cNvPr>
            <p:cNvSpPr/>
            <p:nvPr/>
          </p:nvSpPr>
          <p:spPr>
            <a:xfrm>
              <a:off x="2065890" y="2202886"/>
              <a:ext cx="307036" cy="310361"/>
            </a:xfrm>
            <a:custGeom>
              <a:avLst/>
              <a:gdLst/>
              <a:ahLst/>
              <a:cxnLst/>
              <a:rect l="l" t="t" r="r" b="b"/>
              <a:pathLst>
                <a:path w="8192" h="8176" extrusionOk="0">
                  <a:moveTo>
                    <a:pt x="4089" y="2384"/>
                  </a:moveTo>
                  <a:cubicBezTo>
                    <a:pt x="4309" y="2384"/>
                    <a:pt x="4530" y="2428"/>
                    <a:pt x="4739" y="2518"/>
                  </a:cubicBezTo>
                  <a:cubicBezTo>
                    <a:pt x="5858" y="2995"/>
                    <a:pt x="6156" y="4400"/>
                    <a:pt x="5299" y="5281"/>
                  </a:cubicBezTo>
                  <a:cubicBezTo>
                    <a:pt x="4980" y="5616"/>
                    <a:pt x="4543" y="5790"/>
                    <a:pt x="4100" y="5790"/>
                  </a:cubicBezTo>
                  <a:cubicBezTo>
                    <a:pt x="3881" y="5790"/>
                    <a:pt x="3661" y="5748"/>
                    <a:pt x="3453" y="5662"/>
                  </a:cubicBezTo>
                  <a:cubicBezTo>
                    <a:pt x="2346" y="5185"/>
                    <a:pt x="2048" y="3769"/>
                    <a:pt x="2894" y="2888"/>
                  </a:cubicBezTo>
                  <a:cubicBezTo>
                    <a:pt x="3212" y="2561"/>
                    <a:pt x="3647" y="2384"/>
                    <a:pt x="4089" y="2384"/>
                  </a:cubicBezTo>
                  <a:close/>
                  <a:moveTo>
                    <a:pt x="3819" y="0"/>
                  </a:moveTo>
                  <a:cubicBezTo>
                    <a:pt x="3804" y="0"/>
                    <a:pt x="3789" y="2"/>
                    <a:pt x="3775" y="6"/>
                  </a:cubicBezTo>
                  <a:lnTo>
                    <a:pt x="2798" y="197"/>
                  </a:lnTo>
                  <a:cubicBezTo>
                    <a:pt x="2715" y="209"/>
                    <a:pt x="2644" y="304"/>
                    <a:pt x="2644" y="399"/>
                  </a:cubicBezTo>
                  <a:lnTo>
                    <a:pt x="2656" y="1399"/>
                  </a:lnTo>
                  <a:cubicBezTo>
                    <a:pt x="2477" y="1494"/>
                    <a:pt x="2310" y="1602"/>
                    <a:pt x="2144" y="1745"/>
                  </a:cubicBezTo>
                  <a:lnTo>
                    <a:pt x="1227" y="1352"/>
                  </a:lnTo>
                  <a:cubicBezTo>
                    <a:pt x="1203" y="1346"/>
                    <a:pt x="1179" y="1343"/>
                    <a:pt x="1156" y="1343"/>
                  </a:cubicBezTo>
                  <a:cubicBezTo>
                    <a:pt x="1085" y="1343"/>
                    <a:pt x="1018" y="1369"/>
                    <a:pt x="965" y="1423"/>
                  </a:cubicBezTo>
                  <a:lnTo>
                    <a:pt x="417" y="2245"/>
                  </a:lnTo>
                  <a:cubicBezTo>
                    <a:pt x="370" y="2316"/>
                    <a:pt x="370" y="2447"/>
                    <a:pt x="453" y="2495"/>
                  </a:cubicBezTo>
                  <a:lnTo>
                    <a:pt x="1167" y="3197"/>
                  </a:lnTo>
                  <a:cubicBezTo>
                    <a:pt x="1108" y="3388"/>
                    <a:pt x="1060" y="3602"/>
                    <a:pt x="1048" y="3804"/>
                  </a:cubicBezTo>
                  <a:lnTo>
                    <a:pt x="131" y="4185"/>
                  </a:lnTo>
                  <a:cubicBezTo>
                    <a:pt x="48" y="4209"/>
                    <a:pt x="0" y="4316"/>
                    <a:pt x="24" y="4400"/>
                  </a:cubicBezTo>
                  <a:lnTo>
                    <a:pt x="215" y="5376"/>
                  </a:lnTo>
                  <a:cubicBezTo>
                    <a:pt x="227" y="5459"/>
                    <a:pt x="322" y="5543"/>
                    <a:pt x="417" y="5543"/>
                  </a:cubicBezTo>
                  <a:lnTo>
                    <a:pt x="1405" y="5519"/>
                  </a:lnTo>
                  <a:cubicBezTo>
                    <a:pt x="1489" y="5697"/>
                    <a:pt x="1608" y="5864"/>
                    <a:pt x="1739" y="6031"/>
                  </a:cubicBezTo>
                  <a:lnTo>
                    <a:pt x="1358" y="6948"/>
                  </a:lnTo>
                  <a:cubicBezTo>
                    <a:pt x="1322" y="7043"/>
                    <a:pt x="1358" y="7138"/>
                    <a:pt x="1429" y="7198"/>
                  </a:cubicBezTo>
                  <a:lnTo>
                    <a:pt x="2251" y="7757"/>
                  </a:lnTo>
                  <a:cubicBezTo>
                    <a:pt x="2280" y="7772"/>
                    <a:pt x="2318" y="7781"/>
                    <a:pt x="2356" y="7781"/>
                  </a:cubicBezTo>
                  <a:cubicBezTo>
                    <a:pt x="2411" y="7781"/>
                    <a:pt x="2466" y="7763"/>
                    <a:pt x="2501" y="7721"/>
                  </a:cubicBezTo>
                  <a:lnTo>
                    <a:pt x="3191" y="7007"/>
                  </a:lnTo>
                  <a:cubicBezTo>
                    <a:pt x="3394" y="7067"/>
                    <a:pt x="3596" y="7114"/>
                    <a:pt x="3799" y="7126"/>
                  </a:cubicBezTo>
                  <a:lnTo>
                    <a:pt x="4168" y="8055"/>
                  </a:lnTo>
                  <a:cubicBezTo>
                    <a:pt x="4200" y="8130"/>
                    <a:pt x="4280" y="8176"/>
                    <a:pt x="4365" y="8176"/>
                  </a:cubicBezTo>
                  <a:cubicBezTo>
                    <a:pt x="4374" y="8176"/>
                    <a:pt x="4384" y="8175"/>
                    <a:pt x="4394" y="8174"/>
                  </a:cubicBezTo>
                  <a:lnTo>
                    <a:pt x="5358" y="7971"/>
                  </a:lnTo>
                  <a:cubicBezTo>
                    <a:pt x="5454" y="7960"/>
                    <a:pt x="5525" y="7876"/>
                    <a:pt x="5525" y="7769"/>
                  </a:cubicBezTo>
                  <a:lnTo>
                    <a:pt x="5513" y="6769"/>
                  </a:lnTo>
                  <a:cubicBezTo>
                    <a:pt x="5692" y="6662"/>
                    <a:pt x="5870" y="6567"/>
                    <a:pt x="6025" y="6412"/>
                  </a:cubicBezTo>
                  <a:lnTo>
                    <a:pt x="6954" y="6805"/>
                  </a:lnTo>
                  <a:cubicBezTo>
                    <a:pt x="6978" y="6811"/>
                    <a:pt x="7001" y="6814"/>
                    <a:pt x="7025" y="6814"/>
                  </a:cubicBezTo>
                  <a:cubicBezTo>
                    <a:pt x="7094" y="6814"/>
                    <a:pt x="7159" y="6787"/>
                    <a:pt x="7204" y="6733"/>
                  </a:cubicBezTo>
                  <a:lnTo>
                    <a:pt x="7763" y="5912"/>
                  </a:lnTo>
                  <a:cubicBezTo>
                    <a:pt x="7823" y="5840"/>
                    <a:pt x="7799" y="5733"/>
                    <a:pt x="7728" y="5662"/>
                  </a:cubicBezTo>
                  <a:lnTo>
                    <a:pt x="7013" y="4959"/>
                  </a:lnTo>
                  <a:cubicBezTo>
                    <a:pt x="7073" y="4769"/>
                    <a:pt x="7120" y="4554"/>
                    <a:pt x="7132" y="4364"/>
                  </a:cubicBezTo>
                  <a:lnTo>
                    <a:pt x="8061" y="3995"/>
                  </a:lnTo>
                  <a:cubicBezTo>
                    <a:pt x="8144" y="3959"/>
                    <a:pt x="8192" y="3852"/>
                    <a:pt x="8180" y="3769"/>
                  </a:cubicBezTo>
                  <a:lnTo>
                    <a:pt x="7978" y="2804"/>
                  </a:lnTo>
                  <a:cubicBezTo>
                    <a:pt x="7966" y="2709"/>
                    <a:pt x="7882" y="2637"/>
                    <a:pt x="7775" y="2637"/>
                  </a:cubicBezTo>
                  <a:lnTo>
                    <a:pt x="6775" y="2649"/>
                  </a:lnTo>
                  <a:cubicBezTo>
                    <a:pt x="6668" y="2471"/>
                    <a:pt x="6549" y="2292"/>
                    <a:pt x="6418" y="2126"/>
                  </a:cubicBezTo>
                  <a:lnTo>
                    <a:pt x="6811" y="1221"/>
                  </a:lnTo>
                  <a:cubicBezTo>
                    <a:pt x="6835" y="1125"/>
                    <a:pt x="6811" y="1030"/>
                    <a:pt x="6727" y="971"/>
                  </a:cubicBezTo>
                  <a:lnTo>
                    <a:pt x="5918" y="423"/>
                  </a:lnTo>
                  <a:cubicBezTo>
                    <a:pt x="5880" y="402"/>
                    <a:pt x="5836" y="390"/>
                    <a:pt x="5792" y="390"/>
                  </a:cubicBezTo>
                  <a:cubicBezTo>
                    <a:pt x="5739" y="390"/>
                    <a:pt x="5689" y="407"/>
                    <a:pt x="5656" y="447"/>
                  </a:cubicBezTo>
                  <a:lnTo>
                    <a:pt x="4965" y="1161"/>
                  </a:lnTo>
                  <a:cubicBezTo>
                    <a:pt x="4763" y="1102"/>
                    <a:pt x="4561" y="1078"/>
                    <a:pt x="4370" y="1042"/>
                  </a:cubicBezTo>
                  <a:lnTo>
                    <a:pt x="3989" y="125"/>
                  </a:lnTo>
                  <a:cubicBezTo>
                    <a:pt x="3969" y="46"/>
                    <a:pt x="3892" y="0"/>
                    <a:pt x="3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2040;p44">
              <a:extLst>
                <a:ext uri="{FF2B5EF4-FFF2-40B4-BE49-F238E27FC236}">
                  <a16:creationId xmlns:a16="http://schemas.microsoft.com/office/drawing/2014/main" id="{F8DE1547-037D-562F-ED3A-5A23A87E8731}"/>
                </a:ext>
              </a:extLst>
            </p:cNvPr>
            <p:cNvSpPr/>
            <p:nvPr/>
          </p:nvSpPr>
          <p:spPr>
            <a:xfrm>
              <a:off x="2385853" y="1818042"/>
              <a:ext cx="311496" cy="311955"/>
            </a:xfrm>
            <a:custGeom>
              <a:avLst/>
              <a:gdLst/>
              <a:ahLst/>
              <a:cxnLst/>
              <a:rect l="l" t="t" r="r" b="b"/>
              <a:pathLst>
                <a:path w="8311" h="8218" extrusionOk="0">
                  <a:moveTo>
                    <a:pt x="6989" y="0"/>
                  </a:moveTo>
                  <a:lnTo>
                    <a:pt x="6989" y="24"/>
                  </a:lnTo>
                  <a:lnTo>
                    <a:pt x="1322" y="24"/>
                  </a:lnTo>
                  <a:cubicBezTo>
                    <a:pt x="548" y="24"/>
                    <a:pt x="0" y="536"/>
                    <a:pt x="0" y="1346"/>
                  </a:cubicBezTo>
                  <a:lnTo>
                    <a:pt x="0" y="5048"/>
                  </a:lnTo>
                  <a:cubicBezTo>
                    <a:pt x="0" y="5775"/>
                    <a:pt x="500" y="6370"/>
                    <a:pt x="1322" y="6370"/>
                  </a:cubicBezTo>
                  <a:lnTo>
                    <a:pt x="1631" y="6370"/>
                  </a:lnTo>
                  <a:cubicBezTo>
                    <a:pt x="1810" y="6370"/>
                    <a:pt x="1977" y="6537"/>
                    <a:pt x="2024" y="6751"/>
                  </a:cubicBezTo>
                  <a:lnTo>
                    <a:pt x="2274" y="8025"/>
                  </a:lnTo>
                  <a:cubicBezTo>
                    <a:pt x="2303" y="8153"/>
                    <a:pt x="2366" y="8218"/>
                    <a:pt x="2445" y="8218"/>
                  </a:cubicBezTo>
                  <a:cubicBezTo>
                    <a:pt x="2498" y="8218"/>
                    <a:pt x="2558" y="8189"/>
                    <a:pt x="2620" y="8132"/>
                  </a:cubicBezTo>
                  <a:lnTo>
                    <a:pt x="4084" y="6644"/>
                  </a:lnTo>
                  <a:cubicBezTo>
                    <a:pt x="4239" y="6489"/>
                    <a:pt x="4525" y="6370"/>
                    <a:pt x="4727" y="6370"/>
                  </a:cubicBezTo>
                  <a:lnTo>
                    <a:pt x="6989" y="6370"/>
                  </a:lnTo>
                  <a:cubicBezTo>
                    <a:pt x="7775" y="6370"/>
                    <a:pt x="8311" y="5715"/>
                    <a:pt x="8311" y="5048"/>
                  </a:cubicBezTo>
                  <a:lnTo>
                    <a:pt x="8311" y="1334"/>
                  </a:lnTo>
                  <a:cubicBezTo>
                    <a:pt x="8311" y="560"/>
                    <a:pt x="7751" y="0"/>
                    <a:pt x="69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2041;p44">
              <a:extLst>
                <a:ext uri="{FF2B5EF4-FFF2-40B4-BE49-F238E27FC236}">
                  <a16:creationId xmlns:a16="http://schemas.microsoft.com/office/drawing/2014/main" id="{F18DD229-AD68-B9DF-8D06-D89D0EAEB239}"/>
                </a:ext>
              </a:extLst>
            </p:cNvPr>
            <p:cNvSpPr/>
            <p:nvPr/>
          </p:nvSpPr>
          <p:spPr>
            <a:xfrm>
              <a:off x="2452342" y="1848220"/>
              <a:ext cx="176756" cy="175109"/>
            </a:xfrm>
            <a:custGeom>
              <a:avLst/>
              <a:gdLst/>
              <a:ahLst/>
              <a:cxnLst/>
              <a:rect l="l" t="t" r="r" b="b"/>
              <a:pathLst>
                <a:path w="4716" h="4613" extrusionOk="0">
                  <a:moveTo>
                    <a:pt x="2372" y="0"/>
                  </a:moveTo>
                  <a:cubicBezTo>
                    <a:pt x="2335" y="0"/>
                    <a:pt x="2299" y="1"/>
                    <a:pt x="2262" y="3"/>
                  </a:cubicBezTo>
                  <a:cubicBezTo>
                    <a:pt x="988" y="50"/>
                    <a:pt x="0" y="1134"/>
                    <a:pt x="60" y="2408"/>
                  </a:cubicBezTo>
                  <a:cubicBezTo>
                    <a:pt x="106" y="3652"/>
                    <a:pt x="1129" y="4612"/>
                    <a:pt x="2364" y="4612"/>
                  </a:cubicBezTo>
                  <a:cubicBezTo>
                    <a:pt x="2393" y="4612"/>
                    <a:pt x="2423" y="4612"/>
                    <a:pt x="2453" y="4611"/>
                  </a:cubicBezTo>
                  <a:cubicBezTo>
                    <a:pt x="3727" y="4551"/>
                    <a:pt x="4715" y="3479"/>
                    <a:pt x="4668" y="2205"/>
                  </a:cubicBezTo>
                  <a:cubicBezTo>
                    <a:pt x="4610" y="968"/>
                    <a:pt x="3597" y="0"/>
                    <a:pt x="237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2042;p44">
              <a:extLst>
                <a:ext uri="{FF2B5EF4-FFF2-40B4-BE49-F238E27FC236}">
                  <a16:creationId xmlns:a16="http://schemas.microsoft.com/office/drawing/2014/main" id="{36E2408E-3AB1-7D11-8530-211D448563C1}"/>
                </a:ext>
              </a:extLst>
            </p:cNvPr>
            <p:cNvSpPr/>
            <p:nvPr/>
          </p:nvSpPr>
          <p:spPr>
            <a:xfrm>
              <a:off x="2491620" y="1882195"/>
              <a:ext cx="100409" cy="130203"/>
            </a:xfrm>
            <a:custGeom>
              <a:avLst/>
              <a:gdLst/>
              <a:ahLst/>
              <a:cxnLst/>
              <a:rect l="l" t="t" r="r" b="b"/>
              <a:pathLst>
                <a:path w="2679" h="3430" extrusionOk="0">
                  <a:moveTo>
                    <a:pt x="1345" y="1"/>
                  </a:moveTo>
                  <a:cubicBezTo>
                    <a:pt x="941" y="1"/>
                    <a:pt x="631" y="310"/>
                    <a:pt x="572" y="715"/>
                  </a:cubicBezTo>
                  <a:cubicBezTo>
                    <a:pt x="524" y="1025"/>
                    <a:pt x="607" y="1334"/>
                    <a:pt x="714" y="1620"/>
                  </a:cubicBezTo>
                  <a:cubicBezTo>
                    <a:pt x="762" y="1703"/>
                    <a:pt x="810" y="1799"/>
                    <a:pt x="869" y="1882"/>
                  </a:cubicBezTo>
                  <a:lnTo>
                    <a:pt x="869" y="2084"/>
                  </a:lnTo>
                  <a:cubicBezTo>
                    <a:pt x="869" y="2144"/>
                    <a:pt x="833" y="2180"/>
                    <a:pt x="786" y="2215"/>
                  </a:cubicBezTo>
                  <a:lnTo>
                    <a:pt x="274" y="2501"/>
                  </a:lnTo>
                  <a:cubicBezTo>
                    <a:pt x="107" y="2584"/>
                    <a:pt x="0" y="2751"/>
                    <a:pt x="0" y="2930"/>
                  </a:cubicBezTo>
                  <a:cubicBezTo>
                    <a:pt x="357" y="3251"/>
                    <a:pt x="833" y="3430"/>
                    <a:pt x="1345" y="3430"/>
                  </a:cubicBezTo>
                  <a:cubicBezTo>
                    <a:pt x="1845" y="3430"/>
                    <a:pt x="2322" y="3239"/>
                    <a:pt x="2679" y="2930"/>
                  </a:cubicBezTo>
                  <a:cubicBezTo>
                    <a:pt x="2667" y="2751"/>
                    <a:pt x="2560" y="2584"/>
                    <a:pt x="2393" y="2501"/>
                  </a:cubicBezTo>
                  <a:lnTo>
                    <a:pt x="1845" y="2215"/>
                  </a:lnTo>
                  <a:cubicBezTo>
                    <a:pt x="1786" y="2180"/>
                    <a:pt x="1762" y="2144"/>
                    <a:pt x="1762" y="2084"/>
                  </a:cubicBezTo>
                  <a:cubicBezTo>
                    <a:pt x="1762" y="1989"/>
                    <a:pt x="1738" y="1918"/>
                    <a:pt x="1786" y="1846"/>
                  </a:cubicBezTo>
                  <a:cubicBezTo>
                    <a:pt x="2084" y="1406"/>
                    <a:pt x="2131" y="1072"/>
                    <a:pt x="2060" y="632"/>
                  </a:cubicBezTo>
                  <a:cubicBezTo>
                    <a:pt x="2000" y="263"/>
                    <a:pt x="1738" y="1"/>
                    <a:pt x="13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2043;p44">
              <a:extLst>
                <a:ext uri="{FF2B5EF4-FFF2-40B4-BE49-F238E27FC236}">
                  <a16:creationId xmlns:a16="http://schemas.microsoft.com/office/drawing/2014/main" id="{1A842E6E-EDAF-08FF-8804-D7BF956F758B}"/>
                </a:ext>
              </a:extLst>
            </p:cNvPr>
            <p:cNvSpPr/>
            <p:nvPr/>
          </p:nvSpPr>
          <p:spPr>
            <a:xfrm>
              <a:off x="809277" y="4270860"/>
              <a:ext cx="394514" cy="335263"/>
            </a:xfrm>
            <a:custGeom>
              <a:avLst/>
              <a:gdLst/>
              <a:ahLst/>
              <a:cxnLst/>
              <a:rect l="l" t="t" r="r" b="b"/>
              <a:pathLst>
                <a:path w="10526" h="8832" extrusionOk="0">
                  <a:moveTo>
                    <a:pt x="8740" y="0"/>
                  </a:moveTo>
                  <a:lnTo>
                    <a:pt x="727" y="6263"/>
                  </a:lnTo>
                  <a:cubicBezTo>
                    <a:pt x="108" y="6751"/>
                    <a:pt x="0" y="7656"/>
                    <a:pt x="489" y="8287"/>
                  </a:cubicBezTo>
                  <a:cubicBezTo>
                    <a:pt x="777" y="8644"/>
                    <a:pt x="1201" y="8831"/>
                    <a:pt x="1627" y="8831"/>
                  </a:cubicBezTo>
                  <a:cubicBezTo>
                    <a:pt x="1938" y="8831"/>
                    <a:pt x="2251" y="8731"/>
                    <a:pt x="2513" y="8525"/>
                  </a:cubicBezTo>
                  <a:lnTo>
                    <a:pt x="10526" y="2262"/>
                  </a:lnTo>
                  <a:cubicBezTo>
                    <a:pt x="9895" y="1524"/>
                    <a:pt x="9359" y="738"/>
                    <a:pt x="87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2044;p44">
              <a:extLst>
                <a:ext uri="{FF2B5EF4-FFF2-40B4-BE49-F238E27FC236}">
                  <a16:creationId xmlns:a16="http://schemas.microsoft.com/office/drawing/2014/main" id="{D16CE663-0E91-6B6F-AB82-B49FFE76E5B0}"/>
                </a:ext>
              </a:extLst>
            </p:cNvPr>
            <p:cNvSpPr/>
            <p:nvPr/>
          </p:nvSpPr>
          <p:spPr>
            <a:xfrm>
              <a:off x="724048" y="4314818"/>
              <a:ext cx="373076" cy="329834"/>
            </a:xfrm>
            <a:custGeom>
              <a:avLst/>
              <a:gdLst/>
              <a:ahLst/>
              <a:cxnLst/>
              <a:rect l="l" t="t" r="r" b="b"/>
              <a:pathLst>
                <a:path w="9954" h="8689" extrusionOk="0">
                  <a:moveTo>
                    <a:pt x="8507" y="1"/>
                  </a:moveTo>
                  <a:cubicBezTo>
                    <a:pt x="8343" y="1"/>
                    <a:pt x="8176" y="55"/>
                    <a:pt x="8037" y="164"/>
                  </a:cubicBezTo>
                  <a:lnTo>
                    <a:pt x="1143" y="5712"/>
                  </a:lnTo>
                  <a:cubicBezTo>
                    <a:pt x="250" y="6426"/>
                    <a:pt x="0" y="7712"/>
                    <a:pt x="608" y="8665"/>
                  </a:cubicBezTo>
                  <a:cubicBezTo>
                    <a:pt x="608" y="8677"/>
                    <a:pt x="619" y="8677"/>
                    <a:pt x="619" y="8689"/>
                  </a:cubicBezTo>
                  <a:lnTo>
                    <a:pt x="9954" y="1426"/>
                  </a:lnTo>
                  <a:cubicBezTo>
                    <a:pt x="9668" y="1045"/>
                    <a:pt x="9371" y="652"/>
                    <a:pt x="9073" y="283"/>
                  </a:cubicBezTo>
                  <a:cubicBezTo>
                    <a:pt x="8931" y="94"/>
                    <a:pt x="8721" y="1"/>
                    <a:pt x="8507" y="1"/>
                  </a:cubicBezTo>
                  <a:close/>
                </a:path>
              </a:pathLst>
            </a:custGeom>
            <a:solidFill>
              <a:srgbClr val="6B72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2045;p44">
              <a:extLst>
                <a:ext uri="{FF2B5EF4-FFF2-40B4-BE49-F238E27FC236}">
                  <a16:creationId xmlns:a16="http://schemas.microsoft.com/office/drawing/2014/main" id="{54AFB3B9-6765-CB87-6540-32B563863DBB}"/>
                </a:ext>
              </a:extLst>
            </p:cNvPr>
            <p:cNvSpPr/>
            <p:nvPr/>
          </p:nvSpPr>
          <p:spPr>
            <a:xfrm>
              <a:off x="748148" y="4368912"/>
              <a:ext cx="394065" cy="313170"/>
            </a:xfrm>
            <a:custGeom>
              <a:avLst/>
              <a:gdLst/>
              <a:ahLst/>
              <a:cxnLst/>
              <a:rect l="l" t="t" r="r" b="b"/>
              <a:pathLst>
                <a:path w="10514" h="8250" extrusionOk="0">
                  <a:moveTo>
                    <a:pt x="9323" y="1"/>
                  </a:moveTo>
                  <a:lnTo>
                    <a:pt x="0" y="7264"/>
                  </a:lnTo>
                  <a:cubicBezTo>
                    <a:pt x="428" y="7912"/>
                    <a:pt x="1133" y="8249"/>
                    <a:pt x="1842" y="8249"/>
                  </a:cubicBezTo>
                  <a:cubicBezTo>
                    <a:pt x="2318" y="8249"/>
                    <a:pt x="2795" y="8098"/>
                    <a:pt x="3191" y="7788"/>
                  </a:cubicBezTo>
                  <a:lnTo>
                    <a:pt x="10240" y="2096"/>
                  </a:lnTo>
                  <a:cubicBezTo>
                    <a:pt x="10490" y="1906"/>
                    <a:pt x="10514" y="1549"/>
                    <a:pt x="10323" y="1299"/>
                  </a:cubicBezTo>
                  <a:cubicBezTo>
                    <a:pt x="9978" y="882"/>
                    <a:pt x="9656" y="441"/>
                    <a:pt x="9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2046;p44">
              <a:extLst>
                <a:ext uri="{FF2B5EF4-FFF2-40B4-BE49-F238E27FC236}">
                  <a16:creationId xmlns:a16="http://schemas.microsoft.com/office/drawing/2014/main" id="{81D72518-F49A-D33F-FDAE-423B89D8817D}"/>
                </a:ext>
              </a:extLst>
            </p:cNvPr>
            <p:cNvSpPr/>
            <p:nvPr/>
          </p:nvSpPr>
          <p:spPr>
            <a:xfrm>
              <a:off x="1124330" y="3919232"/>
              <a:ext cx="471274" cy="480004"/>
            </a:xfrm>
            <a:custGeom>
              <a:avLst/>
              <a:gdLst/>
              <a:ahLst/>
              <a:cxnLst/>
              <a:rect l="l" t="t" r="r" b="b"/>
              <a:pathLst>
                <a:path w="12574" h="12645" extrusionOk="0">
                  <a:moveTo>
                    <a:pt x="6156" y="0"/>
                  </a:moveTo>
                  <a:cubicBezTo>
                    <a:pt x="6072" y="0"/>
                    <a:pt x="6013" y="72"/>
                    <a:pt x="5941" y="72"/>
                  </a:cubicBezTo>
                  <a:cubicBezTo>
                    <a:pt x="5870" y="95"/>
                    <a:pt x="5811" y="119"/>
                    <a:pt x="5739" y="119"/>
                  </a:cubicBezTo>
                  <a:cubicBezTo>
                    <a:pt x="5709" y="125"/>
                    <a:pt x="5674" y="125"/>
                    <a:pt x="5636" y="125"/>
                  </a:cubicBezTo>
                  <a:cubicBezTo>
                    <a:pt x="5599" y="125"/>
                    <a:pt x="5560" y="125"/>
                    <a:pt x="5525" y="131"/>
                  </a:cubicBezTo>
                  <a:cubicBezTo>
                    <a:pt x="5453" y="155"/>
                    <a:pt x="5394" y="167"/>
                    <a:pt x="5322" y="179"/>
                  </a:cubicBezTo>
                  <a:cubicBezTo>
                    <a:pt x="5293" y="185"/>
                    <a:pt x="5257" y="185"/>
                    <a:pt x="5220" y="185"/>
                  </a:cubicBezTo>
                  <a:cubicBezTo>
                    <a:pt x="5182" y="185"/>
                    <a:pt x="5144" y="185"/>
                    <a:pt x="5108" y="191"/>
                  </a:cubicBezTo>
                  <a:cubicBezTo>
                    <a:pt x="5072" y="203"/>
                    <a:pt x="5037" y="203"/>
                    <a:pt x="4999" y="203"/>
                  </a:cubicBezTo>
                  <a:cubicBezTo>
                    <a:pt x="4962" y="203"/>
                    <a:pt x="4923" y="203"/>
                    <a:pt x="4882" y="214"/>
                  </a:cubicBezTo>
                  <a:cubicBezTo>
                    <a:pt x="4810" y="226"/>
                    <a:pt x="4751" y="274"/>
                    <a:pt x="4679" y="286"/>
                  </a:cubicBezTo>
                  <a:cubicBezTo>
                    <a:pt x="4620" y="310"/>
                    <a:pt x="4548" y="310"/>
                    <a:pt x="4465" y="334"/>
                  </a:cubicBezTo>
                  <a:cubicBezTo>
                    <a:pt x="4406" y="357"/>
                    <a:pt x="4346" y="393"/>
                    <a:pt x="4275" y="417"/>
                  </a:cubicBezTo>
                  <a:cubicBezTo>
                    <a:pt x="4203" y="453"/>
                    <a:pt x="4144" y="488"/>
                    <a:pt x="4084" y="524"/>
                  </a:cubicBezTo>
                  <a:cubicBezTo>
                    <a:pt x="4025" y="548"/>
                    <a:pt x="3953" y="584"/>
                    <a:pt x="3894" y="607"/>
                  </a:cubicBezTo>
                  <a:cubicBezTo>
                    <a:pt x="3834" y="631"/>
                    <a:pt x="3751" y="655"/>
                    <a:pt x="3691" y="691"/>
                  </a:cubicBezTo>
                  <a:cubicBezTo>
                    <a:pt x="3620" y="715"/>
                    <a:pt x="3536" y="703"/>
                    <a:pt x="3477" y="726"/>
                  </a:cubicBezTo>
                  <a:cubicBezTo>
                    <a:pt x="3394" y="762"/>
                    <a:pt x="3358" y="834"/>
                    <a:pt x="3298" y="869"/>
                  </a:cubicBezTo>
                  <a:cubicBezTo>
                    <a:pt x="3215" y="893"/>
                    <a:pt x="3155" y="941"/>
                    <a:pt x="3096" y="965"/>
                  </a:cubicBezTo>
                  <a:cubicBezTo>
                    <a:pt x="3024" y="1012"/>
                    <a:pt x="2977" y="1060"/>
                    <a:pt x="2917" y="1107"/>
                  </a:cubicBezTo>
                  <a:cubicBezTo>
                    <a:pt x="2858" y="1131"/>
                    <a:pt x="2786" y="1143"/>
                    <a:pt x="2727" y="1191"/>
                  </a:cubicBezTo>
                  <a:cubicBezTo>
                    <a:pt x="2667" y="1238"/>
                    <a:pt x="2655" y="1322"/>
                    <a:pt x="2596" y="1369"/>
                  </a:cubicBezTo>
                  <a:cubicBezTo>
                    <a:pt x="2536" y="1417"/>
                    <a:pt x="2477" y="1441"/>
                    <a:pt x="2417" y="1488"/>
                  </a:cubicBezTo>
                  <a:cubicBezTo>
                    <a:pt x="2358" y="1536"/>
                    <a:pt x="2286" y="1548"/>
                    <a:pt x="2227" y="1596"/>
                  </a:cubicBezTo>
                  <a:cubicBezTo>
                    <a:pt x="2179" y="1643"/>
                    <a:pt x="2131" y="1703"/>
                    <a:pt x="2072" y="1738"/>
                  </a:cubicBezTo>
                  <a:cubicBezTo>
                    <a:pt x="2024" y="1786"/>
                    <a:pt x="1953" y="1834"/>
                    <a:pt x="1905" y="1881"/>
                  </a:cubicBezTo>
                  <a:cubicBezTo>
                    <a:pt x="1846" y="1941"/>
                    <a:pt x="1786" y="1977"/>
                    <a:pt x="1750" y="2024"/>
                  </a:cubicBezTo>
                  <a:cubicBezTo>
                    <a:pt x="1703" y="2072"/>
                    <a:pt x="1691" y="2155"/>
                    <a:pt x="1643" y="2215"/>
                  </a:cubicBezTo>
                  <a:cubicBezTo>
                    <a:pt x="1596" y="2274"/>
                    <a:pt x="1536" y="2310"/>
                    <a:pt x="1489" y="2369"/>
                  </a:cubicBezTo>
                  <a:cubicBezTo>
                    <a:pt x="1453" y="2429"/>
                    <a:pt x="1369" y="2453"/>
                    <a:pt x="1334" y="2512"/>
                  </a:cubicBezTo>
                  <a:cubicBezTo>
                    <a:pt x="1286" y="2572"/>
                    <a:pt x="1250" y="2631"/>
                    <a:pt x="1215" y="2691"/>
                  </a:cubicBezTo>
                  <a:cubicBezTo>
                    <a:pt x="1167" y="2750"/>
                    <a:pt x="1155" y="2834"/>
                    <a:pt x="1108" y="2893"/>
                  </a:cubicBezTo>
                  <a:cubicBezTo>
                    <a:pt x="1060" y="2953"/>
                    <a:pt x="1060" y="3024"/>
                    <a:pt x="1012" y="3084"/>
                  </a:cubicBezTo>
                  <a:cubicBezTo>
                    <a:pt x="977" y="3143"/>
                    <a:pt x="929" y="3203"/>
                    <a:pt x="893" y="3262"/>
                  </a:cubicBezTo>
                  <a:cubicBezTo>
                    <a:pt x="858" y="3334"/>
                    <a:pt x="762" y="3370"/>
                    <a:pt x="738" y="3429"/>
                  </a:cubicBezTo>
                  <a:cubicBezTo>
                    <a:pt x="691" y="3489"/>
                    <a:pt x="715" y="3584"/>
                    <a:pt x="691" y="3643"/>
                  </a:cubicBezTo>
                  <a:cubicBezTo>
                    <a:pt x="655" y="3703"/>
                    <a:pt x="631" y="3786"/>
                    <a:pt x="596" y="3846"/>
                  </a:cubicBezTo>
                  <a:cubicBezTo>
                    <a:pt x="572" y="3905"/>
                    <a:pt x="500" y="3965"/>
                    <a:pt x="465" y="4024"/>
                  </a:cubicBezTo>
                  <a:cubicBezTo>
                    <a:pt x="453" y="4096"/>
                    <a:pt x="441" y="4167"/>
                    <a:pt x="405" y="4227"/>
                  </a:cubicBezTo>
                  <a:cubicBezTo>
                    <a:pt x="381" y="4298"/>
                    <a:pt x="357" y="4358"/>
                    <a:pt x="346" y="4441"/>
                  </a:cubicBezTo>
                  <a:cubicBezTo>
                    <a:pt x="334" y="4501"/>
                    <a:pt x="334" y="4572"/>
                    <a:pt x="322" y="4644"/>
                  </a:cubicBezTo>
                  <a:cubicBezTo>
                    <a:pt x="298" y="4703"/>
                    <a:pt x="238" y="4763"/>
                    <a:pt x="226" y="4834"/>
                  </a:cubicBezTo>
                  <a:cubicBezTo>
                    <a:pt x="215" y="4917"/>
                    <a:pt x="203" y="4977"/>
                    <a:pt x="179" y="5048"/>
                  </a:cubicBezTo>
                  <a:cubicBezTo>
                    <a:pt x="167" y="5120"/>
                    <a:pt x="155" y="5179"/>
                    <a:pt x="143" y="5251"/>
                  </a:cubicBezTo>
                  <a:cubicBezTo>
                    <a:pt x="143" y="5334"/>
                    <a:pt x="107" y="5394"/>
                    <a:pt x="96" y="5465"/>
                  </a:cubicBezTo>
                  <a:cubicBezTo>
                    <a:pt x="84" y="5525"/>
                    <a:pt x="107" y="5596"/>
                    <a:pt x="96" y="5668"/>
                  </a:cubicBezTo>
                  <a:cubicBezTo>
                    <a:pt x="84" y="5751"/>
                    <a:pt x="24" y="5810"/>
                    <a:pt x="24" y="5882"/>
                  </a:cubicBezTo>
                  <a:cubicBezTo>
                    <a:pt x="24" y="5953"/>
                    <a:pt x="48" y="6025"/>
                    <a:pt x="48" y="6108"/>
                  </a:cubicBezTo>
                  <a:cubicBezTo>
                    <a:pt x="36" y="6168"/>
                    <a:pt x="0" y="6239"/>
                    <a:pt x="0" y="6310"/>
                  </a:cubicBezTo>
                  <a:cubicBezTo>
                    <a:pt x="0" y="6370"/>
                    <a:pt x="24" y="6441"/>
                    <a:pt x="24" y="6525"/>
                  </a:cubicBezTo>
                  <a:cubicBezTo>
                    <a:pt x="24" y="6596"/>
                    <a:pt x="84" y="6656"/>
                    <a:pt x="84" y="6727"/>
                  </a:cubicBezTo>
                  <a:cubicBezTo>
                    <a:pt x="96" y="6787"/>
                    <a:pt x="84" y="6858"/>
                    <a:pt x="84" y="6930"/>
                  </a:cubicBezTo>
                  <a:cubicBezTo>
                    <a:pt x="84" y="7013"/>
                    <a:pt x="36" y="7084"/>
                    <a:pt x="48" y="7156"/>
                  </a:cubicBezTo>
                  <a:cubicBezTo>
                    <a:pt x="60" y="7227"/>
                    <a:pt x="119" y="7287"/>
                    <a:pt x="143" y="7370"/>
                  </a:cubicBezTo>
                  <a:cubicBezTo>
                    <a:pt x="155" y="7442"/>
                    <a:pt x="107" y="7513"/>
                    <a:pt x="119" y="7584"/>
                  </a:cubicBezTo>
                  <a:cubicBezTo>
                    <a:pt x="143" y="7668"/>
                    <a:pt x="167" y="7727"/>
                    <a:pt x="179" y="7799"/>
                  </a:cubicBezTo>
                  <a:cubicBezTo>
                    <a:pt x="215" y="7870"/>
                    <a:pt x="238" y="7930"/>
                    <a:pt x="262" y="8001"/>
                  </a:cubicBezTo>
                  <a:cubicBezTo>
                    <a:pt x="274" y="8061"/>
                    <a:pt x="286" y="8144"/>
                    <a:pt x="298" y="8215"/>
                  </a:cubicBezTo>
                  <a:cubicBezTo>
                    <a:pt x="322" y="8287"/>
                    <a:pt x="405" y="8323"/>
                    <a:pt x="441" y="8394"/>
                  </a:cubicBezTo>
                  <a:cubicBezTo>
                    <a:pt x="453" y="8465"/>
                    <a:pt x="393" y="8573"/>
                    <a:pt x="417" y="8632"/>
                  </a:cubicBezTo>
                  <a:cubicBezTo>
                    <a:pt x="453" y="8692"/>
                    <a:pt x="524" y="8751"/>
                    <a:pt x="560" y="8811"/>
                  </a:cubicBezTo>
                  <a:cubicBezTo>
                    <a:pt x="584" y="8882"/>
                    <a:pt x="655" y="8930"/>
                    <a:pt x="691" y="8989"/>
                  </a:cubicBezTo>
                  <a:cubicBezTo>
                    <a:pt x="715" y="9049"/>
                    <a:pt x="703" y="9144"/>
                    <a:pt x="738" y="9204"/>
                  </a:cubicBezTo>
                  <a:cubicBezTo>
                    <a:pt x="762" y="9263"/>
                    <a:pt x="798" y="9335"/>
                    <a:pt x="822" y="9394"/>
                  </a:cubicBezTo>
                  <a:cubicBezTo>
                    <a:pt x="858" y="9454"/>
                    <a:pt x="941" y="9501"/>
                    <a:pt x="977" y="9561"/>
                  </a:cubicBezTo>
                  <a:cubicBezTo>
                    <a:pt x="1012" y="9608"/>
                    <a:pt x="988" y="9716"/>
                    <a:pt x="1036" y="9775"/>
                  </a:cubicBezTo>
                  <a:cubicBezTo>
                    <a:pt x="1060" y="9835"/>
                    <a:pt x="1119" y="9882"/>
                    <a:pt x="1167" y="9942"/>
                  </a:cubicBezTo>
                  <a:cubicBezTo>
                    <a:pt x="1215" y="10001"/>
                    <a:pt x="1227" y="10073"/>
                    <a:pt x="1274" y="10132"/>
                  </a:cubicBezTo>
                  <a:cubicBezTo>
                    <a:pt x="1310" y="10192"/>
                    <a:pt x="1393" y="10228"/>
                    <a:pt x="1429" y="10287"/>
                  </a:cubicBezTo>
                  <a:cubicBezTo>
                    <a:pt x="1477" y="10347"/>
                    <a:pt x="1572" y="10359"/>
                    <a:pt x="1608" y="10418"/>
                  </a:cubicBezTo>
                  <a:cubicBezTo>
                    <a:pt x="1667" y="10466"/>
                    <a:pt x="1667" y="10549"/>
                    <a:pt x="1715" y="10609"/>
                  </a:cubicBezTo>
                  <a:cubicBezTo>
                    <a:pt x="1762" y="10656"/>
                    <a:pt x="1834" y="10704"/>
                    <a:pt x="1881" y="10740"/>
                  </a:cubicBezTo>
                  <a:cubicBezTo>
                    <a:pt x="1929" y="10787"/>
                    <a:pt x="2012" y="10823"/>
                    <a:pt x="2060" y="10859"/>
                  </a:cubicBezTo>
                  <a:cubicBezTo>
                    <a:pt x="2120" y="10906"/>
                    <a:pt x="2108" y="11025"/>
                    <a:pt x="2167" y="11073"/>
                  </a:cubicBezTo>
                  <a:cubicBezTo>
                    <a:pt x="2227" y="11121"/>
                    <a:pt x="2286" y="11144"/>
                    <a:pt x="2346" y="11192"/>
                  </a:cubicBezTo>
                  <a:cubicBezTo>
                    <a:pt x="2405" y="11240"/>
                    <a:pt x="2477" y="11252"/>
                    <a:pt x="2536" y="11299"/>
                  </a:cubicBezTo>
                  <a:cubicBezTo>
                    <a:pt x="2596" y="11335"/>
                    <a:pt x="2643" y="11382"/>
                    <a:pt x="2703" y="11430"/>
                  </a:cubicBezTo>
                  <a:cubicBezTo>
                    <a:pt x="2763" y="11478"/>
                    <a:pt x="2846" y="11478"/>
                    <a:pt x="2905" y="11513"/>
                  </a:cubicBezTo>
                  <a:cubicBezTo>
                    <a:pt x="2965" y="11561"/>
                    <a:pt x="3001" y="11656"/>
                    <a:pt x="3060" y="11692"/>
                  </a:cubicBezTo>
                  <a:cubicBezTo>
                    <a:pt x="3120" y="11728"/>
                    <a:pt x="3203" y="11728"/>
                    <a:pt x="3263" y="11752"/>
                  </a:cubicBezTo>
                  <a:cubicBezTo>
                    <a:pt x="3322" y="11787"/>
                    <a:pt x="3394" y="11811"/>
                    <a:pt x="3453" y="11847"/>
                  </a:cubicBezTo>
                  <a:cubicBezTo>
                    <a:pt x="3536" y="11894"/>
                    <a:pt x="3596" y="11918"/>
                    <a:pt x="3655" y="11954"/>
                  </a:cubicBezTo>
                  <a:cubicBezTo>
                    <a:pt x="3715" y="11978"/>
                    <a:pt x="3775" y="12037"/>
                    <a:pt x="3834" y="12073"/>
                  </a:cubicBezTo>
                  <a:cubicBezTo>
                    <a:pt x="3894" y="12097"/>
                    <a:pt x="3977" y="12085"/>
                    <a:pt x="4036" y="12109"/>
                  </a:cubicBezTo>
                  <a:cubicBezTo>
                    <a:pt x="4096" y="12144"/>
                    <a:pt x="4167" y="12156"/>
                    <a:pt x="4227" y="12192"/>
                  </a:cubicBezTo>
                  <a:cubicBezTo>
                    <a:pt x="4287" y="12216"/>
                    <a:pt x="4334" y="12311"/>
                    <a:pt x="4406" y="12323"/>
                  </a:cubicBezTo>
                  <a:cubicBezTo>
                    <a:pt x="4423" y="12326"/>
                    <a:pt x="4440" y="12327"/>
                    <a:pt x="4457" y="12327"/>
                  </a:cubicBezTo>
                  <a:cubicBezTo>
                    <a:pt x="4502" y="12327"/>
                    <a:pt x="4545" y="12320"/>
                    <a:pt x="4586" y="12320"/>
                  </a:cubicBezTo>
                  <a:cubicBezTo>
                    <a:pt x="4602" y="12320"/>
                    <a:pt x="4617" y="12321"/>
                    <a:pt x="4632" y="12323"/>
                  </a:cubicBezTo>
                  <a:cubicBezTo>
                    <a:pt x="4703" y="12335"/>
                    <a:pt x="4751" y="12406"/>
                    <a:pt x="4822" y="12430"/>
                  </a:cubicBezTo>
                  <a:cubicBezTo>
                    <a:pt x="4835" y="12432"/>
                    <a:pt x="4847" y="12433"/>
                    <a:pt x="4859" y="12433"/>
                  </a:cubicBezTo>
                  <a:cubicBezTo>
                    <a:pt x="4906" y="12433"/>
                    <a:pt x="4950" y="12422"/>
                    <a:pt x="4992" y="12422"/>
                  </a:cubicBezTo>
                  <a:cubicBezTo>
                    <a:pt x="5011" y="12422"/>
                    <a:pt x="5030" y="12424"/>
                    <a:pt x="5049" y="12430"/>
                  </a:cubicBezTo>
                  <a:cubicBezTo>
                    <a:pt x="5120" y="12442"/>
                    <a:pt x="5179" y="12466"/>
                    <a:pt x="5263" y="12490"/>
                  </a:cubicBezTo>
                  <a:cubicBezTo>
                    <a:pt x="5293" y="12496"/>
                    <a:pt x="5325" y="12496"/>
                    <a:pt x="5360" y="12496"/>
                  </a:cubicBezTo>
                  <a:cubicBezTo>
                    <a:pt x="5394" y="12496"/>
                    <a:pt x="5430" y="12496"/>
                    <a:pt x="5465" y="12502"/>
                  </a:cubicBezTo>
                  <a:cubicBezTo>
                    <a:pt x="5537" y="12502"/>
                    <a:pt x="5596" y="12585"/>
                    <a:pt x="5680" y="12609"/>
                  </a:cubicBezTo>
                  <a:cubicBezTo>
                    <a:pt x="5699" y="12613"/>
                    <a:pt x="5721" y="12614"/>
                    <a:pt x="5743" y="12614"/>
                  </a:cubicBezTo>
                  <a:cubicBezTo>
                    <a:pt x="5787" y="12614"/>
                    <a:pt x="5834" y="12609"/>
                    <a:pt x="5882" y="12609"/>
                  </a:cubicBezTo>
                  <a:cubicBezTo>
                    <a:pt x="5941" y="12621"/>
                    <a:pt x="6013" y="12621"/>
                    <a:pt x="6096" y="12621"/>
                  </a:cubicBezTo>
                  <a:cubicBezTo>
                    <a:pt x="6156" y="12621"/>
                    <a:pt x="6227" y="12645"/>
                    <a:pt x="6299" y="12645"/>
                  </a:cubicBezTo>
                  <a:cubicBezTo>
                    <a:pt x="6358" y="12645"/>
                    <a:pt x="6430" y="12633"/>
                    <a:pt x="6513" y="12633"/>
                  </a:cubicBezTo>
                  <a:cubicBezTo>
                    <a:pt x="6584" y="12633"/>
                    <a:pt x="6644" y="12549"/>
                    <a:pt x="6715" y="12549"/>
                  </a:cubicBezTo>
                  <a:cubicBezTo>
                    <a:pt x="6787" y="12549"/>
                    <a:pt x="6870" y="12609"/>
                    <a:pt x="6942" y="12609"/>
                  </a:cubicBezTo>
                  <a:cubicBezTo>
                    <a:pt x="7013" y="12585"/>
                    <a:pt x="7073" y="12573"/>
                    <a:pt x="7144" y="12561"/>
                  </a:cubicBezTo>
                  <a:cubicBezTo>
                    <a:pt x="7227" y="12561"/>
                    <a:pt x="7287" y="12490"/>
                    <a:pt x="7358" y="12466"/>
                  </a:cubicBezTo>
                  <a:cubicBezTo>
                    <a:pt x="7365" y="12465"/>
                    <a:pt x="7371" y="12464"/>
                    <a:pt x="7378" y="12464"/>
                  </a:cubicBezTo>
                  <a:cubicBezTo>
                    <a:pt x="7436" y="12464"/>
                    <a:pt x="7496" y="12503"/>
                    <a:pt x="7562" y="12503"/>
                  </a:cubicBezTo>
                  <a:cubicBezTo>
                    <a:pt x="7569" y="12503"/>
                    <a:pt x="7577" y="12503"/>
                    <a:pt x="7585" y="12502"/>
                  </a:cubicBezTo>
                  <a:cubicBezTo>
                    <a:pt x="7644" y="12502"/>
                    <a:pt x="7716" y="12502"/>
                    <a:pt x="7787" y="12490"/>
                  </a:cubicBezTo>
                  <a:cubicBezTo>
                    <a:pt x="7846" y="12454"/>
                    <a:pt x="7906" y="12406"/>
                    <a:pt x="7977" y="12395"/>
                  </a:cubicBezTo>
                  <a:cubicBezTo>
                    <a:pt x="8061" y="12383"/>
                    <a:pt x="8097" y="12287"/>
                    <a:pt x="8168" y="12275"/>
                  </a:cubicBezTo>
                  <a:cubicBezTo>
                    <a:pt x="8178" y="12271"/>
                    <a:pt x="8190" y="12270"/>
                    <a:pt x="8202" y="12270"/>
                  </a:cubicBezTo>
                  <a:cubicBezTo>
                    <a:pt x="8243" y="12270"/>
                    <a:pt x="8293" y="12287"/>
                    <a:pt x="8339" y="12287"/>
                  </a:cubicBezTo>
                  <a:cubicBezTo>
                    <a:pt x="8358" y="12287"/>
                    <a:pt x="8377" y="12284"/>
                    <a:pt x="8394" y="12275"/>
                  </a:cubicBezTo>
                  <a:cubicBezTo>
                    <a:pt x="8466" y="12252"/>
                    <a:pt x="8525" y="12204"/>
                    <a:pt x="8585" y="12168"/>
                  </a:cubicBezTo>
                  <a:cubicBezTo>
                    <a:pt x="8644" y="12144"/>
                    <a:pt x="8728" y="12133"/>
                    <a:pt x="8787" y="12097"/>
                  </a:cubicBezTo>
                  <a:cubicBezTo>
                    <a:pt x="8847" y="12073"/>
                    <a:pt x="8918" y="12049"/>
                    <a:pt x="8978" y="12025"/>
                  </a:cubicBezTo>
                  <a:cubicBezTo>
                    <a:pt x="9037" y="11990"/>
                    <a:pt x="9085" y="11906"/>
                    <a:pt x="9144" y="11871"/>
                  </a:cubicBezTo>
                  <a:cubicBezTo>
                    <a:pt x="9174" y="11859"/>
                    <a:pt x="9213" y="11859"/>
                    <a:pt x="9251" y="11859"/>
                  </a:cubicBezTo>
                  <a:cubicBezTo>
                    <a:pt x="9290" y="11859"/>
                    <a:pt x="9329" y="11859"/>
                    <a:pt x="9359" y="11847"/>
                  </a:cubicBezTo>
                  <a:cubicBezTo>
                    <a:pt x="9418" y="11799"/>
                    <a:pt x="9478" y="11752"/>
                    <a:pt x="9537" y="11728"/>
                  </a:cubicBezTo>
                  <a:cubicBezTo>
                    <a:pt x="9597" y="11680"/>
                    <a:pt x="9680" y="11668"/>
                    <a:pt x="9740" y="11621"/>
                  </a:cubicBezTo>
                  <a:cubicBezTo>
                    <a:pt x="9799" y="11597"/>
                    <a:pt x="9835" y="11537"/>
                    <a:pt x="9894" y="11490"/>
                  </a:cubicBezTo>
                  <a:cubicBezTo>
                    <a:pt x="9954" y="11442"/>
                    <a:pt x="9978" y="11359"/>
                    <a:pt x="10037" y="11311"/>
                  </a:cubicBezTo>
                  <a:cubicBezTo>
                    <a:pt x="10097" y="11263"/>
                    <a:pt x="10180" y="11275"/>
                    <a:pt x="10240" y="11240"/>
                  </a:cubicBezTo>
                  <a:cubicBezTo>
                    <a:pt x="10299" y="11192"/>
                    <a:pt x="10359" y="11156"/>
                    <a:pt x="10418" y="11121"/>
                  </a:cubicBezTo>
                  <a:cubicBezTo>
                    <a:pt x="10466" y="11073"/>
                    <a:pt x="10513" y="11013"/>
                    <a:pt x="10573" y="10966"/>
                  </a:cubicBezTo>
                  <a:cubicBezTo>
                    <a:pt x="10633" y="10918"/>
                    <a:pt x="10668" y="10859"/>
                    <a:pt x="10716" y="10823"/>
                  </a:cubicBezTo>
                  <a:cubicBezTo>
                    <a:pt x="10764" y="10775"/>
                    <a:pt x="10835" y="10728"/>
                    <a:pt x="10883" y="10680"/>
                  </a:cubicBezTo>
                  <a:cubicBezTo>
                    <a:pt x="10930" y="10644"/>
                    <a:pt x="10954" y="10561"/>
                    <a:pt x="11002" y="10501"/>
                  </a:cubicBezTo>
                  <a:cubicBezTo>
                    <a:pt x="11049" y="10466"/>
                    <a:pt x="11109" y="10418"/>
                    <a:pt x="11145" y="10359"/>
                  </a:cubicBezTo>
                  <a:cubicBezTo>
                    <a:pt x="11192" y="10299"/>
                    <a:pt x="11228" y="10239"/>
                    <a:pt x="11264" y="10180"/>
                  </a:cubicBezTo>
                  <a:cubicBezTo>
                    <a:pt x="11311" y="10120"/>
                    <a:pt x="11323" y="10049"/>
                    <a:pt x="11371" y="9989"/>
                  </a:cubicBezTo>
                  <a:cubicBezTo>
                    <a:pt x="11418" y="9930"/>
                    <a:pt x="11442" y="9870"/>
                    <a:pt x="11490" y="9811"/>
                  </a:cubicBezTo>
                  <a:cubicBezTo>
                    <a:pt x="11537" y="9751"/>
                    <a:pt x="11609" y="9716"/>
                    <a:pt x="11656" y="9656"/>
                  </a:cubicBezTo>
                  <a:cubicBezTo>
                    <a:pt x="11680" y="9597"/>
                    <a:pt x="11680" y="9513"/>
                    <a:pt x="11716" y="9454"/>
                  </a:cubicBezTo>
                  <a:cubicBezTo>
                    <a:pt x="11740" y="9394"/>
                    <a:pt x="11776" y="9311"/>
                    <a:pt x="11799" y="9251"/>
                  </a:cubicBezTo>
                  <a:cubicBezTo>
                    <a:pt x="11835" y="9180"/>
                    <a:pt x="11883" y="9120"/>
                    <a:pt x="11907" y="9061"/>
                  </a:cubicBezTo>
                  <a:cubicBezTo>
                    <a:pt x="11954" y="8989"/>
                    <a:pt x="11978" y="8930"/>
                    <a:pt x="12014" y="8870"/>
                  </a:cubicBezTo>
                  <a:cubicBezTo>
                    <a:pt x="12037" y="8799"/>
                    <a:pt x="12121" y="8751"/>
                    <a:pt x="12145" y="8692"/>
                  </a:cubicBezTo>
                  <a:cubicBezTo>
                    <a:pt x="12157" y="8632"/>
                    <a:pt x="12121" y="8525"/>
                    <a:pt x="12145" y="8465"/>
                  </a:cubicBezTo>
                  <a:cubicBezTo>
                    <a:pt x="12180" y="8394"/>
                    <a:pt x="12276" y="8358"/>
                    <a:pt x="12299" y="8287"/>
                  </a:cubicBezTo>
                  <a:cubicBezTo>
                    <a:pt x="12311" y="8215"/>
                    <a:pt x="12252" y="8120"/>
                    <a:pt x="12264" y="8049"/>
                  </a:cubicBezTo>
                  <a:cubicBezTo>
                    <a:pt x="12276" y="7977"/>
                    <a:pt x="12359" y="7930"/>
                    <a:pt x="12371" y="7858"/>
                  </a:cubicBezTo>
                  <a:cubicBezTo>
                    <a:pt x="12383" y="7787"/>
                    <a:pt x="12418" y="7727"/>
                    <a:pt x="12430" y="7644"/>
                  </a:cubicBezTo>
                  <a:cubicBezTo>
                    <a:pt x="12442" y="7572"/>
                    <a:pt x="12418" y="7501"/>
                    <a:pt x="12430" y="7430"/>
                  </a:cubicBezTo>
                  <a:cubicBezTo>
                    <a:pt x="12442" y="7346"/>
                    <a:pt x="12478" y="7287"/>
                    <a:pt x="12490" y="7215"/>
                  </a:cubicBezTo>
                  <a:cubicBezTo>
                    <a:pt x="12502" y="7156"/>
                    <a:pt x="12478" y="7084"/>
                    <a:pt x="12490" y="7013"/>
                  </a:cubicBezTo>
                  <a:cubicBezTo>
                    <a:pt x="12490" y="6930"/>
                    <a:pt x="12573" y="6882"/>
                    <a:pt x="12573" y="6799"/>
                  </a:cubicBezTo>
                  <a:lnTo>
                    <a:pt x="12573" y="6596"/>
                  </a:lnTo>
                  <a:cubicBezTo>
                    <a:pt x="12573" y="6537"/>
                    <a:pt x="12502" y="6465"/>
                    <a:pt x="12502" y="6382"/>
                  </a:cubicBezTo>
                  <a:cubicBezTo>
                    <a:pt x="12502" y="6310"/>
                    <a:pt x="12514" y="6251"/>
                    <a:pt x="12514" y="6179"/>
                  </a:cubicBezTo>
                  <a:cubicBezTo>
                    <a:pt x="12514" y="6120"/>
                    <a:pt x="12549" y="6049"/>
                    <a:pt x="12549" y="5965"/>
                  </a:cubicBezTo>
                  <a:lnTo>
                    <a:pt x="12549" y="5763"/>
                  </a:lnTo>
                  <a:cubicBezTo>
                    <a:pt x="12538" y="5703"/>
                    <a:pt x="12549" y="5632"/>
                    <a:pt x="12538" y="5548"/>
                  </a:cubicBezTo>
                  <a:cubicBezTo>
                    <a:pt x="12526" y="5489"/>
                    <a:pt x="12430" y="5429"/>
                    <a:pt x="12418" y="5358"/>
                  </a:cubicBezTo>
                  <a:cubicBezTo>
                    <a:pt x="12395" y="5287"/>
                    <a:pt x="12430" y="5215"/>
                    <a:pt x="12418" y="5132"/>
                  </a:cubicBezTo>
                  <a:cubicBezTo>
                    <a:pt x="12395" y="5060"/>
                    <a:pt x="12371" y="5001"/>
                    <a:pt x="12359" y="4929"/>
                  </a:cubicBezTo>
                  <a:cubicBezTo>
                    <a:pt x="12335" y="4858"/>
                    <a:pt x="12299" y="4798"/>
                    <a:pt x="12276" y="4715"/>
                  </a:cubicBezTo>
                  <a:cubicBezTo>
                    <a:pt x="12264" y="4655"/>
                    <a:pt x="12228" y="4596"/>
                    <a:pt x="12204" y="4525"/>
                  </a:cubicBezTo>
                  <a:cubicBezTo>
                    <a:pt x="12192" y="4465"/>
                    <a:pt x="12204" y="4394"/>
                    <a:pt x="12180" y="4322"/>
                  </a:cubicBezTo>
                  <a:cubicBezTo>
                    <a:pt x="12157" y="4239"/>
                    <a:pt x="12192" y="4155"/>
                    <a:pt x="12157" y="4096"/>
                  </a:cubicBezTo>
                  <a:cubicBezTo>
                    <a:pt x="12133" y="4036"/>
                    <a:pt x="12097" y="3965"/>
                    <a:pt x="12073" y="3905"/>
                  </a:cubicBezTo>
                  <a:cubicBezTo>
                    <a:pt x="12037" y="3822"/>
                    <a:pt x="11942" y="3798"/>
                    <a:pt x="11907" y="3739"/>
                  </a:cubicBezTo>
                  <a:cubicBezTo>
                    <a:pt x="11883" y="3679"/>
                    <a:pt x="11883" y="3584"/>
                    <a:pt x="11847" y="3524"/>
                  </a:cubicBezTo>
                  <a:cubicBezTo>
                    <a:pt x="11823" y="3453"/>
                    <a:pt x="11799" y="3382"/>
                    <a:pt x="11776" y="3322"/>
                  </a:cubicBezTo>
                  <a:cubicBezTo>
                    <a:pt x="11740" y="3262"/>
                    <a:pt x="11680" y="3203"/>
                    <a:pt x="11656" y="3143"/>
                  </a:cubicBezTo>
                  <a:cubicBezTo>
                    <a:pt x="11633" y="3084"/>
                    <a:pt x="11561" y="3036"/>
                    <a:pt x="11526" y="2977"/>
                  </a:cubicBezTo>
                  <a:cubicBezTo>
                    <a:pt x="11478" y="2917"/>
                    <a:pt x="11418" y="2870"/>
                    <a:pt x="11371" y="2810"/>
                  </a:cubicBezTo>
                  <a:cubicBezTo>
                    <a:pt x="11335" y="2750"/>
                    <a:pt x="11359" y="2655"/>
                    <a:pt x="11311" y="2596"/>
                  </a:cubicBezTo>
                  <a:lnTo>
                    <a:pt x="11180" y="2417"/>
                  </a:lnTo>
                  <a:cubicBezTo>
                    <a:pt x="11133" y="2358"/>
                    <a:pt x="11061" y="2322"/>
                    <a:pt x="11014" y="2262"/>
                  </a:cubicBezTo>
                  <a:lnTo>
                    <a:pt x="10883" y="2084"/>
                  </a:lnTo>
                  <a:cubicBezTo>
                    <a:pt x="10835" y="2024"/>
                    <a:pt x="10752" y="2000"/>
                    <a:pt x="10704" y="1953"/>
                  </a:cubicBezTo>
                  <a:cubicBezTo>
                    <a:pt x="10656" y="1905"/>
                    <a:pt x="10609" y="1834"/>
                    <a:pt x="10573" y="1786"/>
                  </a:cubicBezTo>
                  <a:cubicBezTo>
                    <a:pt x="10513" y="1738"/>
                    <a:pt x="10478" y="1667"/>
                    <a:pt x="10418" y="1619"/>
                  </a:cubicBezTo>
                  <a:cubicBezTo>
                    <a:pt x="10359" y="1584"/>
                    <a:pt x="10275" y="1584"/>
                    <a:pt x="10216" y="1536"/>
                  </a:cubicBezTo>
                  <a:cubicBezTo>
                    <a:pt x="10156" y="1488"/>
                    <a:pt x="10109" y="1441"/>
                    <a:pt x="10049" y="1405"/>
                  </a:cubicBezTo>
                  <a:cubicBezTo>
                    <a:pt x="9990" y="1357"/>
                    <a:pt x="9930" y="1322"/>
                    <a:pt x="9871" y="1286"/>
                  </a:cubicBezTo>
                  <a:cubicBezTo>
                    <a:pt x="9811" y="1250"/>
                    <a:pt x="9751" y="1226"/>
                    <a:pt x="9692" y="1179"/>
                  </a:cubicBezTo>
                  <a:cubicBezTo>
                    <a:pt x="9632" y="1131"/>
                    <a:pt x="9597" y="1048"/>
                    <a:pt x="9537" y="1000"/>
                  </a:cubicBezTo>
                  <a:cubicBezTo>
                    <a:pt x="9478" y="953"/>
                    <a:pt x="9394" y="965"/>
                    <a:pt x="9335" y="941"/>
                  </a:cubicBezTo>
                  <a:cubicBezTo>
                    <a:pt x="9275" y="893"/>
                    <a:pt x="9228" y="822"/>
                    <a:pt x="9168" y="786"/>
                  </a:cubicBezTo>
                  <a:cubicBezTo>
                    <a:pt x="9109" y="762"/>
                    <a:pt x="9025" y="762"/>
                    <a:pt x="8966" y="726"/>
                  </a:cubicBezTo>
                  <a:cubicBezTo>
                    <a:pt x="8906" y="703"/>
                    <a:pt x="8823" y="691"/>
                    <a:pt x="8763" y="655"/>
                  </a:cubicBezTo>
                  <a:cubicBezTo>
                    <a:pt x="8692" y="631"/>
                    <a:pt x="8632" y="584"/>
                    <a:pt x="8573" y="548"/>
                  </a:cubicBezTo>
                  <a:cubicBezTo>
                    <a:pt x="8513" y="524"/>
                    <a:pt x="8442" y="536"/>
                    <a:pt x="8418" y="417"/>
                  </a:cubicBezTo>
                  <a:cubicBezTo>
                    <a:pt x="8335" y="393"/>
                    <a:pt x="8299" y="334"/>
                    <a:pt x="8216" y="310"/>
                  </a:cubicBezTo>
                  <a:cubicBezTo>
                    <a:pt x="8156" y="286"/>
                    <a:pt x="8097" y="238"/>
                    <a:pt x="8025" y="226"/>
                  </a:cubicBezTo>
                  <a:cubicBezTo>
                    <a:pt x="7966" y="214"/>
                    <a:pt x="7894" y="214"/>
                    <a:pt x="7823" y="191"/>
                  </a:cubicBezTo>
                  <a:cubicBezTo>
                    <a:pt x="7739" y="179"/>
                    <a:pt x="7680" y="167"/>
                    <a:pt x="7608" y="155"/>
                  </a:cubicBezTo>
                  <a:cubicBezTo>
                    <a:pt x="7537" y="131"/>
                    <a:pt x="7477" y="107"/>
                    <a:pt x="7406" y="95"/>
                  </a:cubicBezTo>
                  <a:cubicBezTo>
                    <a:pt x="7346" y="72"/>
                    <a:pt x="7263" y="72"/>
                    <a:pt x="7192" y="60"/>
                  </a:cubicBezTo>
                  <a:cubicBezTo>
                    <a:pt x="7132" y="60"/>
                    <a:pt x="7061" y="60"/>
                    <a:pt x="6989" y="48"/>
                  </a:cubicBezTo>
                  <a:cubicBezTo>
                    <a:pt x="6930" y="48"/>
                    <a:pt x="6846" y="36"/>
                    <a:pt x="6775" y="36"/>
                  </a:cubicBezTo>
                  <a:lnTo>
                    <a:pt x="6573" y="36"/>
                  </a:lnTo>
                  <a:cubicBezTo>
                    <a:pt x="6513" y="36"/>
                    <a:pt x="6430" y="72"/>
                    <a:pt x="6358" y="72"/>
                  </a:cubicBezTo>
                  <a:cubicBezTo>
                    <a:pt x="6299" y="72"/>
                    <a:pt x="6227" y="0"/>
                    <a:pt x="6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2047;p44">
              <a:extLst>
                <a:ext uri="{FF2B5EF4-FFF2-40B4-BE49-F238E27FC236}">
                  <a16:creationId xmlns:a16="http://schemas.microsoft.com/office/drawing/2014/main" id="{3BD654B6-9C50-13F7-A50E-3B869283C461}"/>
                </a:ext>
              </a:extLst>
            </p:cNvPr>
            <p:cNvSpPr/>
            <p:nvPr/>
          </p:nvSpPr>
          <p:spPr>
            <a:xfrm>
              <a:off x="1089511" y="3890762"/>
              <a:ext cx="536864" cy="543284"/>
            </a:xfrm>
            <a:custGeom>
              <a:avLst/>
              <a:gdLst/>
              <a:ahLst/>
              <a:cxnLst/>
              <a:rect l="l" t="t" r="r" b="b"/>
              <a:pathLst>
                <a:path w="14324" h="14312" extrusionOk="0">
                  <a:moveTo>
                    <a:pt x="6918" y="1000"/>
                  </a:moveTo>
                  <a:cubicBezTo>
                    <a:pt x="6990" y="1000"/>
                    <a:pt x="7061" y="1095"/>
                    <a:pt x="7144" y="1095"/>
                  </a:cubicBezTo>
                  <a:cubicBezTo>
                    <a:pt x="7216" y="1095"/>
                    <a:pt x="7287" y="1048"/>
                    <a:pt x="7347" y="1048"/>
                  </a:cubicBezTo>
                  <a:cubicBezTo>
                    <a:pt x="7418" y="1048"/>
                    <a:pt x="7502" y="1024"/>
                    <a:pt x="7573" y="1024"/>
                  </a:cubicBezTo>
                  <a:cubicBezTo>
                    <a:pt x="7644" y="1024"/>
                    <a:pt x="7716" y="1024"/>
                    <a:pt x="7799" y="1036"/>
                  </a:cubicBezTo>
                  <a:cubicBezTo>
                    <a:pt x="7871" y="1036"/>
                    <a:pt x="7930" y="1084"/>
                    <a:pt x="8002" y="1084"/>
                  </a:cubicBezTo>
                  <a:cubicBezTo>
                    <a:pt x="8073" y="1095"/>
                    <a:pt x="8133" y="1119"/>
                    <a:pt x="8216" y="1143"/>
                  </a:cubicBezTo>
                  <a:cubicBezTo>
                    <a:pt x="8287" y="1155"/>
                    <a:pt x="8347" y="1203"/>
                    <a:pt x="8418" y="1214"/>
                  </a:cubicBezTo>
                  <a:cubicBezTo>
                    <a:pt x="8433" y="1217"/>
                    <a:pt x="8449" y="1218"/>
                    <a:pt x="8465" y="1218"/>
                  </a:cubicBezTo>
                  <a:cubicBezTo>
                    <a:pt x="8508" y="1218"/>
                    <a:pt x="8554" y="1211"/>
                    <a:pt x="8598" y="1211"/>
                  </a:cubicBezTo>
                  <a:cubicBezTo>
                    <a:pt x="8614" y="1211"/>
                    <a:pt x="8629" y="1212"/>
                    <a:pt x="8645" y="1214"/>
                  </a:cubicBezTo>
                  <a:cubicBezTo>
                    <a:pt x="8680" y="1220"/>
                    <a:pt x="8716" y="1220"/>
                    <a:pt x="8753" y="1220"/>
                  </a:cubicBezTo>
                  <a:cubicBezTo>
                    <a:pt x="8790" y="1220"/>
                    <a:pt x="8829" y="1220"/>
                    <a:pt x="8871" y="1226"/>
                  </a:cubicBezTo>
                  <a:cubicBezTo>
                    <a:pt x="8942" y="1238"/>
                    <a:pt x="8990" y="1345"/>
                    <a:pt x="9049" y="1357"/>
                  </a:cubicBezTo>
                  <a:cubicBezTo>
                    <a:pt x="9064" y="1362"/>
                    <a:pt x="9080" y="1364"/>
                    <a:pt x="9096" y="1364"/>
                  </a:cubicBezTo>
                  <a:cubicBezTo>
                    <a:pt x="9139" y="1364"/>
                    <a:pt x="9184" y="1350"/>
                    <a:pt x="9223" y="1350"/>
                  </a:cubicBezTo>
                  <a:cubicBezTo>
                    <a:pt x="9237" y="1350"/>
                    <a:pt x="9251" y="1352"/>
                    <a:pt x="9264" y="1357"/>
                  </a:cubicBezTo>
                  <a:cubicBezTo>
                    <a:pt x="9347" y="1393"/>
                    <a:pt x="9359" y="1512"/>
                    <a:pt x="9430" y="1536"/>
                  </a:cubicBezTo>
                  <a:cubicBezTo>
                    <a:pt x="9449" y="1547"/>
                    <a:pt x="9472" y="1550"/>
                    <a:pt x="9497" y="1550"/>
                  </a:cubicBezTo>
                  <a:cubicBezTo>
                    <a:pt x="9527" y="1550"/>
                    <a:pt x="9560" y="1546"/>
                    <a:pt x="9590" y="1546"/>
                  </a:cubicBezTo>
                  <a:cubicBezTo>
                    <a:pt x="9615" y="1546"/>
                    <a:pt x="9638" y="1549"/>
                    <a:pt x="9657" y="1560"/>
                  </a:cubicBezTo>
                  <a:cubicBezTo>
                    <a:pt x="9716" y="1584"/>
                    <a:pt x="9788" y="1595"/>
                    <a:pt x="9859" y="1631"/>
                  </a:cubicBezTo>
                  <a:cubicBezTo>
                    <a:pt x="9918" y="1655"/>
                    <a:pt x="9966" y="1738"/>
                    <a:pt x="10038" y="1762"/>
                  </a:cubicBezTo>
                  <a:cubicBezTo>
                    <a:pt x="10097" y="1798"/>
                    <a:pt x="10157" y="1857"/>
                    <a:pt x="10216" y="1881"/>
                  </a:cubicBezTo>
                  <a:cubicBezTo>
                    <a:pt x="10276" y="1917"/>
                    <a:pt x="10371" y="1893"/>
                    <a:pt x="10430" y="1941"/>
                  </a:cubicBezTo>
                  <a:cubicBezTo>
                    <a:pt x="10490" y="1988"/>
                    <a:pt x="10561" y="2000"/>
                    <a:pt x="10621" y="2036"/>
                  </a:cubicBezTo>
                  <a:cubicBezTo>
                    <a:pt x="10680" y="2072"/>
                    <a:pt x="10716" y="2155"/>
                    <a:pt x="10776" y="2191"/>
                  </a:cubicBezTo>
                  <a:cubicBezTo>
                    <a:pt x="10835" y="2238"/>
                    <a:pt x="10859" y="2310"/>
                    <a:pt x="10919" y="2357"/>
                  </a:cubicBezTo>
                  <a:cubicBezTo>
                    <a:pt x="10978" y="2405"/>
                    <a:pt x="11014" y="2465"/>
                    <a:pt x="11073" y="2512"/>
                  </a:cubicBezTo>
                  <a:cubicBezTo>
                    <a:pt x="11133" y="2548"/>
                    <a:pt x="11228" y="2536"/>
                    <a:pt x="11276" y="2584"/>
                  </a:cubicBezTo>
                  <a:cubicBezTo>
                    <a:pt x="11335" y="2631"/>
                    <a:pt x="11335" y="2727"/>
                    <a:pt x="11383" y="2774"/>
                  </a:cubicBezTo>
                  <a:cubicBezTo>
                    <a:pt x="11431" y="2822"/>
                    <a:pt x="11502" y="2846"/>
                    <a:pt x="11562" y="2905"/>
                  </a:cubicBezTo>
                  <a:cubicBezTo>
                    <a:pt x="11609" y="2953"/>
                    <a:pt x="11633" y="3024"/>
                    <a:pt x="11681" y="3084"/>
                  </a:cubicBezTo>
                  <a:cubicBezTo>
                    <a:pt x="11728" y="3143"/>
                    <a:pt x="11847" y="3131"/>
                    <a:pt x="11883" y="3191"/>
                  </a:cubicBezTo>
                  <a:cubicBezTo>
                    <a:pt x="11931" y="3250"/>
                    <a:pt x="11919" y="3358"/>
                    <a:pt x="11966" y="3417"/>
                  </a:cubicBezTo>
                  <a:cubicBezTo>
                    <a:pt x="12002" y="3477"/>
                    <a:pt x="12038" y="3536"/>
                    <a:pt x="12085" y="3596"/>
                  </a:cubicBezTo>
                  <a:cubicBezTo>
                    <a:pt x="12121" y="3655"/>
                    <a:pt x="12216" y="3667"/>
                    <a:pt x="12264" y="3727"/>
                  </a:cubicBezTo>
                  <a:cubicBezTo>
                    <a:pt x="12300" y="3786"/>
                    <a:pt x="12347" y="3846"/>
                    <a:pt x="12383" y="3905"/>
                  </a:cubicBezTo>
                  <a:cubicBezTo>
                    <a:pt x="12419" y="3965"/>
                    <a:pt x="12443" y="4036"/>
                    <a:pt x="12478" y="4096"/>
                  </a:cubicBezTo>
                  <a:cubicBezTo>
                    <a:pt x="12514" y="4155"/>
                    <a:pt x="12585" y="4203"/>
                    <a:pt x="12621" y="4262"/>
                  </a:cubicBezTo>
                  <a:cubicBezTo>
                    <a:pt x="12645" y="4322"/>
                    <a:pt x="12585" y="4441"/>
                    <a:pt x="12621" y="4501"/>
                  </a:cubicBezTo>
                  <a:cubicBezTo>
                    <a:pt x="12645" y="4560"/>
                    <a:pt x="12776" y="4596"/>
                    <a:pt x="12812" y="4655"/>
                  </a:cubicBezTo>
                  <a:cubicBezTo>
                    <a:pt x="12836" y="4715"/>
                    <a:pt x="12859" y="4786"/>
                    <a:pt x="12883" y="4858"/>
                  </a:cubicBezTo>
                  <a:cubicBezTo>
                    <a:pt x="12919" y="4917"/>
                    <a:pt x="12931" y="4989"/>
                    <a:pt x="12943" y="5072"/>
                  </a:cubicBezTo>
                  <a:cubicBezTo>
                    <a:pt x="12978" y="5144"/>
                    <a:pt x="12978" y="5203"/>
                    <a:pt x="13002" y="5275"/>
                  </a:cubicBezTo>
                  <a:cubicBezTo>
                    <a:pt x="13038" y="5346"/>
                    <a:pt x="12990" y="5429"/>
                    <a:pt x="13014" y="5501"/>
                  </a:cubicBezTo>
                  <a:cubicBezTo>
                    <a:pt x="13038" y="5572"/>
                    <a:pt x="13062" y="5632"/>
                    <a:pt x="13074" y="5703"/>
                  </a:cubicBezTo>
                  <a:cubicBezTo>
                    <a:pt x="13097" y="5786"/>
                    <a:pt x="13133" y="5846"/>
                    <a:pt x="13157" y="5906"/>
                  </a:cubicBezTo>
                  <a:cubicBezTo>
                    <a:pt x="13169" y="5977"/>
                    <a:pt x="13217" y="6037"/>
                    <a:pt x="13228" y="6108"/>
                  </a:cubicBezTo>
                  <a:cubicBezTo>
                    <a:pt x="13240" y="6179"/>
                    <a:pt x="13193" y="6263"/>
                    <a:pt x="13217" y="6334"/>
                  </a:cubicBezTo>
                  <a:cubicBezTo>
                    <a:pt x="13228" y="6406"/>
                    <a:pt x="13217" y="6477"/>
                    <a:pt x="13217" y="6537"/>
                  </a:cubicBezTo>
                  <a:cubicBezTo>
                    <a:pt x="13228" y="6620"/>
                    <a:pt x="13228" y="6679"/>
                    <a:pt x="13228" y="6751"/>
                  </a:cubicBezTo>
                  <a:cubicBezTo>
                    <a:pt x="13228" y="6822"/>
                    <a:pt x="13240" y="6882"/>
                    <a:pt x="13240" y="6953"/>
                  </a:cubicBezTo>
                  <a:lnTo>
                    <a:pt x="13240" y="7168"/>
                  </a:lnTo>
                  <a:cubicBezTo>
                    <a:pt x="13240" y="7239"/>
                    <a:pt x="13288" y="7310"/>
                    <a:pt x="13288" y="7370"/>
                  </a:cubicBezTo>
                  <a:cubicBezTo>
                    <a:pt x="13288" y="7453"/>
                    <a:pt x="13240" y="7513"/>
                    <a:pt x="13240" y="7584"/>
                  </a:cubicBezTo>
                  <a:lnTo>
                    <a:pt x="13240" y="7787"/>
                  </a:lnTo>
                  <a:cubicBezTo>
                    <a:pt x="13240" y="7870"/>
                    <a:pt x="13193" y="7930"/>
                    <a:pt x="13181" y="8001"/>
                  </a:cubicBezTo>
                  <a:cubicBezTo>
                    <a:pt x="13169" y="8072"/>
                    <a:pt x="13228" y="8144"/>
                    <a:pt x="13217" y="8227"/>
                  </a:cubicBezTo>
                  <a:cubicBezTo>
                    <a:pt x="13193" y="8299"/>
                    <a:pt x="13133" y="8358"/>
                    <a:pt x="13121" y="8430"/>
                  </a:cubicBezTo>
                  <a:cubicBezTo>
                    <a:pt x="13109" y="8501"/>
                    <a:pt x="13133" y="8584"/>
                    <a:pt x="13109" y="8656"/>
                  </a:cubicBezTo>
                  <a:cubicBezTo>
                    <a:pt x="13097" y="8727"/>
                    <a:pt x="13038" y="8787"/>
                    <a:pt x="13014" y="8846"/>
                  </a:cubicBezTo>
                  <a:cubicBezTo>
                    <a:pt x="13002" y="8918"/>
                    <a:pt x="13014" y="9001"/>
                    <a:pt x="13002" y="9073"/>
                  </a:cubicBezTo>
                  <a:cubicBezTo>
                    <a:pt x="12990" y="9144"/>
                    <a:pt x="12943" y="9204"/>
                    <a:pt x="12931" y="9263"/>
                  </a:cubicBezTo>
                  <a:cubicBezTo>
                    <a:pt x="12978" y="9275"/>
                    <a:pt x="12978" y="9358"/>
                    <a:pt x="12943" y="9430"/>
                  </a:cubicBezTo>
                  <a:cubicBezTo>
                    <a:pt x="12907" y="9489"/>
                    <a:pt x="12859" y="9549"/>
                    <a:pt x="12824" y="9608"/>
                  </a:cubicBezTo>
                  <a:cubicBezTo>
                    <a:pt x="12800" y="9668"/>
                    <a:pt x="12716" y="9716"/>
                    <a:pt x="12693" y="9787"/>
                  </a:cubicBezTo>
                  <a:cubicBezTo>
                    <a:pt x="12657" y="9846"/>
                    <a:pt x="12621" y="9906"/>
                    <a:pt x="12585" y="9977"/>
                  </a:cubicBezTo>
                  <a:cubicBezTo>
                    <a:pt x="12562" y="10037"/>
                    <a:pt x="12514" y="10097"/>
                    <a:pt x="12478" y="10168"/>
                  </a:cubicBezTo>
                  <a:cubicBezTo>
                    <a:pt x="12455" y="10227"/>
                    <a:pt x="12443" y="10311"/>
                    <a:pt x="12395" y="10358"/>
                  </a:cubicBezTo>
                  <a:cubicBezTo>
                    <a:pt x="12347" y="10418"/>
                    <a:pt x="12395" y="10525"/>
                    <a:pt x="12347" y="10585"/>
                  </a:cubicBezTo>
                  <a:cubicBezTo>
                    <a:pt x="12300" y="10644"/>
                    <a:pt x="12264" y="10692"/>
                    <a:pt x="12216" y="10751"/>
                  </a:cubicBezTo>
                  <a:cubicBezTo>
                    <a:pt x="12169" y="10811"/>
                    <a:pt x="12109" y="10859"/>
                    <a:pt x="12062" y="10918"/>
                  </a:cubicBezTo>
                  <a:cubicBezTo>
                    <a:pt x="12026" y="10978"/>
                    <a:pt x="12002" y="11049"/>
                    <a:pt x="11943" y="11109"/>
                  </a:cubicBezTo>
                  <a:cubicBezTo>
                    <a:pt x="11907" y="11168"/>
                    <a:pt x="11800" y="11168"/>
                    <a:pt x="11752" y="11228"/>
                  </a:cubicBezTo>
                  <a:cubicBezTo>
                    <a:pt x="11704" y="11287"/>
                    <a:pt x="11704" y="11394"/>
                    <a:pt x="11669" y="11430"/>
                  </a:cubicBezTo>
                  <a:cubicBezTo>
                    <a:pt x="11621" y="11478"/>
                    <a:pt x="11526" y="11490"/>
                    <a:pt x="11466" y="11549"/>
                  </a:cubicBezTo>
                  <a:cubicBezTo>
                    <a:pt x="11431" y="11597"/>
                    <a:pt x="11407" y="11704"/>
                    <a:pt x="11347" y="11751"/>
                  </a:cubicBezTo>
                  <a:cubicBezTo>
                    <a:pt x="11288" y="11787"/>
                    <a:pt x="11204" y="11787"/>
                    <a:pt x="11145" y="11835"/>
                  </a:cubicBezTo>
                  <a:cubicBezTo>
                    <a:pt x="11085" y="11882"/>
                    <a:pt x="11073" y="11966"/>
                    <a:pt x="11014" y="12013"/>
                  </a:cubicBezTo>
                  <a:cubicBezTo>
                    <a:pt x="10954" y="12061"/>
                    <a:pt x="10847" y="12025"/>
                    <a:pt x="10788" y="12073"/>
                  </a:cubicBezTo>
                  <a:cubicBezTo>
                    <a:pt x="10728" y="12121"/>
                    <a:pt x="10680" y="12168"/>
                    <a:pt x="10621" y="12204"/>
                  </a:cubicBezTo>
                  <a:cubicBezTo>
                    <a:pt x="10561" y="12252"/>
                    <a:pt x="10550" y="12347"/>
                    <a:pt x="10478" y="12383"/>
                  </a:cubicBezTo>
                  <a:cubicBezTo>
                    <a:pt x="10419" y="12430"/>
                    <a:pt x="10335" y="12430"/>
                    <a:pt x="10276" y="12478"/>
                  </a:cubicBezTo>
                  <a:cubicBezTo>
                    <a:pt x="10216" y="12502"/>
                    <a:pt x="10145" y="12525"/>
                    <a:pt x="10073" y="12549"/>
                  </a:cubicBezTo>
                  <a:cubicBezTo>
                    <a:pt x="10014" y="12585"/>
                    <a:pt x="9978" y="12704"/>
                    <a:pt x="9918" y="12728"/>
                  </a:cubicBezTo>
                  <a:cubicBezTo>
                    <a:pt x="9889" y="12746"/>
                    <a:pt x="9850" y="12746"/>
                    <a:pt x="9811" y="12746"/>
                  </a:cubicBezTo>
                  <a:cubicBezTo>
                    <a:pt x="9773" y="12746"/>
                    <a:pt x="9734" y="12746"/>
                    <a:pt x="9704" y="12764"/>
                  </a:cubicBezTo>
                  <a:cubicBezTo>
                    <a:pt x="9645" y="12787"/>
                    <a:pt x="9561" y="12799"/>
                    <a:pt x="9502" y="12835"/>
                  </a:cubicBezTo>
                  <a:cubicBezTo>
                    <a:pt x="9442" y="12871"/>
                    <a:pt x="9407" y="12954"/>
                    <a:pt x="9323" y="12990"/>
                  </a:cubicBezTo>
                  <a:cubicBezTo>
                    <a:pt x="9313" y="12993"/>
                    <a:pt x="9302" y="12995"/>
                    <a:pt x="9291" y="12995"/>
                  </a:cubicBezTo>
                  <a:cubicBezTo>
                    <a:pt x="9238" y="12995"/>
                    <a:pt x="9180" y="12961"/>
                    <a:pt x="9122" y="12961"/>
                  </a:cubicBezTo>
                  <a:cubicBezTo>
                    <a:pt x="9109" y="12961"/>
                    <a:pt x="9097" y="12962"/>
                    <a:pt x="9085" y="12966"/>
                  </a:cubicBezTo>
                  <a:cubicBezTo>
                    <a:pt x="9014" y="13002"/>
                    <a:pt x="8990" y="13085"/>
                    <a:pt x="8906" y="13121"/>
                  </a:cubicBezTo>
                  <a:cubicBezTo>
                    <a:pt x="8898" y="13122"/>
                    <a:pt x="8890" y="13123"/>
                    <a:pt x="8882" y="13123"/>
                  </a:cubicBezTo>
                  <a:cubicBezTo>
                    <a:pt x="8839" y="13123"/>
                    <a:pt x="8796" y="13107"/>
                    <a:pt x="8753" y="13107"/>
                  </a:cubicBezTo>
                  <a:cubicBezTo>
                    <a:pt x="8733" y="13107"/>
                    <a:pt x="8712" y="13111"/>
                    <a:pt x="8692" y="13121"/>
                  </a:cubicBezTo>
                  <a:cubicBezTo>
                    <a:pt x="8609" y="13133"/>
                    <a:pt x="8549" y="13180"/>
                    <a:pt x="8478" y="13192"/>
                  </a:cubicBezTo>
                  <a:cubicBezTo>
                    <a:pt x="8406" y="13204"/>
                    <a:pt x="8347" y="13252"/>
                    <a:pt x="8275" y="13252"/>
                  </a:cubicBezTo>
                  <a:cubicBezTo>
                    <a:pt x="8248" y="13256"/>
                    <a:pt x="8221" y="13257"/>
                    <a:pt x="8196" y="13257"/>
                  </a:cubicBezTo>
                  <a:cubicBezTo>
                    <a:pt x="8144" y="13257"/>
                    <a:pt x="8097" y="13252"/>
                    <a:pt x="8049" y="13252"/>
                  </a:cubicBezTo>
                  <a:cubicBezTo>
                    <a:pt x="8041" y="13253"/>
                    <a:pt x="8033" y="13254"/>
                    <a:pt x="8025" y="13254"/>
                  </a:cubicBezTo>
                  <a:cubicBezTo>
                    <a:pt x="7959" y="13254"/>
                    <a:pt x="7886" y="13216"/>
                    <a:pt x="7823" y="13216"/>
                  </a:cubicBezTo>
                  <a:cubicBezTo>
                    <a:pt x="7752" y="13240"/>
                    <a:pt x="7692" y="13252"/>
                    <a:pt x="7621" y="13252"/>
                  </a:cubicBezTo>
                  <a:cubicBezTo>
                    <a:pt x="7537" y="13252"/>
                    <a:pt x="7478" y="13311"/>
                    <a:pt x="7406" y="13323"/>
                  </a:cubicBezTo>
                  <a:cubicBezTo>
                    <a:pt x="7335" y="13323"/>
                    <a:pt x="7263" y="13287"/>
                    <a:pt x="7180" y="13287"/>
                  </a:cubicBezTo>
                  <a:cubicBezTo>
                    <a:pt x="7109" y="13287"/>
                    <a:pt x="7037" y="13299"/>
                    <a:pt x="6978" y="13299"/>
                  </a:cubicBezTo>
                  <a:cubicBezTo>
                    <a:pt x="6906" y="13299"/>
                    <a:pt x="6847" y="13252"/>
                    <a:pt x="6763" y="13252"/>
                  </a:cubicBezTo>
                  <a:cubicBezTo>
                    <a:pt x="6692" y="13252"/>
                    <a:pt x="6620" y="13323"/>
                    <a:pt x="6549" y="13323"/>
                  </a:cubicBezTo>
                  <a:cubicBezTo>
                    <a:pt x="6466" y="13323"/>
                    <a:pt x="6406" y="13264"/>
                    <a:pt x="6335" y="13264"/>
                  </a:cubicBezTo>
                  <a:cubicBezTo>
                    <a:pt x="6263" y="13252"/>
                    <a:pt x="6204" y="13204"/>
                    <a:pt x="6132" y="13192"/>
                  </a:cubicBezTo>
                  <a:cubicBezTo>
                    <a:pt x="6115" y="13190"/>
                    <a:pt x="6098" y="13189"/>
                    <a:pt x="6081" y="13189"/>
                  </a:cubicBezTo>
                  <a:cubicBezTo>
                    <a:pt x="6035" y="13189"/>
                    <a:pt x="5993" y="13196"/>
                    <a:pt x="5951" y="13196"/>
                  </a:cubicBezTo>
                  <a:cubicBezTo>
                    <a:pt x="5936" y="13196"/>
                    <a:pt x="5921" y="13195"/>
                    <a:pt x="5906" y="13192"/>
                  </a:cubicBezTo>
                  <a:cubicBezTo>
                    <a:pt x="5835" y="13180"/>
                    <a:pt x="5775" y="13145"/>
                    <a:pt x="5692" y="13133"/>
                  </a:cubicBezTo>
                  <a:cubicBezTo>
                    <a:pt x="5676" y="13130"/>
                    <a:pt x="5659" y="13129"/>
                    <a:pt x="5643" y="13129"/>
                  </a:cubicBezTo>
                  <a:cubicBezTo>
                    <a:pt x="5614" y="13129"/>
                    <a:pt x="5585" y="13132"/>
                    <a:pt x="5557" y="13132"/>
                  </a:cubicBezTo>
                  <a:cubicBezTo>
                    <a:pt x="5530" y="13132"/>
                    <a:pt x="5504" y="13130"/>
                    <a:pt x="5477" y="13121"/>
                  </a:cubicBezTo>
                  <a:cubicBezTo>
                    <a:pt x="5394" y="13109"/>
                    <a:pt x="5358" y="13025"/>
                    <a:pt x="5275" y="13002"/>
                  </a:cubicBezTo>
                  <a:cubicBezTo>
                    <a:pt x="5204" y="12990"/>
                    <a:pt x="5144" y="12954"/>
                    <a:pt x="5073" y="12942"/>
                  </a:cubicBezTo>
                  <a:cubicBezTo>
                    <a:pt x="5001" y="12906"/>
                    <a:pt x="4954" y="12847"/>
                    <a:pt x="4894" y="12823"/>
                  </a:cubicBezTo>
                  <a:cubicBezTo>
                    <a:pt x="4823" y="12787"/>
                    <a:pt x="4763" y="12775"/>
                    <a:pt x="4704" y="12752"/>
                  </a:cubicBezTo>
                  <a:cubicBezTo>
                    <a:pt x="4644" y="12716"/>
                    <a:pt x="4561" y="12692"/>
                    <a:pt x="4501" y="12656"/>
                  </a:cubicBezTo>
                  <a:cubicBezTo>
                    <a:pt x="4442" y="12633"/>
                    <a:pt x="4358" y="12644"/>
                    <a:pt x="4287" y="12609"/>
                  </a:cubicBezTo>
                  <a:cubicBezTo>
                    <a:pt x="4227" y="12585"/>
                    <a:pt x="4168" y="12525"/>
                    <a:pt x="4108" y="12490"/>
                  </a:cubicBezTo>
                  <a:cubicBezTo>
                    <a:pt x="4049" y="12466"/>
                    <a:pt x="3965" y="12454"/>
                    <a:pt x="3906" y="12406"/>
                  </a:cubicBezTo>
                  <a:cubicBezTo>
                    <a:pt x="3846" y="12359"/>
                    <a:pt x="3822" y="12287"/>
                    <a:pt x="3763" y="12240"/>
                  </a:cubicBezTo>
                  <a:cubicBezTo>
                    <a:pt x="3703" y="12192"/>
                    <a:pt x="3632" y="12168"/>
                    <a:pt x="3584" y="12132"/>
                  </a:cubicBezTo>
                  <a:cubicBezTo>
                    <a:pt x="3525" y="12097"/>
                    <a:pt x="3453" y="12073"/>
                    <a:pt x="3394" y="12037"/>
                  </a:cubicBezTo>
                  <a:cubicBezTo>
                    <a:pt x="3334" y="11990"/>
                    <a:pt x="3251" y="11978"/>
                    <a:pt x="3191" y="11930"/>
                  </a:cubicBezTo>
                  <a:cubicBezTo>
                    <a:pt x="3132" y="11882"/>
                    <a:pt x="3132" y="11775"/>
                    <a:pt x="3072" y="11740"/>
                  </a:cubicBezTo>
                  <a:cubicBezTo>
                    <a:pt x="3013" y="11692"/>
                    <a:pt x="2953" y="11656"/>
                    <a:pt x="2894" y="11621"/>
                  </a:cubicBezTo>
                  <a:lnTo>
                    <a:pt x="2751" y="11466"/>
                  </a:lnTo>
                  <a:cubicBezTo>
                    <a:pt x="2703" y="11418"/>
                    <a:pt x="2691" y="11335"/>
                    <a:pt x="2632" y="11275"/>
                  </a:cubicBezTo>
                  <a:cubicBezTo>
                    <a:pt x="2584" y="11216"/>
                    <a:pt x="2560" y="11156"/>
                    <a:pt x="2501" y="11097"/>
                  </a:cubicBezTo>
                  <a:cubicBezTo>
                    <a:pt x="2453" y="11037"/>
                    <a:pt x="2334" y="11037"/>
                    <a:pt x="2287" y="10989"/>
                  </a:cubicBezTo>
                  <a:cubicBezTo>
                    <a:pt x="2239" y="10930"/>
                    <a:pt x="2263" y="10847"/>
                    <a:pt x="2215" y="10787"/>
                  </a:cubicBezTo>
                  <a:cubicBezTo>
                    <a:pt x="2168" y="10728"/>
                    <a:pt x="2096" y="10692"/>
                    <a:pt x="2048" y="10632"/>
                  </a:cubicBezTo>
                  <a:cubicBezTo>
                    <a:pt x="2001" y="10573"/>
                    <a:pt x="2025" y="10489"/>
                    <a:pt x="1977" y="10430"/>
                  </a:cubicBezTo>
                  <a:cubicBezTo>
                    <a:pt x="1929" y="10370"/>
                    <a:pt x="1870" y="10323"/>
                    <a:pt x="1846" y="10263"/>
                  </a:cubicBezTo>
                  <a:cubicBezTo>
                    <a:pt x="1810" y="10204"/>
                    <a:pt x="1763" y="10144"/>
                    <a:pt x="1727" y="10085"/>
                  </a:cubicBezTo>
                  <a:cubicBezTo>
                    <a:pt x="1691" y="10025"/>
                    <a:pt x="1679" y="9954"/>
                    <a:pt x="1644" y="9870"/>
                  </a:cubicBezTo>
                  <a:cubicBezTo>
                    <a:pt x="1620" y="9811"/>
                    <a:pt x="1560" y="9751"/>
                    <a:pt x="1525" y="9692"/>
                  </a:cubicBezTo>
                  <a:cubicBezTo>
                    <a:pt x="1501" y="9632"/>
                    <a:pt x="1513" y="9549"/>
                    <a:pt x="1489" y="9489"/>
                  </a:cubicBezTo>
                  <a:cubicBezTo>
                    <a:pt x="1453" y="9430"/>
                    <a:pt x="1382" y="9370"/>
                    <a:pt x="1346" y="9311"/>
                  </a:cubicBezTo>
                  <a:cubicBezTo>
                    <a:pt x="1322" y="9239"/>
                    <a:pt x="1310" y="9180"/>
                    <a:pt x="1275" y="9096"/>
                  </a:cubicBezTo>
                  <a:cubicBezTo>
                    <a:pt x="1251" y="9025"/>
                    <a:pt x="1227" y="8965"/>
                    <a:pt x="1215" y="8894"/>
                  </a:cubicBezTo>
                  <a:cubicBezTo>
                    <a:pt x="1203" y="8823"/>
                    <a:pt x="1263" y="8727"/>
                    <a:pt x="1251" y="8668"/>
                  </a:cubicBezTo>
                  <a:cubicBezTo>
                    <a:pt x="1227" y="8596"/>
                    <a:pt x="1144" y="8549"/>
                    <a:pt x="1132" y="8477"/>
                  </a:cubicBezTo>
                  <a:cubicBezTo>
                    <a:pt x="1108" y="8406"/>
                    <a:pt x="1108" y="8322"/>
                    <a:pt x="1108" y="8263"/>
                  </a:cubicBezTo>
                  <a:cubicBezTo>
                    <a:pt x="1096" y="8192"/>
                    <a:pt x="1108" y="8120"/>
                    <a:pt x="1108" y="8049"/>
                  </a:cubicBezTo>
                  <a:cubicBezTo>
                    <a:pt x="1096" y="7965"/>
                    <a:pt x="1084" y="7906"/>
                    <a:pt x="1072" y="7834"/>
                  </a:cubicBezTo>
                  <a:cubicBezTo>
                    <a:pt x="1048" y="7763"/>
                    <a:pt x="1048" y="7691"/>
                    <a:pt x="1048" y="7632"/>
                  </a:cubicBezTo>
                  <a:cubicBezTo>
                    <a:pt x="1048" y="7549"/>
                    <a:pt x="1025" y="7477"/>
                    <a:pt x="1025" y="7418"/>
                  </a:cubicBezTo>
                  <a:lnTo>
                    <a:pt x="1025" y="7215"/>
                  </a:lnTo>
                  <a:cubicBezTo>
                    <a:pt x="1025" y="7132"/>
                    <a:pt x="1036" y="7060"/>
                    <a:pt x="1036" y="7001"/>
                  </a:cubicBezTo>
                  <a:cubicBezTo>
                    <a:pt x="1036" y="6929"/>
                    <a:pt x="977" y="6858"/>
                    <a:pt x="977" y="6775"/>
                  </a:cubicBezTo>
                  <a:cubicBezTo>
                    <a:pt x="977" y="6703"/>
                    <a:pt x="1072" y="6644"/>
                    <a:pt x="1072" y="6572"/>
                  </a:cubicBezTo>
                  <a:cubicBezTo>
                    <a:pt x="1072" y="6501"/>
                    <a:pt x="1025" y="6418"/>
                    <a:pt x="1025" y="6346"/>
                  </a:cubicBezTo>
                  <a:cubicBezTo>
                    <a:pt x="1036" y="6275"/>
                    <a:pt x="1108" y="6215"/>
                    <a:pt x="1132" y="6144"/>
                  </a:cubicBezTo>
                  <a:cubicBezTo>
                    <a:pt x="1144" y="6060"/>
                    <a:pt x="1084" y="5989"/>
                    <a:pt x="1096" y="5917"/>
                  </a:cubicBezTo>
                  <a:cubicBezTo>
                    <a:pt x="1108" y="5846"/>
                    <a:pt x="1203" y="5798"/>
                    <a:pt x="1227" y="5727"/>
                  </a:cubicBezTo>
                  <a:cubicBezTo>
                    <a:pt x="1251" y="5644"/>
                    <a:pt x="1227" y="5572"/>
                    <a:pt x="1263" y="5513"/>
                  </a:cubicBezTo>
                  <a:cubicBezTo>
                    <a:pt x="1275" y="5441"/>
                    <a:pt x="1251" y="5370"/>
                    <a:pt x="1275" y="5286"/>
                  </a:cubicBezTo>
                  <a:cubicBezTo>
                    <a:pt x="1286" y="5215"/>
                    <a:pt x="1310" y="5144"/>
                    <a:pt x="1322" y="5084"/>
                  </a:cubicBezTo>
                  <a:cubicBezTo>
                    <a:pt x="1346" y="5013"/>
                    <a:pt x="1382" y="4953"/>
                    <a:pt x="1394" y="4870"/>
                  </a:cubicBezTo>
                  <a:cubicBezTo>
                    <a:pt x="1429" y="4798"/>
                    <a:pt x="1525" y="4774"/>
                    <a:pt x="1560" y="4715"/>
                  </a:cubicBezTo>
                  <a:cubicBezTo>
                    <a:pt x="1584" y="4655"/>
                    <a:pt x="1572" y="4560"/>
                    <a:pt x="1608" y="4501"/>
                  </a:cubicBezTo>
                  <a:cubicBezTo>
                    <a:pt x="1632" y="4441"/>
                    <a:pt x="1727" y="4393"/>
                    <a:pt x="1751" y="4334"/>
                  </a:cubicBezTo>
                  <a:cubicBezTo>
                    <a:pt x="1787" y="4274"/>
                    <a:pt x="1751" y="4179"/>
                    <a:pt x="1798" y="4120"/>
                  </a:cubicBezTo>
                  <a:cubicBezTo>
                    <a:pt x="1822" y="4060"/>
                    <a:pt x="1870" y="4001"/>
                    <a:pt x="1906" y="3941"/>
                  </a:cubicBezTo>
                  <a:cubicBezTo>
                    <a:pt x="1941" y="3881"/>
                    <a:pt x="2025" y="3846"/>
                    <a:pt x="2048" y="3786"/>
                  </a:cubicBezTo>
                  <a:cubicBezTo>
                    <a:pt x="2096" y="3727"/>
                    <a:pt x="2084" y="3643"/>
                    <a:pt x="2120" y="3584"/>
                  </a:cubicBezTo>
                  <a:cubicBezTo>
                    <a:pt x="2168" y="3524"/>
                    <a:pt x="2287" y="3524"/>
                    <a:pt x="2334" y="3465"/>
                  </a:cubicBezTo>
                  <a:cubicBezTo>
                    <a:pt x="2382" y="3405"/>
                    <a:pt x="2406" y="3322"/>
                    <a:pt x="2453" y="3286"/>
                  </a:cubicBezTo>
                  <a:cubicBezTo>
                    <a:pt x="2501" y="3227"/>
                    <a:pt x="2525" y="3167"/>
                    <a:pt x="2572" y="3108"/>
                  </a:cubicBezTo>
                  <a:cubicBezTo>
                    <a:pt x="2620" y="3048"/>
                    <a:pt x="2656" y="2989"/>
                    <a:pt x="2703" y="2941"/>
                  </a:cubicBezTo>
                  <a:cubicBezTo>
                    <a:pt x="2751" y="2893"/>
                    <a:pt x="2834" y="2869"/>
                    <a:pt x="2882" y="2822"/>
                  </a:cubicBezTo>
                  <a:cubicBezTo>
                    <a:pt x="2930" y="2774"/>
                    <a:pt x="2941" y="2667"/>
                    <a:pt x="3001" y="2631"/>
                  </a:cubicBezTo>
                  <a:cubicBezTo>
                    <a:pt x="3060" y="2584"/>
                    <a:pt x="3132" y="2548"/>
                    <a:pt x="3180" y="2512"/>
                  </a:cubicBezTo>
                  <a:cubicBezTo>
                    <a:pt x="3239" y="2465"/>
                    <a:pt x="3311" y="2453"/>
                    <a:pt x="3370" y="2405"/>
                  </a:cubicBezTo>
                  <a:cubicBezTo>
                    <a:pt x="3430" y="2357"/>
                    <a:pt x="3477" y="2298"/>
                    <a:pt x="3537" y="2250"/>
                  </a:cubicBezTo>
                  <a:cubicBezTo>
                    <a:pt x="3596" y="2215"/>
                    <a:pt x="3656" y="2167"/>
                    <a:pt x="3715" y="2131"/>
                  </a:cubicBezTo>
                  <a:cubicBezTo>
                    <a:pt x="3775" y="2096"/>
                    <a:pt x="3846" y="2072"/>
                    <a:pt x="3906" y="2036"/>
                  </a:cubicBezTo>
                  <a:cubicBezTo>
                    <a:pt x="3965" y="1988"/>
                    <a:pt x="4025" y="1953"/>
                    <a:pt x="4084" y="1917"/>
                  </a:cubicBezTo>
                  <a:cubicBezTo>
                    <a:pt x="4144" y="1881"/>
                    <a:pt x="4168" y="1762"/>
                    <a:pt x="4239" y="1738"/>
                  </a:cubicBezTo>
                  <a:cubicBezTo>
                    <a:pt x="4299" y="1703"/>
                    <a:pt x="4382" y="1715"/>
                    <a:pt x="4465" y="1691"/>
                  </a:cubicBezTo>
                  <a:cubicBezTo>
                    <a:pt x="4525" y="1655"/>
                    <a:pt x="4596" y="1631"/>
                    <a:pt x="4656" y="1595"/>
                  </a:cubicBezTo>
                  <a:cubicBezTo>
                    <a:pt x="4715" y="1572"/>
                    <a:pt x="4799" y="1572"/>
                    <a:pt x="4858" y="1536"/>
                  </a:cubicBezTo>
                  <a:cubicBezTo>
                    <a:pt x="4918" y="1512"/>
                    <a:pt x="4977" y="1441"/>
                    <a:pt x="5037" y="1417"/>
                  </a:cubicBezTo>
                  <a:cubicBezTo>
                    <a:pt x="5120" y="1393"/>
                    <a:pt x="5156" y="1345"/>
                    <a:pt x="5239" y="1322"/>
                  </a:cubicBezTo>
                  <a:cubicBezTo>
                    <a:pt x="5256" y="1313"/>
                    <a:pt x="5274" y="1310"/>
                    <a:pt x="5292" y="1310"/>
                  </a:cubicBezTo>
                  <a:cubicBezTo>
                    <a:pt x="5342" y="1310"/>
                    <a:pt x="5394" y="1335"/>
                    <a:pt x="5436" y="1335"/>
                  </a:cubicBezTo>
                  <a:cubicBezTo>
                    <a:pt x="5442" y="1335"/>
                    <a:pt x="5448" y="1335"/>
                    <a:pt x="5454" y="1334"/>
                  </a:cubicBezTo>
                  <a:cubicBezTo>
                    <a:pt x="5537" y="1322"/>
                    <a:pt x="5597" y="1274"/>
                    <a:pt x="5668" y="1262"/>
                  </a:cubicBezTo>
                  <a:cubicBezTo>
                    <a:pt x="5739" y="1238"/>
                    <a:pt x="5787" y="1155"/>
                    <a:pt x="5858" y="1143"/>
                  </a:cubicBezTo>
                  <a:cubicBezTo>
                    <a:pt x="5868" y="1140"/>
                    <a:pt x="5877" y="1139"/>
                    <a:pt x="5887" y="1139"/>
                  </a:cubicBezTo>
                  <a:cubicBezTo>
                    <a:pt x="5944" y="1139"/>
                    <a:pt x="6010" y="1183"/>
                    <a:pt x="6060" y="1183"/>
                  </a:cubicBezTo>
                  <a:cubicBezTo>
                    <a:pt x="6069" y="1183"/>
                    <a:pt x="6077" y="1182"/>
                    <a:pt x="6085" y="1179"/>
                  </a:cubicBezTo>
                  <a:cubicBezTo>
                    <a:pt x="6156" y="1167"/>
                    <a:pt x="6228" y="1167"/>
                    <a:pt x="6287" y="1155"/>
                  </a:cubicBezTo>
                  <a:cubicBezTo>
                    <a:pt x="6370" y="1143"/>
                    <a:pt x="6430" y="1095"/>
                    <a:pt x="6501" y="1095"/>
                  </a:cubicBezTo>
                  <a:cubicBezTo>
                    <a:pt x="6573" y="1084"/>
                    <a:pt x="6632" y="1060"/>
                    <a:pt x="6704" y="1048"/>
                  </a:cubicBezTo>
                  <a:cubicBezTo>
                    <a:pt x="6787" y="1048"/>
                    <a:pt x="6859" y="1000"/>
                    <a:pt x="6918" y="1000"/>
                  </a:cubicBezTo>
                  <a:close/>
                  <a:moveTo>
                    <a:pt x="7001" y="0"/>
                  </a:moveTo>
                  <a:cubicBezTo>
                    <a:pt x="6930" y="0"/>
                    <a:pt x="6859" y="48"/>
                    <a:pt x="6799" y="60"/>
                  </a:cubicBezTo>
                  <a:cubicBezTo>
                    <a:pt x="6716" y="60"/>
                    <a:pt x="6644" y="36"/>
                    <a:pt x="6573" y="36"/>
                  </a:cubicBezTo>
                  <a:cubicBezTo>
                    <a:pt x="6501" y="36"/>
                    <a:pt x="6418" y="60"/>
                    <a:pt x="6359" y="60"/>
                  </a:cubicBezTo>
                  <a:cubicBezTo>
                    <a:pt x="6340" y="66"/>
                    <a:pt x="6321" y="68"/>
                    <a:pt x="6302" y="68"/>
                  </a:cubicBezTo>
                  <a:cubicBezTo>
                    <a:pt x="6260" y="68"/>
                    <a:pt x="6218" y="57"/>
                    <a:pt x="6176" y="57"/>
                  </a:cubicBezTo>
                  <a:cubicBezTo>
                    <a:pt x="6166" y="57"/>
                    <a:pt x="6155" y="58"/>
                    <a:pt x="6144" y="60"/>
                  </a:cubicBezTo>
                  <a:cubicBezTo>
                    <a:pt x="6061" y="83"/>
                    <a:pt x="6001" y="155"/>
                    <a:pt x="5930" y="167"/>
                  </a:cubicBezTo>
                  <a:cubicBezTo>
                    <a:pt x="5915" y="172"/>
                    <a:pt x="5901" y="174"/>
                    <a:pt x="5886" y="174"/>
                  </a:cubicBezTo>
                  <a:cubicBezTo>
                    <a:pt x="5837" y="174"/>
                    <a:pt x="5787" y="153"/>
                    <a:pt x="5732" y="153"/>
                  </a:cubicBezTo>
                  <a:cubicBezTo>
                    <a:pt x="5723" y="153"/>
                    <a:pt x="5713" y="153"/>
                    <a:pt x="5704" y="155"/>
                  </a:cubicBezTo>
                  <a:cubicBezTo>
                    <a:pt x="5632" y="167"/>
                    <a:pt x="5573" y="226"/>
                    <a:pt x="5501" y="238"/>
                  </a:cubicBezTo>
                  <a:cubicBezTo>
                    <a:pt x="5466" y="250"/>
                    <a:pt x="5427" y="250"/>
                    <a:pt x="5388" y="250"/>
                  </a:cubicBezTo>
                  <a:cubicBezTo>
                    <a:pt x="5349" y="250"/>
                    <a:pt x="5311" y="250"/>
                    <a:pt x="5275" y="262"/>
                  </a:cubicBezTo>
                  <a:cubicBezTo>
                    <a:pt x="5204" y="274"/>
                    <a:pt x="5156" y="345"/>
                    <a:pt x="5085" y="369"/>
                  </a:cubicBezTo>
                  <a:cubicBezTo>
                    <a:pt x="5013" y="381"/>
                    <a:pt x="4954" y="393"/>
                    <a:pt x="4870" y="429"/>
                  </a:cubicBezTo>
                  <a:cubicBezTo>
                    <a:pt x="4799" y="452"/>
                    <a:pt x="4739" y="500"/>
                    <a:pt x="4680" y="512"/>
                  </a:cubicBezTo>
                  <a:cubicBezTo>
                    <a:pt x="4608" y="548"/>
                    <a:pt x="4537" y="524"/>
                    <a:pt x="4477" y="560"/>
                  </a:cubicBezTo>
                  <a:cubicBezTo>
                    <a:pt x="4418" y="583"/>
                    <a:pt x="4323" y="572"/>
                    <a:pt x="4263" y="595"/>
                  </a:cubicBezTo>
                  <a:cubicBezTo>
                    <a:pt x="4203" y="631"/>
                    <a:pt x="4156" y="738"/>
                    <a:pt x="4096" y="762"/>
                  </a:cubicBezTo>
                  <a:cubicBezTo>
                    <a:pt x="4037" y="798"/>
                    <a:pt x="3953" y="798"/>
                    <a:pt x="3894" y="822"/>
                  </a:cubicBezTo>
                  <a:cubicBezTo>
                    <a:pt x="3834" y="857"/>
                    <a:pt x="3763" y="869"/>
                    <a:pt x="3703" y="917"/>
                  </a:cubicBezTo>
                  <a:cubicBezTo>
                    <a:pt x="3644" y="941"/>
                    <a:pt x="3584" y="1000"/>
                    <a:pt x="3525" y="1036"/>
                  </a:cubicBezTo>
                  <a:cubicBezTo>
                    <a:pt x="3465" y="1060"/>
                    <a:pt x="3382" y="1072"/>
                    <a:pt x="3334" y="1119"/>
                  </a:cubicBezTo>
                  <a:cubicBezTo>
                    <a:pt x="3275" y="1167"/>
                    <a:pt x="3191" y="1179"/>
                    <a:pt x="3132" y="1214"/>
                  </a:cubicBezTo>
                  <a:cubicBezTo>
                    <a:pt x="3072" y="1250"/>
                    <a:pt x="3060" y="1357"/>
                    <a:pt x="3001" y="1405"/>
                  </a:cubicBezTo>
                  <a:cubicBezTo>
                    <a:pt x="2941" y="1453"/>
                    <a:pt x="2870" y="1453"/>
                    <a:pt x="2810" y="1488"/>
                  </a:cubicBezTo>
                  <a:cubicBezTo>
                    <a:pt x="2751" y="1536"/>
                    <a:pt x="2715" y="1607"/>
                    <a:pt x="2656" y="1655"/>
                  </a:cubicBezTo>
                  <a:cubicBezTo>
                    <a:pt x="2596" y="1703"/>
                    <a:pt x="2501" y="1691"/>
                    <a:pt x="2453" y="1726"/>
                  </a:cubicBezTo>
                  <a:cubicBezTo>
                    <a:pt x="2394" y="1774"/>
                    <a:pt x="2382" y="1869"/>
                    <a:pt x="2322" y="1917"/>
                  </a:cubicBezTo>
                  <a:cubicBezTo>
                    <a:pt x="2263" y="1953"/>
                    <a:pt x="2227" y="2024"/>
                    <a:pt x="2168" y="2072"/>
                  </a:cubicBezTo>
                  <a:cubicBezTo>
                    <a:pt x="2120" y="2119"/>
                    <a:pt x="2001" y="2107"/>
                    <a:pt x="1941" y="2167"/>
                  </a:cubicBezTo>
                  <a:cubicBezTo>
                    <a:pt x="1906" y="2215"/>
                    <a:pt x="1882" y="2310"/>
                    <a:pt x="1846" y="2357"/>
                  </a:cubicBezTo>
                  <a:cubicBezTo>
                    <a:pt x="1798" y="2417"/>
                    <a:pt x="1763" y="2488"/>
                    <a:pt x="1727" y="2536"/>
                  </a:cubicBezTo>
                  <a:cubicBezTo>
                    <a:pt x="1679" y="2596"/>
                    <a:pt x="1632" y="2643"/>
                    <a:pt x="1584" y="2703"/>
                  </a:cubicBezTo>
                  <a:cubicBezTo>
                    <a:pt x="1548" y="2762"/>
                    <a:pt x="1489" y="2810"/>
                    <a:pt x="1441" y="2869"/>
                  </a:cubicBezTo>
                  <a:cubicBezTo>
                    <a:pt x="1394" y="2929"/>
                    <a:pt x="1322" y="2953"/>
                    <a:pt x="1275" y="3012"/>
                  </a:cubicBezTo>
                  <a:cubicBezTo>
                    <a:pt x="1227" y="3072"/>
                    <a:pt x="1215" y="3143"/>
                    <a:pt x="1167" y="3203"/>
                  </a:cubicBezTo>
                  <a:cubicBezTo>
                    <a:pt x="1132" y="3262"/>
                    <a:pt x="1132" y="3358"/>
                    <a:pt x="1096" y="3417"/>
                  </a:cubicBezTo>
                  <a:cubicBezTo>
                    <a:pt x="1048" y="3477"/>
                    <a:pt x="989" y="3524"/>
                    <a:pt x="965" y="3584"/>
                  </a:cubicBezTo>
                  <a:cubicBezTo>
                    <a:pt x="929" y="3643"/>
                    <a:pt x="870" y="3703"/>
                    <a:pt x="846" y="3762"/>
                  </a:cubicBezTo>
                  <a:cubicBezTo>
                    <a:pt x="810" y="3822"/>
                    <a:pt x="739" y="3881"/>
                    <a:pt x="715" y="3941"/>
                  </a:cubicBezTo>
                  <a:cubicBezTo>
                    <a:pt x="679" y="4001"/>
                    <a:pt x="655" y="4072"/>
                    <a:pt x="620" y="4132"/>
                  </a:cubicBezTo>
                  <a:cubicBezTo>
                    <a:pt x="596" y="4191"/>
                    <a:pt x="560" y="4262"/>
                    <a:pt x="536" y="4334"/>
                  </a:cubicBezTo>
                  <a:cubicBezTo>
                    <a:pt x="538" y="4333"/>
                    <a:pt x="539" y="4333"/>
                    <a:pt x="540" y="4333"/>
                  </a:cubicBezTo>
                  <a:cubicBezTo>
                    <a:pt x="565" y="4333"/>
                    <a:pt x="606" y="4432"/>
                    <a:pt x="572" y="4489"/>
                  </a:cubicBezTo>
                  <a:cubicBezTo>
                    <a:pt x="548" y="4560"/>
                    <a:pt x="489" y="4608"/>
                    <a:pt x="477" y="4679"/>
                  </a:cubicBezTo>
                  <a:cubicBezTo>
                    <a:pt x="441" y="4751"/>
                    <a:pt x="370" y="4798"/>
                    <a:pt x="358" y="4870"/>
                  </a:cubicBezTo>
                  <a:cubicBezTo>
                    <a:pt x="322" y="4953"/>
                    <a:pt x="310" y="5001"/>
                    <a:pt x="274" y="5084"/>
                  </a:cubicBezTo>
                  <a:cubicBezTo>
                    <a:pt x="263" y="5155"/>
                    <a:pt x="239" y="5215"/>
                    <a:pt x="215" y="5286"/>
                  </a:cubicBezTo>
                  <a:cubicBezTo>
                    <a:pt x="203" y="5358"/>
                    <a:pt x="203" y="5441"/>
                    <a:pt x="191" y="5513"/>
                  </a:cubicBezTo>
                  <a:cubicBezTo>
                    <a:pt x="179" y="5584"/>
                    <a:pt x="239" y="5679"/>
                    <a:pt x="215" y="5739"/>
                  </a:cubicBezTo>
                  <a:cubicBezTo>
                    <a:pt x="203" y="5810"/>
                    <a:pt x="179" y="5870"/>
                    <a:pt x="155" y="5941"/>
                  </a:cubicBezTo>
                  <a:cubicBezTo>
                    <a:pt x="143" y="6013"/>
                    <a:pt x="120" y="6072"/>
                    <a:pt x="96" y="6156"/>
                  </a:cubicBezTo>
                  <a:cubicBezTo>
                    <a:pt x="84" y="6227"/>
                    <a:pt x="120" y="6298"/>
                    <a:pt x="96" y="6370"/>
                  </a:cubicBezTo>
                  <a:cubicBezTo>
                    <a:pt x="84" y="6453"/>
                    <a:pt x="12" y="6513"/>
                    <a:pt x="12" y="6584"/>
                  </a:cubicBezTo>
                  <a:cubicBezTo>
                    <a:pt x="12" y="6656"/>
                    <a:pt x="84" y="6727"/>
                    <a:pt x="72" y="6810"/>
                  </a:cubicBezTo>
                  <a:cubicBezTo>
                    <a:pt x="72" y="6882"/>
                    <a:pt x="12" y="6953"/>
                    <a:pt x="12" y="7013"/>
                  </a:cubicBezTo>
                  <a:cubicBezTo>
                    <a:pt x="12" y="7084"/>
                    <a:pt x="72" y="7168"/>
                    <a:pt x="72" y="7227"/>
                  </a:cubicBezTo>
                  <a:cubicBezTo>
                    <a:pt x="72" y="7299"/>
                    <a:pt x="12" y="7370"/>
                    <a:pt x="12" y="7441"/>
                  </a:cubicBezTo>
                  <a:cubicBezTo>
                    <a:pt x="12" y="7525"/>
                    <a:pt x="72" y="7584"/>
                    <a:pt x="72" y="7656"/>
                  </a:cubicBezTo>
                  <a:cubicBezTo>
                    <a:pt x="72" y="7727"/>
                    <a:pt x="1" y="7799"/>
                    <a:pt x="12" y="7882"/>
                  </a:cubicBezTo>
                  <a:cubicBezTo>
                    <a:pt x="24" y="7953"/>
                    <a:pt x="36" y="8025"/>
                    <a:pt x="36" y="8084"/>
                  </a:cubicBezTo>
                  <a:cubicBezTo>
                    <a:pt x="60" y="8156"/>
                    <a:pt x="132" y="8215"/>
                    <a:pt x="143" y="8299"/>
                  </a:cubicBezTo>
                  <a:cubicBezTo>
                    <a:pt x="155" y="8370"/>
                    <a:pt x="143" y="8442"/>
                    <a:pt x="155" y="8513"/>
                  </a:cubicBezTo>
                  <a:cubicBezTo>
                    <a:pt x="179" y="8596"/>
                    <a:pt x="155" y="8668"/>
                    <a:pt x="179" y="8739"/>
                  </a:cubicBezTo>
                  <a:cubicBezTo>
                    <a:pt x="191" y="8811"/>
                    <a:pt x="298" y="8858"/>
                    <a:pt x="310" y="8930"/>
                  </a:cubicBezTo>
                  <a:cubicBezTo>
                    <a:pt x="322" y="9013"/>
                    <a:pt x="274" y="9096"/>
                    <a:pt x="298" y="9156"/>
                  </a:cubicBezTo>
                  <a:cubicBezTo>
                    <a:pt x="310" y="9227"/>
                    <a:pt x="322" y="9287"/>
                    <a:pt x="358" y="9370"/>
                  </a:cubicBezTo>
                  <a:cubicBezTo>
                    <a:pt x="382" y="9442"/>
                    <a:pt x="477" y="9465"/>
                    <a:pt x="489" y="9549"/>
                  </a:cubicBezTo>
                  <a:cubicBezTo>
                    <a:pt x="513" y="9620"/>
                    <a:pt x="441" y="9704"/>
                    <a:pt x="465" y="9787"/>
                  </a:cubicBezTo>
                  <a:cubicBezTo>
                    <a:pt x="501" y="9846"/>
                    <a:pt x="608" y="9882"/>
                    <a:pt x="632" y="9942"/>
                  </a:cubicBezTo>
                  <a:cubicBezTo>
                    <a:pt x="667" y="10001"/>
                    <a:pt x="632" y="10108"/>
                    <a:pt x="667" y="10168"/>
                  </a:cubicBezTo>
                  <a:cubicBezTo>
                    <a:pt x="691" y="10227"/>
                    <a:pt x="751" y="10287"/>
                    <a:pt x="786" y="10347"/>
                  </a:cubicBezTo>
                  <a:cubicBezTo>
                    <a:pt x="810" y="10406"/>
                    <a:pt x="870" y="10466"/>
                    <a:pt x="905" y="10525"/>
                  </a:cubicBezTo>
                  <a:cubicBezTo>
                    <a:pt x="929" y="10585"/>
                    <a:pt x="953" y="10656"/>
                    <a:pt x="977" y="10739"/>
                  </a:cubicBezTo>
                  <a:cubicBezTo>
                    <a:pt x="1001" y="10799"/>
                    <a:pt x="1001" y="10882"/>
                    <a:pt x="1048" y="10942"/>
                  </a:cubicBezTo>
                  <a:lnTo>
                    <a:pt x="1179" y="11120"/>
                  </a:lnTo>
                  <a:cubicBezTo>
                    <a:pt x="1227" y="11180"/>
                    <a:pt x="1298" y="11216"/>
                    <a:pt x="1346" y="11275"/>
                  </a:cubicBezTo>
                  <a:cubicBezTo>
                    <a:pt x="1394" y="11335"/>
                    <a:pt x="1394" y="11418"/>
                    <a:pt x="1441" y="11478"/>
                  </a:cubicBezTo>
                  <a:cubicBezTo>
                    <a:pt x="1489" y="11537"/>
                    <a:pt x="1548" y="11585"/>
                    <a:pt x="1584" y="11644"/>
                  </a:cubicBezTo>
                  <a:cubicBezTo>
                    <a:pt x="1632" y="11704"/>
                    <a:pt x="1644" y="11775"/>
                    <a:pt x="1703" y="11835"/>
                  </a:cubicBezTo>
                  <a:cubicBezTo>
                    <a:pt x="1751" y="11894"/>
                    <a:pt x="1870" y="11882"/>
                    <a:pt x="1917" y="11942"/>
                  </a:cubicBezTo>
                  <a:cubicBezTo>
                    <a:pt x="1965" y="12002"/>
                    <a:pt x="1989" y="12073"/>
                    <a:pt x="2037" y="12121"/>
                  </a:cubicBezTo>
                  <a:cubicBezTo>
                    <a:pt x="2084" y="12168"/>
                    <a:pt x="2108" y="12252"/>
                    <a:pt x="2156" y="12299"/>
                  </a:cubicBezTo>
                  <a:cubicBezTo>
                    <a:pt x="2203" y="12347"/>
                    <a:pt x="2287" y="12371"/>
                    <a:pt x="2346" y="12418"/>
                  </a:cubicBezTo>
                  <a:cubicBezTo>
                    <a:pt x="2406" y="12466"/>
                    <a:pt x="2453" y="12525"/>
                    <a:pt x="2501" y="12561"/>
                  </a:cubicBezTo>
                  <a:cubicBezTo>
                    <a:pt x="2560" y="12609"/>
                    <a:pt x="2632" y="12621"/>
                    <a:pt x="2691" y="12668"/>
                  </a:cubicBezTo>
                  <a:cubicBezTo>
                    <a:pt x="2751" y="12716"/>
                    <a:pt x="2763" y="12799"/>
                    <a:pt x="2822" y="12847"/>
                  </a:cubicBezTo>
                  <a:cubicBezTo>
                    <a:pt x="2882" y="12894"/>
                    <a:pt x="2941" y="12930"/>
                    <a:pt x="3001" y="12966"/>
                  </a:cubicBezTo>
                  <a:cubicBezTo>
                    <a:pt x="3060" y="13014"/>
                    <a:pt x="3096" y="13085"/>
                    <a:pt x="3156" y="13133"/>
                  </a:cubicBezTo>
                  <a:cubicBezTo>
                    <a:pt x="3215" y="13180"/>
                    <a:pt x="3275" y="13204"/>
                    <a:pt x="3346" y="13240"/>
                  </a:cubicBezTo>
                  <a:cubicBezTo>
                    <a:pt x="3406" y="13287"/>
                    <a:pt x="3465" y="13311"/>
                    <a:pt x="3537" y="13347"/>
                  </a:cubicBezTo>
                  <a:cubicBezTo>
                    <a:pt x="3596" y="13371"/>
                    <a:pt x="3680" y="13371"/>
                    <a:pt x="3739" y="13406"/>
                  </a:cubicBezTo>
                  <a:cubicBezTo>
                    <a:pt x="3799" y="13430"/>
                    <a:pt x="3858" y="13490"/>
                    <a:pt x="3930" y="13526"/>
                  </a:cubicBezTo>
                  <a:cubicBezTo>
                    <a:pt x="3977" y="13549"/>
                    <a:pt x="4061" y="13561"/>
                    <a:pt x="4132" y="13597"/>
                  </a:cubicBezTo>
                  <a:cubicBezTo>
                    <a:pt x="4192" y="13621"/>
                    <a:pt x="4239" y="13704"/>
                    <a:pt x="4311" y="13728"/>
                  </a:cubicBezTo>
                  <a:cubicBezTo>
                    <a:pt x="4370" y="13764"/>
                    <a:pt x="4442" y="13776"/>
                    <a:pt x="4525" y="13799"/>
                  </a:cubicBezTo>
                  <a:cubicBezTo>
                    <a:pt x="4596" y="13835"/>
                    <a:pt x="4668" y="13835"/>
                    <a:pt x="4727" y="13859"/>
                  </a:cubicBezTo>
                  <a:cubicBezTo>
                    <a:pt x="4763" y="13877"/>
                    <a:pt x="4799" y="13877"/>
                    <a:pt x="4836" y="13877"/>
                  </a:cubicBezTo>
                  <a:cubicBezTo>
                    <a:pt x="4873" y="13877"/>
                    <a:pt x="4912" y="13877"/>
                    <a:pt x="4954" y="13895"/>
                  </a:cubicBezTo>
                  <a:cubicBezTo>
                    <a:pt x="5025" y="13918"/>
                    <a:pt x="5073" y="14002"/>
                    <a:pt x="5132" y="14026"/>
                  </a:cubicBezTo>
                  <a:cubicBezTo>
                    <a:pt x="5204" y="14037"/>
                    <a:pt x="5275" y="14037"/>
                    <a:pt x="5335" y="14061"/>
                  </a:cubicBezTo>
                  <a:cubicBezTo>
                    <a:pt x="5418" y="14073"/>
                    <a:pt x="5466" y="14085"/>
                    <a:pt x="5549" y="14097"/>
                  </a:cubicBezTo>
                  <a:cubicBezTo>
                    <a:pt x="5620" y="14121"/>
                    <a:pt x="5680" y="14180"/>
                    <a:pt x="5751" y="14192"/>
                  </a:cubicBezTo>
                  <a:cubicBezTo>
                    <a:pt x="5823" y="14204"/>
                    <a:pt x="5882" y="14228"/>
                    <a:pt x="5966" y="14252"/>
                  </a:cubicBezTo>
                  <a:cubicBezTo>
                    <a:pt x="5971" y="14253"/>
                    <a:pt x="5977" y="14253"/>
                    <a:pt x="5982" y="14253"/>
                  </a:cubicBezTo>
                  <a:cubicBezTo>
                    <a:pt x="6048" y="14253"/>
                    <a:pt x="6114" y="14192"/>
                    <a:pt x="6180" y="14192"/>
                  </a:cubicBezTo>
                  <a:cubicBezTo>
                    <a:pt x="6263" y="14204"/>
                    <a:pt x="6323" y="14276"/>
                    <a:pt x="6394" y="14276"/>
                  </a:cubicBezTo>
                  <a:cubicBezTo>
                    <a:pt x="6409" y="14280"/>
                    <a:pt x="6423" y="14282"/>
                    <a:pt x="6437" y="14282"/>
                  </a:cubicBezTo>
                  <a:cubicBezTo>
                    <a:pt x="6495" y="14282"/>
                    <a:pt x="6554" y="14252"/>
                    <a:pt x="6620" y="14252"/>
                  </a:cubicBezTo>
                  <a:cubicBezTo>
                    <a:pt x="6692" y="14252"/>
                    <a:pt x="6751" y="14311"/>
                    <a:pt x="6823" y="14311"/>
                  </a:cubicBezTo>
                  <a:cubicBezTo>
                    <a:pt x="6894" y="14311"/>
                    <a:pt x="6978" y="14276"/>
                    <a:pt x="7049" y="14276"/>
                  </a:cubicBezTo>
                  <a:cubicBezTo>
                    <a:pt x="7121" y="14276"/>
                    <a:pt x="7192" y="14264"/>
                    <a:pt x="7251" y="14264"/>
                  </a:cubicBezTo>
                  <a:cubicBezTo>
                    <a:pt x="7335" y="14264"/>
                    <a:pt x="7406" y="14276"/>
                    <a:pt x="7478" y="14276"/>
                  </a:cubicBezTo>
                  <a:cubicBezTo>
                    <a:pt x="7549" y="14276"/>
                    <a:pt x="7632" y="14228"/>
                    <a:pt x="7692" y="14228"/>
                  </a:cubicBezTo>
                  <a:cubicBezTo>
                    <a:pt x="7763" y="14228"/>
                    <a:pt x="7835" y="14264"/>
                    <a:pt x="7906" y="14264"/>
                  </a:cubicBezTo>
                  <a:cubicBezTo>
                    <a:pt x="7990" y="14252"/>
                    <a:pt x="8049" y="14192"/>
                    <a:pt x="8121" y="14180"/>
                  </a:cubicBezTo>
                  <a:cubicBezTo>
                    <a:pt x="8192" y="14157"/>
                    <a:pt x="8252" y="14157"/>
                    <a:pt x="8323" y="14145"/>
                  </a:cubicBezTo>
                  <a:cubicBezTo>
                    <a:pt x="8406" y="14133"/>
                    <a:pt x="8466" y="14109"/>
                    <a:pt x="8537" y="14109"/>
                  </a:cubicBezTo>
                  <a:cubicBezTo>
                    <a:pt x="8543" y="14108"/>
                    <a:pt x="8549" y="14108"/>
                    <a:pt x="8554" y="14108"/>
                  </a:cubicBezTo>
                  <a:cubicBezTo>
                    <a:pt x="8618" y="14108"/>
                    <a:pt x="8694" y="14158"/>
                    <a:pt x="8749" y="14158"/>
                  </a:cubicBezTo>
                  <a:cubicBezTo>
                    <a:pt x="8754" y="14158"/>
                    <a:pt x="8759" y="14157"/>
                    <a:pt x="8764" y="14157"/>
                  </a:cubicBezTo>
                  <a:cubicBezTo>
                    <a:pt x="8835" y="14145"/>
                    <a:pt x="8883" y="14049"/>
                    <a:pt x="8954" y="14037"/>
                  </a:cubicBezTo>
                  <a:cubicBezTo>
                    <a:pt x="9026" y="14026"/>
                    <a:pt x="9097" y="14026"/>
                    <a:pt x="9156" y="14014"/>
                  </a:cubicBezTo>
                  <a:cubicBezTo>
                    <a:pt x="9240" y="13990"/>
                    <a:pt x="9311" y="13990"/>
                    <a:pt x="9383" y="13978"/>
                  </a:cubicBezTo>
                  <a:cubicBezTo>
                    <a:pt x="9454" y="13954"/>
                    <a:pt x="9514" y="13918"/>
                    <a:pt x="9573" y="13895"/>
                  </a:cubicBezTo>
                  <a:cubicBezTo>
                    <a:pt x="9657" y="13859"/>
                    <a:pt x="9716" y="13847"/>
                    <a:pt x="9788" y="13811"/>
                  </a:cubicBezTo>
                  <a:cubicBezTo>
                    <a:pt x="9847" y="13787"/>
                    <a:pt x="9918" y="13740"/>
                    <a:pt x="9978" y="13728"/>
                  </a:cubicBezTo>
                  <a:cubicBezTo>
                    <a:pt x="10038" y="13692"/>
                    <a:pt x="10109" y="13668"/>
                    <a:pt x="10169" y="13633"/>
                  </a:cubicBezTo>
                  <a:cubicBezTo>
                    <a:pt x="10228" y="13609"/>
                    <a:pt x="10311" y="13597"/>
                    <a:pt x="10371" y="13549"/>
                  </a:cubicBezTo>
                  <a:cubicBezTo>
                    <a:pt x="10430" y="13514"/>
                    <a:pt x="10466" y="13430"/>
                    <a:pt x="10526" y="13383"/>
                  </a:cubicBezTo>
                  <a:cubicBezTo>
                    <a:pt x="10585" y="13359"/>
                    <a:pt x="10692" y="13383"/>
                    <a:pt x="10752" y="13335"/>
                  </a:cubicBezTo>
                  <a:cubicBezTo>
                    <a:pt x="10811" y="13311"/>
                    <a:pt x="10847" y="13204"/>
                    <a:pt x="10907" y="13180"/>
                  </a:cubicBezTo>
                  <a:cubicBezTo>
                    <a:pt x="10966" y="13133"/>
                    <a:pt x="11061" y="13156"/>
                    <a:pt x="11121" y="13121"/>
                  </a:cubicBezTo>
                  <a:cubicBezTo>
                    <a:pt x="11181" y="13073"/>
                    <a:pt x="11204" y="12978"/>
                    <a:pt x="11264" y="12942"/>
                  </a:cubicBezTo>
                  <a:cubicBezTo>
                    <a:pt x="11323" y="12894"/>
                    <a:pt x="11419" y="12918"/>
                    <a:pt x="11478" y="12883"/>
                  </a:cubicBezTo>
                  <a:cubicBezTo>
                    <a:pt x="11538" y="12835"/>
                    <a:pt x="11585" y="12775"/>
                    <a:pt x="11633" y="12728"/>
                  </a:cubicBezTo>
                  <a:cubicBezTo>
                    <a:pt x="11693" y="12680"/>
                    <a:pt x="11704" y="12597"/>
                    <a:pt x="11764" y="12549"/>
                  </a:cubicBezTo>
                  <a:cubicBezTo>
                    <a:pt x="11823" y="12502"/>
                    <a:pt x="11859" y="12442"/>
                    <a:pt x="11919" y="12383"/>
                  </a:cubicBezTo>
                  <a:cubicBezTo>
                    <a:pt x="11978" y="12347"/>
                    <a:pt x="12014" y="12299"/>
                    <a:pt x="12074" y="12240"/>
                  </a:cubicBezTo>
                  <a:cubicBezTo>
                    <a:pt x="12121" y="12192"/>
                    <a:pt x="12240" y="12192"/>
                    <a:pt x="12288" y="12144"/>
                  </a:cubicBezTo>
                  <a:cubicBezTo>
                    <a:pt x="12335" y="12109"/>
                    <a:pt x="12359" y="12013"/>
                    <a:pt x="12407" y="11966"/>
                  </a:cubicBezTo>
                  <a:cubicBezTo>
                    <a:pt x="12455" y="11906"/>
                    <a:pt x="12538" y="11894"/>
                    <a:pt x="12585" y="11847"/>
                  </a:cubicBezTo>
                  <a:cubicBezTo>
                    <a:pt x="12633" y="11787"/>
                    <a:pt x="12609" y="11692"/>
                    <a:pt x="12669" y="11644"/>
                  </a:cubicBezTo>
                  <a:cubicBezTo>
                    <a:pt x="12716" y="11585"/>
                    <a:pt x="12764" y="11537"/>
                    <a:pt x="12812" y="11478"/>
                  </a:cubicBezTo>
                  <a:cubicBezTo>
                    <a:pt x="12847" y="11418"/>
                    <a:pt x="12931" y="11394"/>
                    <a:pt x="12966" y="11335"/>
                  </a:cubicBezTo>
                  <a:cubicBezTo>
                    <a:pt x="13014" y="11275"/>
                    <a:pt x="13002" y="11180"/>
                    <a:pt x="13050" y="11120"/>
                  </a:cubicBezTo>
                  <a:cubicBezTo>
                    <a:pt x="13086" y="11061"/>
                    <a:pt x="13205" y="11061"/>
                    <a:pt x="13240" y="10989"/>
                  </a:cubicBezTo>
                  <a:cubicBezTo>
                    <a:pt x="13288" y="10930"/>
                    <a:pt x="13300" y="10859"/>
                    <a:pt x="13324" y="10799"/>
                  </a:cubicBezTo>
                  <a:cubicBezTo>
                    <a:pt x="13359" y="10739"/>
                    <a:pt x="13383" y="10656"/>
                    <a:pt x="13419" y="10597"/>
                  </a:cubicBezTo>
                  <a:cubicBezTo>
                    <a:pt x="13443" y="10537"/>
                    <a:pt x="13478" y="10466"/>
                    <a:pt x="13502" y="10406"/>
                  </a:cubicBezTo>
                  <a:cubicBezTo>
                    <a:pt x="13538" y="10347"/>
                    <a:pt x="13609" y="10299"/>
                    <a:pt x="13645" y="10227"/>
                  </a:cubicBezTo>
                  <a:cubicBezTo>
                    <a:pt x="13669" y="10168"/>
                    <a:pt x="13645" y="10061"/>
                    <a:pt x="13669" y="10001"/>
                  </a:cubicBezTo>
                  <a:cubicBezTo>
                    <a:pt x="13705" y="9942"/>
                    <a:pt x="13764" y="9882"/>
                    <a:pt x="13788" y="9811"/>
                  </a:cubicBezTo>
                  <a:cubicBezTo>
                    <a:pt x="13824" y="9739"/>
                    <a:pt x="13883" y="9692"/>
                    <a:pt x="13907" y="9620"/>
                  </a:cubicBezTo>
                  <a:cubicBezTo>
                    <a:pt x="13943" y="9549"/>
                    <a:pt x="13943" y="9465"/>
                    <a:pt x="13955" y="9406"/>
                  </a:cubicBezTo>
                  <a:cubicBezTo>
                    <a:pt x="13979" y="9335"/>
                    <a:pt x="14002" y="9275"/>
                    <a:pt x="14014" y="9204"/>
                  </a:cubicBezTo>
                  <a:cubicBezTo>
                    <a:pt x="14026" y="9132"/>
                    <a:pt x="14074" y="9073"/>
                    <a:pt x="14086" y="8989"/>
                  </a:cubicBezTo>
                  <a:cubicBezTo>
                    <a:pt x="14098" y="8918"/>
                    <a:pt x="14121" y="8846"/>
                    <a:pt x="14133" y="8787"/>
                  </a:cubicBezTo>
                  <a:cubicBezTo>
                    <a:pt x="14145" y="8715"/>
                    <a:pt x="14074" y="8620"/>
                    <a:pt x="14086" y="8561"/>
                  </a:cubicBezTo>
                  <a:cubicBezTo>
                    <a:pt x="14098" y="8489"/>
                    <a:pt x="14181" y="8430"/>
                    <a:pt x="14193" y="8358"/>
                  </a:cubicBezTo>
                  <a:cubicBezTo>
                    <a:pt x="14205" y="8275"/>
                    <a:pt x="14205" y="8203"/>
                    <a:pt x="14217" y="8144"/>
                  </a:cubicBezTo>
                  <a:cubicBezTo>
                    <a:pt x="14240" y="8072"/>
                    <a:pt x="14264" y="8013"/>
                    <a:pt x="14276" y="7942"/>
                  </a:cubicBezTo>
                  <a:cubicBezTo>
                    <a:pt x="14300" y="7870"/>
                    <a:pt x="14252" y="7787"/>
                    <a:pt x="14252" y="7715"/>
                  </a:cubicBezTo>
                  <a:cubicBezTo>
                    <a:pt x="14252" y="7644"/>
                    <a:pt x="14217" y="7572"/>
                    <a:pt x="14240" y="7489"/>
                  </a:cubicBezTo>
                  <a:cubicBezTo>
                    <a:pt x="14240" y="7418"/>
                    <a:pt x="14324" y="7358"/>
                    <a:pt x="14324" y="7287"/>
                  </a:cubicBezTo>
                  <a:cubicBezTo>
                    <a:pt x="14324" y="7215"/>
                    <a:pt x="14312" y="7132"/>
                    <a:pt x="14312" y="7060"/>
                  </a:cubicBezTo>
                  <a:cubicBezTo>
                    <a:pt x="14312" y="6989"/>
                    <a:pt x="14240" y="6918"/>
                    <a:pt x="14240" y="6858"/>
                  </a:cubicBezTo>
                  <a:cubicBezTo>
                    <a:pt x="14240" y="6775"/>
                    <a:pt x="14324" y="6703"/>
                    <a:pt x="14312" y="6632"/>
                  </a:cubicBezTo>
                  <a:cubicBezTo>
                    <a:pt x="14312" y="6560"/>
                    <a:pt x="14312" y="6477"/>
                    <a:pt x="14300" y="6406"/>
                  </a:cubicBezTo>
                  <a:cubicBezTo>
                    <a:pt x="14276" y="6334"/>
                    <a:pt x="14240" y="6275"/>
                    <a:pt x="14240" y="6203"/>
                  </a:cubicBezTo>
                  <a:cubicBezTo>
                    <a:pt x="14217" y="6120"/>
                    <a:pt x="14193" y="6060"/>
                    <a:pt x="14193" y="5989"/>
                  </a:cubicBezTo>
                  <a:cubicBezTo>
                    <a:pt x="14181" y="5917"/>
                    <a:pt x="14133" y="5858"/>
                    <a:pt x="14121" y="5786"/>
                  </a:cubicBezTo>
                  <a:cubicBezTo>
                    <a:pt x="14098" y="5703"/>
                    <a:pt x="14181" y="5620"/>
                    <a:pt x="14157" y="5560"/>
                  </a:cubicBezTo>
                  <a:cubicBezTo>
                    <a:pt x="14145" y="5489"/>
                    <a:pt x="14086" y="5429"/>
                    <a:pt x="14062" y="5370"/>
                  </a:cubicBezTo>
                  <a:cubicBezTo>
                    <a:pt x="14038" y="5286"/>
                    <a:pt x="13979" y="5227"/>
                    <a:pt x="13955" y="5167"/>
                  </a:cubicBezTo>
                  <a:cubicBezTo>
                    <a:pt x="13943" y="5096"/>
                    <a:pt x="13907" y="5036"/>
                    <a:pt x="13883" y="4965"/>
                  </a:cubicBezTo>
                  <a:cubicBezTo>
                    <a:pt x="13848" y="4894"/>
                    <a:pt x="13859" y="4810"/>
                    <a:pt x="13836" y="4751"/>
                  </a:cubicBezTo>
                  <a:cubicBezTo>
                    <a:pt x="13800" y="4679"/>
                    <a:pt x="13800" y="4608"/>
                    <a:pt x="13776" y="4548"/>
                  </a:cubicBezTo>
                  <a:cubicBezTo>
                    <a:pt x="13740" y="4489"/>
                    <a:pt x="13740" y="4393"/>
                    <a:pt x="13728" y="4334"/>
                  </a:cubicBezTo>
                  <a:cubicBezTo>
                    <a:pt x="13705" y="4274"/>
                    <a:pt x="13621" y="4215"/>
                    <a:pt x="13598" y="4155"/>
                  </a:cubicBezTo>
                  <a:cubicBezTo>
                    <a:pt x="13562" y="4096"/>
                    <a:pt x="13502" y="4036"/>
                    <a:pt x="13467" y="3977"/>
                  </a:cubicBezTo>
                  <a:cubicBezTo>
                    <a:pt x="13431" y="3917"/>
                    <a:pt x="13467" y="3822"/>
                    <a:pt x="13431" y="3762"/>
                  </a:cubicBezTo>
                  <a:cubicBezTo>
                    <a:pt x="13407" y="3703"/>
                    <a:pt x="13300" y="3667"/>
                    <a:pt x="13252" y="3608"/>
                  </a:cubicBezTo>
                  <a:cubicBezTo>
                    <a:pt x="13228" y="3548"/>
                    <a:pt x="13264" y="3429"/>
                    <a:pt x="13240" y="3370"/>
                  </a:cubicBezTo>
                  <a:cubicBezTo>
                    <a:pt x="13193" y="3310"/>
                    <a:pt x="13109" y="3286"/>
                    <a:pt x="13062" y="3227"/>
                  </a:cubicBezTo>
                  <a:cubicBezTo>
                    <a:pt x="13014" y="3167"/>
                    <a:pt x="12966" y="3119"/>
                    <a:pt x="12931" y="3060"/>
                  </a:cubicBezTo>
                  <a:cubicBezTo>
                    <a:pt x="12883" y="3000"/>
                    <a:pt x="12883" y="2905"/>
                    <a:pt x="12836" y="2846"/>
                  </a:cubicBezTo>
                  <a:cubicBezTo>
                    <a:pt x="12788" y="2786"/>
                    <a:pt x="12764" y="2727"/>
                    <a:pt x="12716" y="2667"/>
                  </a:cubicBezTo>
                  <a:cubicBezTo>
                    <a:pt x="12669" y="2608"/>
                    <a:pt x="12585" y="2596"/>
                    <a:pt x="12538" y="2536"/>
                  </a:cubicBezTo>
                  <a:cubicBezTo>
                    <a:pt x="12490" y="2477"/>
                    <a:pt x="12419" y="2453"/>
                    <a:pt x="12371" y="2393"/>
                  </a:cubicBezTo>
                  <a:cubicBezTo>
                    <a:pt x="12335" y="2334"/>
                    <a:pt x="12300" y="2250"/>
                    <a:pt x="12252" y="2215"/>
                  </a:cubicBezTo>
                  <a:cubicBezTo>
                    <a:pt x="12216" y="2167"/>
                    <a:pt x="12181" y="2072"/>
                    <a:pt x="12133" y="2036"/>
                  </a:cubicBezTo>
                  <a:cubicBezTo>
                    <a:pt x="12097" y="1988"/>
                    <a:pt x="12050" y="1917"/>
                    <a:pt x="12002" y="1869"/>
                  </a:cubicBezTo>
                  <a:cubicBezTo>
                    <a:pt x="11943" y="1822"/>
                    <a:pt x="11835" y="1834"/>
                    <a:pt x="11800" y="1774"/>
                  </a:cubicBezTo>
                  <a:cubicBezTo>
                    <a:pt x="11740" y="1738"/>
                    <a:pt x="11740" y="1631"/>
                    <a:pt x="11681" y="1584"/>
                  </a:cubicBezTo>
                  <a:cubicBezTo>
                    <a:pt x="11621" y="1536"/>
                    <a:pt x="11538" y="1524"/>
                    <a:pt x="11478" y="1476"/>
                  </a:cubicBezTo>
                  <a:cubicBezTo>
                    <a:pt x="11419" y="1441"/>
                    <a:pt x="11383" y="1381"/>
                    <a:pt x="11323" y="1334"/>
                  </a:cubicBezTo>
                  <a:cubicBezTo>
                    <a:pt x="11294" y="1310"/>
                    <a:pt x="11249" y="1310"/>
                    <a:pt x="11204" y="1310"/>
                  </a:cubicBezTo>
                  <a:cubicBezTo>
                    <a:pt x="11160" y="1310"/>
                    <a:pt x="11115" y="1310"/>
                    <a:pt x="11085" y="1286"/>
                  </a:cubicBezTo>
                  <a:cubicBezTo>
                    <a:pt x="11026" y="1238"/>
                    <a:pt x="11002" y="1143"/>
                    <a:pt x="10942" y="1107"/>
                  </a:cubicBezTo>
                  <a:cubicBezTo>
                    <a:pt x="10883" y="1060"/>
                    <a:pt x="10823" y="1024"/>
                    <a:pt x="10764" y="988"/>
                  </a:cubicBezTo>
                  <a:cubicBezTo>
                    <a:pt x="10704" y="964"/>
                    <a:pt x="10621" y="976"/>
                    <a:pt x="10550" y="929"/>
                  </a:cubicBezTo>
                  <a:cubicBezTo>
                    <a:pt x="10490" y="905"/>
                    <a:pt x="10407" y="869"/>
                    <a:pt x="10347" y="845"/>
                  </a:cubicBezTo>
                  <a:cubicBezTo>
                    <a:pt x="10288" y="810"/>
                    <a:pt x="10228" y="762"/>
                    <a:pt x="10157" y="738"/>
                  </a:cubicBezTo>
                  <a:cubicBezTo>
                    <a:pt x="10097" y="703"/>
                    <a:pt x="10014" y="703"/>
                    <a:pt x="9954" y="679"/>
                  </a:cubicBezTo>
                  <a:cubicBezTo>
                    <a:pt x="9895" y="643"/>
                    <a:pt x="9859" y="512"/>
                    <a:pt x="9788" y="500"/>
                  </a:cubicBezTo>
                  <a:cubicBezTo>
                    <a:pt x="9773" y="493"/>
                    <a:pt x="9757" y="490"/>
                    <a:pt x="9740" y="490"/>
                  </a:cubicBezTo>
                  <a:cubicBezTo>
                    <a:pt x="9681" y="490"/>
                    <a:pt x="9612" y="525"/>
                    <a:pt x="9564" y="525"/>
                  </a:cubicBezTo>
                  <a:cubicBezTo>
                    <a:pt x="9559" y="525"/>
                    <a:pt x="9554" y="525"/>
                    <a:pt x="9549" y="524"/>
                  </a:cubicBezTo>
                  <a:cubicBezTo>
                    <a:pt x="9478" y="500"/>
                    <a:pt x="9418" y="464"/>
                    <a:pt x="9359" y="441"/>
                  </a:cubicBezTo>
                  <a:cubicBezTo>
                    <a:pt x="9276" y="405"/>
                    <a:pt x="9216" y="381"/>
                    <a:pt x="9145" y="369"/>
                  </a:cubicBezTo>
                  <a:cubicBezTo>
                    <a:pt x="9073" y="345"/>
                    <a:pt x="9014" y="310"/>
                    <a:pt x="8942" y="286"/>
                  </a:cubicBezTo>
                  <a:cubicBezTo>
                    <a:pt x="8859" y="274"/>
                    <a:pt x="8799" y="202"/>
                    <a:pt x="8740" y="191"/>
                  </a:cubicBezTo>
                  <a:cubicBezTo>
                    <a:pt x="8668" y="167"/>
                    <a:pt x="8597" y="167"/>
                    <a:pt x="8537" y="155"/>
                  </a:cubicBezTo>
                  <a:cubicBezTo>
                    <a:pt x="8514" y="151"/>
                    <a:pt x="8488" y="150"/>
                    <a:pt x="8463" y="150"/>
                  </a:cubicBezTo>
                  <a:cubicBezTo>
                    <a:pt x="8412" y="150"/>
                    <a:pt x="8359" y="155"/>
                    <a:pt x="8311" y="155"/>
                  </a:cubicBezTo>
                  <a:cubicBezTo>
                    <a:pt x="8275" y="149"/>
                    <a:pt x="8240" y="149"/>
                    <a:pt x="8202" y="149"/>
                  </a:cubicBezTo>
                  <a:cubicBezTo>
                    <a:pt x="8165" y="149"/>
                    <a:pt x="8127" y="149"/>
                    <a:pt x="8085" y="143"/>
                  </a:cubicBezTo>
                  <a:cubicBezTo>
                    <a:pt x="8013" y="119"/>
                    <a:pt x="7954" y="60"/>
                    <a:pt x="7883" y="60"/>
                  </a:cubicBezTo>
                  <a:cubicBezTo>
                    <a:pt x="7811" y="48"/>
                    <a:pt x="7728" y="36"/>
                    <a:pt x="7668" y="24"/>
                  </a:cubicBezTo>
                  <a:cubicBezTo>
                    <a:pt x="7597" y="24"/>
                    <a:pt x="7525" y="0"/>
                    <a:pt x="74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2048;p44">
              <a:extLst>
                <a:ext uri="{FF2B5EF4-FFF2-40B4-BE49-F238E27FC236}">
                  <a16:creationId xmlns:a16="http://schemas.microsoft.com/office/drawing/2014/main" id="{06B8B977-0124-5E06-872D-AA39869C5605}"/>
                </a:ext>
              </a:extLst>
            </p:cNvPr>
            <p:cNvSpPr/>
            <p:nvPr/>
          </p:nvSpPr>
          <p:spPr>
            <a:xfrm>
              <a:off x="1237668" y="4022371"/>
              <a:ext cx="240996" cy="282878"/>
            </a:xfrm>
            <a:custGeom>
              <a:avLst/>
              <a:gdLst/>
              <a:ahLst/>
              <a:cxnLst/>
              <a:rect l="l" t="t" r="r" b="b"/>
              <a:pathLst>
                <a:path w="6430" h="7452" extrusionOk="0">
                  <a:moveTo>
                    <a:pt x="3221" y="1"/>
                  </a:moveTo>
                  <a:cubicBezTo>
                    <a:pt x="3156" y="1"/>
                    <a:pt x="3090" y="28"/>
                    <a:pt x="3037" y="81"/>
                  </a:cubicBezTo>
                  <a:cubicBezTo>
                    <a:pt x="2334" y="772"/>
                    <a:pt x="1489" y="1093"/>
                    <a:pt x="370" y="1093"/>
                  </a:cubicBezTo>
                  <a:cubicBezTo>
                    <a:pt x="227" y="1093"/>
                    <a:pt x="108" y="1212"/>
                    <a:pt x="108" y="1367"/>
                  </a:cubicBezTo>
                  <a:cubicBezTo>
                    <a:pt x="108" y="1557"/>
                    <a:pt x="108" y="1736"/>
                    <a:pt x="96" y="1927"/>
                  </a:cubicBezTo>
                  <a:cubicBezTo>
                    <a:pt x="60" y="3784"/>
                    <a:pt x="0" y="6368"/>
                    <a:pt x="3132" y="7439"/>
                  </a:cubicBezTo>
                  <a:lnTo>
                    <a:pt x="3215" y="7451"/>
                  </a:lnTo>
                  <a:lnTo>
                    <a:pt x="3310" y="7439"/>
                  </a:lnTo>
                  <a:cubicBezTo>
                    <a:pt x="6430" y="6344"/>
                    <a:pt x="6382" y="3808"/>
                    <a:pt x="6358" y="1927"/>
                  </a:cubicBezTo>
                  <a:cubicBezTo>
                    <a:pt x="6335" y="1736"/>
                    <a:pt x="6335" y="1546"/>
                    <a:pt x="6335" y="1367"/>
                  </a:cubicBezTo>
                  <a:cubicBezTo>
                    <a:pt x="6335" y="1212"/>
                    <a:pt x="6227" y="1093"/>
                    <a:pt x="6073" y="1093"/>
                  </a:cubicBezTo>
                  <a:cubicBezTo>
                    <a:pt x="4953" y="1093"/>
                    <a:pt x="4120" y="772"/>
                    <a:pt x="3406" y="81"/>
                  </a:cubicBezTo>
                  <a:cubicBezTo>
                    <a:pt x="3352" y="28"/>
                    <a:pt x="3287" y="1"/>
                    <a:pt x="32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2049;p44">
              <a:extLst>
                <a:ext uri="{FF2B5EF4-FFF2-40B4-BE49-F238E27FC236}">
                  <a16:creationId xmlns:a16="http://schemas.microsoft.com/office/drawing/2014/main" id="{34A46E4B-11BC-E4B2-C6A6-380B88B37409}"/>
                </a:ext>
              </a:extLst>
            </p:cNvPr>
            <p:cNvSpPr/>
            <p:nvPr/>
          </p:nvSpPr>
          <p:spPr>
            <a:xfrm>
              <a:off x="1297897" y="4102847"/>
              <a:ext cx="122335" cy="112779"/>
            </a:xfrm>
            <a:custGeom>
              <a:avLst/>
              <a:gdLst/>
              <a:ahLst/>
              <a:cxnLst/>
              <a:rect l="l" t="t" r="r" b="b"/>
              <a:pathLst>
                <a:path w="3264" h="2971" extrusionOk="0">
                  <a:moveTo>
                    <a:pt x="2144" y="283"/>
                  </a:moveTo>
                  <a:cubicBezTo>
                    <a:pt x="2263" y="342"/>
                    <a:pt x="2382" y="402"/>
                    <a:pt x="2489" y="497"/>
                  </a:cubicBezTo>
                  <a:cubicBezTo>
                    <a:pt x="2442" y="533"/>
                    <a:pt x="2382" y="569"/>
                    <a:pt x="2334" y="604"/>
                  </a:cubicBezTo>
                  <a:cubicBezTo>
                    <a:pt x="2275" y="509"/>
                    <a:pt x="2215" y="390"/>
                    <a:pt x="2144" y="283"/>
                  </a:cubicBezTo>
                  <a:close/>
                  <a:moveTo>
                    <a:pt x="1120" y="283"/>
                  </a:moveTo>
                  <a:lnTo>
                    <a:pt x="1120" y="283"/>
                  </a:lnTo>
                  <a:cubicBezTo>
                    <a:pt x="1025" y="390"/>
                    <a:pt x="965" y="509"/>
                    <a:pt x="929" y="616"/>
                  </a:cubicBezTo>
                  <a:cubicBezTo>
                    <a:pt x="870" y="580"/>
                    <a:pt x="822" y="533"/>
                    <a:pt x="775" y="497"/>
                  </a:cubicBezTo>
                  <a:cubicBezTo>
                    <a:pt x="882" y="402"/>
                    <a:pt x="989" y="330"/>
                    <a:pt x="1120" y="283"/>
                  </a:cubicBezTo>
                  <a:close/>
                  <a:moveTo>
                    <a:pt x="1537" y="176"/>
                  </a:moveTo>
                  <a:lnTo>
                    <a:pt x="1537" y="819"/>
                  </a:lnTo>
                  <a:cubicBezTo>
                    <a:pt x="1382" y="807"/>
                    <a:pt x="1239" y="771"/>
                    <a:pt x="1084" y="700"/>
                  </a:cubicBezTo>
                  <a:cubicBezTo>
                    <a:pt x="1168" y="497"/>
                    <a:pt x="1310" y="259"/>
                    <a:pt x="1537" y="176"/>
                  </a:cubicBezTo>
                  <a:close/>
                  <a:moveTo>
                    <a:pt x="1727" y="199"/>
                  </a:moveTo>
                  <a:cubicBezTo>
                    <a:pt x="1942" y="259"/>
                    <a:pt x="2084" y="509"/>
                    <a:pt x="2180" y="711"/>
                  </a:cubicBezTo>
                  <a:cubicBezTo>
                    <a:pt x="2025" y="771"/>
                    <a:pt x="1882" y="807"/>
                    <a:pt x="1727" y="819"/>
                  </a:cubicBezTo>
                  <a:lnTo>
                    <a:pt x="1727" y="199"/>
                  </a:lnTo>
                  <a:close/>
                  <a:moveTo>
                    <a:pt x="644" y="640"/>
                  </a:moveTo>
                  <a:cubicBezTo>
                    <a:pt x="715" y="700"/>
                    <a:pt x="787" y="759"/>
                    <a:pt x="870" y="807"/>
                  </a:cubicBezTo>
                  <a:cubicBezTo>
                    <a:pt x="822" y="985"/>
                    <a:pt x="775" y="1176"/>
                    <a:pt x="775" y="1390"/>
                  </a:cubicBezTo>
                  <a:lnTo>
                    <a:pt x="346" y="1390"/>
                  </a:lnTo>
                  <a:cubicBezTo>
                    <a:pt x="358" y="1104"/>
                    <a:pt x="465" y="854"/>
                    <a:pt x="644" y="640"/>
                  </a:cubicBezTo>
                  <a:close/>
                  <a:moveTo>
                    <a:pt x="1049" y="890"/>
                  </a:moveTo>
                  <a:cubicBezTo>
                    <a:pt x="1191" y="950"/>
                    <a:pt x="1358" y="997"/>
                    <a:pt x="1537" y="1009"/>
                  </a:cubicBezTo>
                  <a:lnTo>
                    <a:pt x="1537" y="1390"/>
                  </a:lnTo>
                  <a:lnTo>
                    <a:pt x="965" y="1390"/>
                  </a:lnTo>
                  <a:cubicBezTo>
                    <a:pt x="965" y="1200"/>
                    <a:pt x="1001" y="1045"/>
                    <a:pt x="1049" y="890"/>
                  </a:cubicBezTo>
                  <a:close/>
                  <a:moveTo>
                    <a:pt x="2239" y="890"/>
                  </a:moveTo>
                  <a:cubicBezTo>
                    <a:pt x="2275" y="1045"/>
                    <a:pt x="2287" y="1212"/>
                    <a:pt x="2311" y="1390"/>
                  </a:cubicBezTo>
                  <a:lnTo>
                    <a:pt x="1727" y="1390"/>
                  </a:lnTo>
                  <a:lnTo>
                    <a:pt x="1727" y="1009"/>
                  </a:lnTo>
                  <a:cubicBezTo>
                    <a:pt x="1906" y="997"/>
                    <a:pt x="2072" y="973"/>
                    <a:pt x="2239" y="890"/>
                  </a:cubicBezTo>
                  <a:close/>
                  <a:moveTo>
                    <a:pt x="2620" y="640"/>
                  </a:moveTo>
                  <a:cubicBezTo>
                    <a:pt x="2799" y="854"/>
                    <a:pt x="2906" y="1104"/>
                    <a:pt x="2918" y="1390"/>
                  </a:cubicBezTo>
                  <a:lnTo>
                    <a:pt x="2489" y="1390"/>
                  </a:lnTo>
                  <a:cubicBezTo>
                    <a:pt x="2489" y="1176"/>
                    <a:pt x="2442" y="985"/>
                    <a:pt x="2394" y="807"/>
                  </a:cubicBezTo>
                  <a:cubicBezTo>
                    <a:pt x="2477" y="759"/>
                    <a:pt x="2549" y="700"/>
                    <a:pt x="2620" y="640"/>
                  </a:cubicBezTo>
                  <a:close/>
                  <a:moveTo>
                    <a:pt x="1537" y="1569"/>
                  </a:moveTo>
                  <a:lnTo>
                    <a:pt x="1537" y="1938"/>
                  </a:lnTo>
                  <a:cubicBezTo>
                    <a:pt x="1358" y="1950"/>
                    <a:pt x="1191" y="1985"/>
                    <a:pt x="1025" y="2057"/>
                  </a:cubicBezTo>
                  <a:cubicBezTo>
                    <a:pt x="989" y="1902"/>
                    <a:pt x="965" y="1747"/>
                    <a:pt x="953" y="1569"/>
                  </a:cubicBezTo>
                  <a:close/>
                  <a:moveTo>
                    <a:pt x="2287" y="1569"/>
                  </a:moveTo>
                  <a:cubicBezTo>
                    <a:pt x="2287" y="1747"/>
                    <a:pt x="2263" y="1902"/>
                    <a:pt x="2215" y="2057"/>
                  </a:cubicBezTo>
                  <a:cubicBezTo>
                    <a:pt x="2072" y="1997"/>
                    <a:pt x="1894" y="1950"/>
                    <a:pt x="1727" y="1938"/>
                  </a:cubicBezTo>
                  <a:lnTo>
                    <a:pt x="1727" y="1569"/>
                  </a:lnTo>
                  <a:close/>
                  <a:moveTo>
                    <a:pt x="775" y="1569"/>
                  </a:moveTo>
                  <a:cubicBezTo>
                    <a:pt x="775" y="1771"/>
                    <a:pt x="822" y="1962"/>
                    <a:pt x="870" y="2140"/>
                  </a:cubicBezTo>
                  <a:cubicBezTo>
                    <a:pt x="787" y="2188"/>
                    <a:pt x="715" y="2247"/>
                    <a:pt x="644" y="2307"/>
                  </a:cubicBezTo>
                  <a:cubicBezTo>
                    <a:pt x="465" y="2104"/>
                    <a:pt x="358" y="1843"/>
                    <a:pt x="346" y="1569"/>
                  </a:cubicBezTo>
                  <a:close/>
                  <a:moveTo>
                    <a:pt x="2918" y="1569"/>
                  </a:moveTo>
                  <a:cubicBezTo>
                    <a:pt x="2906" y="1843"/>
                    <a:pt x="2799" y="2104"/>
                    <a:pt x="2620" y="2307"/>
                  </a:cubicBezTo>
                  <a:cubicBezTo>
                    <a:pt x="2549" y="2247"/>
                    <a:pt x="2477" y="2188"/>
                    <a:pt x="2394" y="2140"/>
                  </a:cubicBezTo>
                  <a:cubicBezTo>
                    <a:pt x="2442" y="1962"/>
                    <a:pt x="2489" y="1771"/>
                    <a:pt x="2489" y="1569"/>
                  </a:cubicBezTo>
                  <a:close/>
                  <a:moveTo>
                    <a:pt x="929" y="2343"/>
                  </a:moveTo>
                  <a:cubicBezTo>
                    <a:pt x="965" y="2462"/>
                    <a:pt x="1025" y="2557"/>
                    <a:pt x="1108" y="2664"/>
                  </a:cubicBezTo>
                  <a:cubicBezTo>
                    <a:pt x="989" y="2605"/>
                    <a:pt x="870" y="2545"/>
                    <a:pt x="763" y="2462"/>
                  </a:cubicBezTo>
                  <a:cubicBezTo>
                    <a:pt x="822" y="2402"/>
                    <a:pt x="882" y="2366"/>
                    <a:pt x="929" y="2343"/>
                  </a:cubicBezTo>
                  <a:close/>
                  <a:moveTo>
                    <a:pt x="2334" y="2343"/>
                  </a:moveTo>
                  <a:cubicBezTo>
                    <a:pt x="2394" y="2366"/>
                    <a:pt x="2442" y="2414"/>
                    <a:pt x="2489" y="2462"/>
                  </a:cubicBezTo>
                  <a:cubicBezTo>
                    <a:pt x="2382" y="2545"/>
                    <a:pt x="2275" y="2616"/>
                    <a:pt x="2144" y="2664"/>
                  </a:cubicBezTo>
                  <a:cubicBezTo>
                    <a:pt x="2215" y="2557"/>
                    <a:pt x="2275" y="2438"/>
                    <a:pt x="2334" y="2343"/>
                  </a:cubicBezTo>
                  <a:close/>
                  <a:moveTo>
                    <a:pt x="1537" y="2128"/>
                  </a:moveTo>
                  <a:lnTo>
                    <a:pt x="1537" y="2759"/>
                  </a:lnTo>
                  <a:cubicBezTo>
                    <a:pt x="1322" y="2700"/>
                    <a:pt x="1180" y="2438"/>
                    <a:pt x="1084" y="2235"/>
                  </a:cubicBezTo>
                  <a:cubicBezTo>
                    <a:pt x="1239" y="2176"/>
                    <a:pt x="1382" y="2140"/>
                    <a:pt x="1537" y="2128"/>
                  </a:cubicBezTo>
                  <a:close/>
                  <a:moveTo>
                    <a:pt x="1727" y="2128"/>
                  </a:moveTo>
                  <a:cubicBezTo>
                    <a:pt x="1882" y="2140"/>
                    <a:pt x="2025" y="2176"/>
                    <a:pt x="2180" y="2247"/>
                  </a:cubicBezTo>
                  <a:cubicBezTo>
                    <a:pt x="2096" y="2450"/>
                    <a:pt x="1953" y="2688"/>
                    <a:pt x="1727" y="2771"/>
                  </a:cubicBezTo>
                  <a:lnTo>
                    <a:pt x="1727" y="2128"/>
                  </a:lnTo>
                  <a:close/>
                  <a:moveTo>
                    <a:pt x="1627" y="0"/>
                  </a:moveTo>
                  <a:cubicBezTo>
                    <a:pt x="1248" y="0"/>
                    <a:pt x="870" y="146"/>
                    <a:pt x="584" y="438"/>
                  </a:cubicBezTo>
                  <a:cubicBezTo>
                    <a:pt x="1" y="1009"/>
                    <a:pt x="1" y="1950"/>
                    <a:pt x="584" y="2533"/>
                  </a:cubicBezTo>
                  <a:cubicBezTo>
                    <a:pt x="870" y="2825"/>
                    <a:pt x="1248" y="2971"/>
                    <a:pt x="1627" y="2971"/>
                  </a:cubicBezTo>
                  <a:cubicBezTo>
                    <a:pt x="2007" y="2971"/>
                    <a:pt x="2388" y="2825"/>
                    <a:pt x="2680" y="2533"/>
                  </a:cubicBezTo>
                  <a:cubicBezTo>
                    <a:pt x="3263" y="1938"/>
                    <a:pt x="3263" y="997"/>
                    <a:pt x="2680" y="438"/>
                  </a:cubicBezTo>
                  <a:cubicBezTo>
                    <a:pt x="2388" y="146"/>
                    <a:pt x="2007" y="0"/>
                    <a:pt x="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2050;p44">
              <a:extLst>
                <a:ext uri="{FF2B5EF4-FFF2-40B4-BE49-F238E27FC236}">
                  <a16:creationId xmlns:a16="http://schemas.microsoft.com/office/drawing/2014/main" id="{8DB91BCD-0C23-930C-A042-805BFA942677}"/>
                </a:ext>
              </a:extLst>
            </p:cNvPr>
            <p:cNvSpPr/>
            <p:nvPr/>
          </p:nvSpPr>
          <p:spPr>
            <a:xfrm>
              <a:off x="1242577" y="2334608"/>
              <a:ext cx="1091980" cy="1885625"/>
            </a:xfrm>
            <a:custGeom>
              <a:avLst/>
              <a:gdLst/>
              <a:ahLst/>
              <a:cxnLst/>
              <a:rect l="l" t="t" r="r" b="b"/>
              <a:pathLst>
                <a:path w="29135" h="49674" extrusionOk="0">
                  <a:moveTo>
                    <a:pt x="108" y="1"/>
                  </a:moveTo>
                  <a:cubicBezTo>
                    <a:pt x="48" y="1"/>
                    <a:pt x="0" y="49"/>
                    <a:pt x="0" y="108"/>
                  </a:cubicBezTo>
                  <a:cubicBezTo>
                    <a:pt x="0" y="168"/>
                    <a:pt x="48" y="203"/>
                    <a:pt x="108" y="203"/>
                  </a:cubicBezTo>
                  <a:lnTo>
                    <a:pt x="560" y="203"/>
                  </a:lnTo>
                  <a:cubicBezTo>
                    <a:pt x="620" y="203"/>
                    <a:pt x="679" y="168"/>
                    <a:pt x="655" y="108"/>
                  </a:cubicBezTo>
                  <a:cubicBezTo>
                    <a:pt x="655" y="49"/>
                    <a:pt x="620" y="1"/>
                    <a:pt x="560" y="1"/>
                  </a:cubicBezTo>
                  <a:close/>
                  <a:moveTo>
                    <a:pt x="1429" y="1"/>
                  </a:moveTo>
                  <a:cubicBezTo>
                    <a:pt x="1370" y="1"/>
                    <a:pt x="1334" y="49"/>
                    <a:pt x="1334" y="108"/>
                  </a:cubicBezTo>
                  <a:cubicBezTo>
                    <a:pt x="1334" y="168"/>
                    <a:pt x="1370" y="203"/>
                    <a:pt x="1429" y="203"/>
                  </a:cubicBezTo>
                  <a:lnTo>
                    <a:pt x="1882" y="203"/>
                  </a:lnTo>
                  <a:cubicBezTo>
                    <a:pt x="1941" y="203"/>
                    <a:pt x="2001" y="168"/>
                    <a:pt x="1989" y="108"/>
                  </a:cubicBezTo>
                  <a:cubicBezTo>
                    <a:pt x="1989" y="49"/>
                    <a:pt x="1941" y="1"/>
                    <a:pt x="1882" y="1"/>
                  </a:cubicBezTo>
                  <a:close/>
                  <a:moveTo>
                    <a:pt x="2763" y="1"/>
                  </a:moveTo>
                  <a:cubicBezTo>
                    <a:pt x="2691" y="1"/>
                    <a:pt x="2656" y="49"/>
                    <a:pt x="2656" y="108"/>
                  </a:cubicBezTo>
                  <a:cubicBezTo>
                    <a:pt x="2656" y="168"/>
                    <a:pt x="2703" y="203"/>
                    <a:pt x="2763" y="203"/>
                  </a:cubicBezTo>
                  <a:lnTo>
                    <a:pt x="3203" y="203"/>
                  </a:lnTo>
                  <a:cubicBezTo>
                    <a:pt x="3263" y="203"/>
                    <a:pt x="3322" y="168"/>
                    <a:pt x="3310" y="108"/>
                  </a:cubicBezTo>
                  <a:cubicBezTo>
                    <a:pt x="3310" y="49"/>
                    <a:pt x="3263" y="1"/>
                    <a:pt x="3203" y="1"/>
                  </a:cubicBezTo>
                  <a:close/>
                  <a:moveTo>
                    <a:pt x="4084" y="1"/>
                  </a:moveTo>
                  <a:cubicBezTo>
                    <a:pt x="4025" y="1"/>
                    <a:pt x="3977" y="49"/>
                    <a:pt x="3977" y="108"/>
                  </a:cubicBezTo>
                  <a:cubicBezTo>
                    <a:pt x="3977" y="168"/>
                    <a:pt x="4025" y="203"/>
                    <a:pt x="4084" y="203"/>
                  </a:cubicBezTo>
                  <a:lnTo>
                    <a:pt x="4525" y="203"/>
                  </a:lnTo>
                  <a:cubicBezTo>
                    <a:pt x="4584" y="203"/>
                    <a:pt x="4644" y="168"/>
                    <a:pt x="4632" y="108"/>
                  </a:cubicBezTo>
                  <a:cubicBezTo>
                    <a:pt x="4632" y="49"/>
                    <a:pt x="4584" y="1"/>
                    <a:pt x="4525" y="1"/>
                  </a:cubicBezTo>
                  <a:close/>
                  <a:moveTo>
                    <a:pt x="5406" y="1"/>
                  </a:moveTo>
                  <a:cubicBezTo>
                    <a:pt x="5346" y="1"/>
                    <a:pt x="5299" y="49"/>
                    <a:pt x="5299" y="108"/>
                  </a:cubicBezTo>
                  <a:cubicBezTo>
                    <a:pt x="5299" y="168"/>
                    <a:pt x="5346" y="203"/>
                    <a:pt x="5406" y="203"/>
                  </a:cubicBezTo>
                  <a:lnTo>
                    <a:pt x="5846" y="203"/>
                  </a:lnTo>
                  <a:cubicBezTo>
                    <a:pt x="5918" y="203"/>
                    <a:pt x="5954" y="168"/>
                    <a:pt x="5954" y="108"/>
                  </a:cubicBezTo>
                  <a:cubicBezTo>
                    <a:pt x="5954" y="49"/>
                    <a:pt x="5906" y="1"/>
                    <a:pt x="5846" y="1"/>
                  </a:cubicBezTo>
                  <a:close/>
                  <a:moveTo>
                    <a:pt x="6727" y="1"/>
                  </a:moveTo>
                  <a:cubicBezTo>
                    <a:pt x="6668" y="1"/>
                    <a:pt x="6632" y="49"/>
                    <a:pt x="6632" y="108"/>
                  </a:cubicBezTo>
                  <a:cubicBezTo>
                    <a:pt x="6632" y="168"/>
                    <a:pt x="6668" y="203"/>
                    <a:pt x="6727" y="203"/>
                  </a:cubicBezTo>
                  <a:lnTo>
                    <a:pt x="7180" y="203"/>
                  </a:lnTo>
                  <a:cubicBezTo>
                    <a:pt x="7239" y="203"/>
                    <a:pt x="7287" y="168"/>
                    <a:pt x="7287" y="108"/>
                  </a:cubicBezTo>
                  <a:cubicBezTo>
                    <a:pt x="7287" y="49"/>
                    <a:pt x="7239" y="1"/>
                    <a:pt x="7180" y="1"/>
                  </a:cubicBezTo>
                  <a:close/>
                  <a:moveTo>
                    <a:pt x="8061" y="1"/>
                  </a:moveTo>
                  <a:cubicBezTo>
                    <a:pt x="7990" y="1"/>
                    <a:pt x="7954" y="49"/>
                    <a:pt x="7954" y="108"/>
                  </a:cubicBezTo>
                  <a:cubicBezTo>
                    <a:pt x="7954" y="168"/>
                    <a:pt x="8001" y="203"/>
                    <a:pt x="8061" y="203"/>
                  </a:cubicBezTo>
                  <a:lnTo>
                    <a:pt x="8501" y="203"/>
                  </a:lnTo>
                  <a:cubicBezTo>
                    <a:pt x="8561" y="203"/>
                    <a:pt x="8609" y="168"/>
                    <a:pt x="8609" y="108"/>
                  </a:cubicBezTo>
                  <a:cubicBezTo>
                    <a:pt x="8609" y="49"/>
                    <a:pt x="8561" y="1"/>
                    <a:pt x="8501" y="1"/>
                  </a:cubicBezTo>
                  <a:close/>
                  <a:moveTo>
                    <a:pt x="9383" y="1"/>
                  </a:moveTo>
                  <a:cubicBezTo>
                    <a:pt x="9323" y="1"/>
                    <a:pt x="9275" y="49"/>
                    <a:pt x="9275" y="108"/>
                  </a:cubicBezTo>
                  <a:cubicBezTo>
                    <a:pt x="9275" y="168"/>
                    <a:pt x="9323" y="203"/>
                    <a:pt x="9383" y="203"/>
                  </a:cubicBezTo>
                  <a:lnTo>
                    <a:pt x="9823" y="203"/>
                  </a:lnTo>
                  <a:cubicBezTo>
                    <a:pt x="9883" y="203"/>
                    <a:pt x="9930" y="168"/>
                    <a:pt x="9930" y="108"/>
                  </a:cubicBezTo>
                  <a:cubicBezTo>
                    <a:pt x="9930" y="49"/>
                    <a:pt x="9883" y="1"/>
                    <a:pt x="9823" y="1"/>
                  </a:cubicBezTo>
                  <a:close/>
                  <a:moveTo>
                    <a:pt x="10704" y="1"/>
                  </a:moveTo>
                  <a:cubicBezTo>
                    <a:pt x="10645" y="1"/>
                    <a:pt x="10597" y="49"/>
                    <a:pt x="10597" y="108"/>
                  </a:cubicBezTo>
                  <a:cubicBezTo>
                    <a:pt x="10597" y="168"/>
                    <a:pt x="10645" y="203"/>
                    <a:pt x="10704" y="203"/>
                  </a:cubicBezTo>
                  <a:lnTo>
                    <a:pt x="11157" y="203"/>
                  </a:lnTo>
                  <a:cubicBezTo>
                    <a:pt x="11204" y="203"/>
                    <a:pt x="11252" y="168"/>
                    <a:pt x="11252" y="108"/>
                  </a:cubicBezTo>
                  <a:cubicBezTo>
                    <a:pt x="11252" y="49"/>
                    <a:pt x="11204" y="1"/>
                    <a:pt x="11157" y="1"/>
                  </a:cubicBezTo>
                  <a:close/>
                  <a:moveTo>
                    <a:pt x="12026" y="1"/>
                  </a:moveTo>
                  <a:cubicBezTo>
                    <a:pt x="11966" y="1"/>
                    <a:pt x="11919" y="49"/>
                    <a:pt x="11919" y="108"/>
                  </a:cubicBezTo>
                  <a:cubicBezTo>
                    <a:pt x="11919" y="168"/>
                    <a:pt x="11966" y="203"/>
                    <a:pt x="12026" y="203"/>
                  </a:cubicBezTo>
                  <a:lnTo>
                    <a:pt x="12478" y="203"/>
                  </a:lnTo>
                  <a:cubicBezTo>
                    <a:pt x="12538" y="203"/>
                    <a:pt x="12585" y="168"/>
                    <a:pt x="12585" y="108"/>
                  </a:cubicBezTo>
                  <a:cubicBezTo>
                    <a:pt x="12585" y="49"/>
                    <a:pt x="12538" y="1"/>
                    <a:pt x="12478" y="1"/>
                  </a:cubicBezTo>
                  <a:close/>
                  <a:moveTo>
                    <a:pt x="13240" y="120"/>
                  </a:moveTo>
                  <a:cubicBezTo>
                    <a:pt x="13169" y="120"/>
                    <a:pt x="13133" y="168"/>
                    <a:pt x="13133" y="227"/>
                  </a:cubicBezTo>
                  <a:lnTo>
                    <a:pt x="13133" y="668"/>
                  </a:lnTo>
                  <a:cubicBezTo>
                    <a:pt x="13133" y="727"/>
                    <a:pt x="13181" y="775"/>
                    <a:pt x="13240" y="775"/>
                  </a:cubicBezTo>
                  <a:cubicBezTo>
                    <a:pt x="13288" y="775"/>
                    <a:pt x="13335" y="727"/>
                    <a:pt x="13335" y="668"/>
                  </a:cubicBezTo>
                  <a:lnTo>
                    <a:pt x="13335" y="227"/>
                  </a:lnTo>
                  <a:cubicBezTo>
                    <a:pt x="13335" y="168"/>
                    <a:pt x="13300" y="120"/>
                    <a:pt x="13240" y="120"/>
                  </a:cubicBezTo>
                  <a:close/>
                  <a:moveTo>
                    <a:pt x="13240" y="1442"/>
                  </a:moveTo>
                  <a:cubicBezTo>
                    <a:pt x="13169" y="1442"/>
                    <a:pt x="13133" y="1489"/>
                    <a:pt x="13133" y="1549"/>
                  </a:cubicBezTo>
                  <a:lnTo>
                    <a:pt x="13133" y="1989"/>
                  </a:lnTo>
                  <a:cubicBezTo>
                    <a:pt x="13133" y="2049"/>
                    <a:pt x="13181" y="2096"/>
                    <a:pt x="13240" y="2096"/>
                  </a:cubicBezTo>
                  <a:cubicBezTo>
                    <a:pt x="13288" y="2096"/>
                    <a:pt x="13335" y="2049"/>
                    <a:pt x="13335" y="1989"/>
                  </a:cubicBezTo>
                  <a:lnTo>
                    <a:pt x="13335" y="1549"/>
                  </a:lnTo>
                  <a:cubicBezTo>
                    <a:pt x="13335" y="1489"/>
                    <a:pt x="13300" y="1442"/>
                    <a:pt x="13240" y="1442"/>
                  </a:cubicBezTo>
                  <a:close/>
                  <a:moveTo>
                    <a:pt x="13240" y="2763"/>
                  </a:moveTo>
                  <a:cubicBezTo>
                    <a:pt x="13169" y="2763"/>
                    <a:pt x="13133" y="2811"/>
                    <a:pt x="13133" y="2870"/>
                  </a:cubicBezTo>
                  <a:lnTo>
                    <a:pt x="13133" y="3323"/>
                  </a:lnTo>
                  <a:cubicBezTo>
                    <a:pt x="13133" y="3382"/>
                    <a:pt x="13181" y="3418"/>
                    <a:pt x="13240" y="3418"/>
                  </a:cubicBezTo>
                  <a:cubicBezTo>
                    <a:pt x="13288" y="3418"/>
                    <a:pt x="13335" y="3382"/>
                    <a:pt x="13335" y="3323"/>
                  </a:cubicBezTo>
                  <a:lnTo>
                    <a:pt x="13335" y="2870"/>
                  </a:lnTo>
                  <a:cubicBezTo>
                    <a:pt x="13335" y="2811"/>
                    <a:pt x="13300" y="2763"/>
                    <a:pt x="13240" y="2763"/>
                  </a:cubicBezTo>
                  <a:close/>
                  <a:moveTo>
                    <a:pt x="13240" y="4097"/>
                  </a:moveTo>
                  <a:cubicBezTo>
                    <a:pt x="13169" y="4097"/>
                    <a:pt x="13133" y="4132"/>
                    <a:pt x="13133" y="4192"/>
                  </a:cubicBezTo>
                  <a:lnTo>
                    <a:pt x="13133" y="4644"/>
                  </a:lnTo>
                  <a:cubicBezTo>
                    <a:pt x="13133" y="4704"/>
                    <a:pt x="13181" y="4751"/>
                    <a:pt x="13240" y="4751"/>
                  </a:cubicBezTo>
                  <a:cubicBezTo>
                    <a:pt x="13288" y="4751"/>
                    <a:pt x="13335" y="4704"/>
                    <a:pt x="13335" y="4644"/>
                  </a:cubicBezTo>
                  <a:lnTo>
                    <a:pt x="13335" y="4192"/>
                  </a:lnTo>
                  <a:cubicBezTo>
                    <a:pt x="13335" y="4132"/>
                    <a:pt x="13300" y="4097"/>
                    <a:pt x="13240" y="4097"/>
                  </a:cubicBezTo>
                  <a:close/>
                  <a:moveTo>
                    <a:pt x="13240" y="5418"/>
                  </a:moveTo>
                  <a:cubicBezTo>
                    <a:pt x="13169" y="5418"/>
                    <a:pt x="13133" y="5454"/>
                    <a:pt x="13133" y="5513"/>
                  </a:cubicBezTo>
                  <a:lnTo>
                    <a:pt x="13133" y="5966"/>
                  </a:lnTo>
                  <a:cubicBezTo>
                    <a:pt x="13133" y="6025"/>
                    <a:pt x="13181" y="6073"/>
                    <a:pt x="13240" y="6073"/>
                  </a:cubicBezTo>
                  <a:cubicBezTo>
                    <a:pt x="13288" y="6073"/>
                    <a:pt x="13335" y="6025"/>
                    <a:pt x="13335" y="5966"/>
                  </a:cubicBezTo>
                  <a:lnTo>
                    <a:pt x="13335" y="5513"/>
                  </a:lnTo>
                  <a:cubicBezTo>
                    <a:pt x="13335" y="5454"/>
                    <a:pt x="13300" y="5418"/>
                    <a:pt x="13240" y="5418"/>
                  </a:cubicBezTo>
                  <a:close/>
                  <a:moveTo>
                    <a:pt x="13240" y="6740"/>
                  </a:moveTo>
                  <a:cubicBezTo>
                    <a:pt x="13169" y="6740"/>
                    <a:pt x="13133" y="6787"/>
                    <a:pt x="13133" y="6847"/>
                  </a:cubicBezTo>
                  <a:lnTo>
                    <a:pt x="13133" y="7288"/>
                  </a:lnTo>
                  <a:cubicBezTo>
                    <a:pt x="13133" y="7347"/>
                    <a:pt x="13181" y="7395"/>
                    <a:pt x="13240" y="7395"/>
                  </a:cubicBezTo>
                  <a:cubicBezTo>
                    <a:pt x="13288" y="7395"/>
                    <a:pt x="13335" y="7347"/>
                    <a:pt x="13335" y="7288"/>
                  </a:cubicBezTo>
                  <a:lnTo>
                    <a:pt x="13335" y="6847"/>
                  </a:lnTo>
                  <a:cubicBezTo>
                    <a:pt x="13335" y="6787"/>
                    <a:pt x="13300" y="6740"/>
                    <a:pt x="13240" y="6740"/>
                  </a:cubicBezTo>
                  <a:close/>
                  <a:moveTo>
                    <a:pt x="13240" y="8061"/>
                  </a:moveTo>
                  <a:cubicBezTo>
                    <a:pt x="13169" y="8061"/>
                    <a:pt x="13133" y="8109"/>
                    <a:pt x="13133" y="8169"/>
                  </a:cubicBezTo>
                  <a:lnTo>
                    <a:pt x="13133" y="8621"/>
                  </a:lnTo>
                  <a:cubicBezTo>
                    <a:pt x="13133" y="8681"/>
                    <a:pt x="13181" y="8716"/>
                    <a:pt x="13240" y="8716"/>
                  </a:cubicBezTo>
                  <a:cubicBezTo>
                    <a:pt x="13288" y="8716"/>
                    <a:pt x="13335" y="8657"/>
                    <a:pt x="13335" y="8621"/>
                  </a:cubicBezTo>
                  <a:lnTo>
                    <a:pt x="13335" y="8169"/>
                  </a:lnTo>
                  <a:cubicBezTo>
                    <a:pt x="13335" y="8109"/>
                    <a:pt x="13300" y="8061"/>
                    <a:pt x="13240" y="8061"/>
                  </a:cubicBezTo>
                  <a:close/>
                  <a:moveTo>
                    <a:pt x="13240" y="9383"/>
                  </a:moveTo>
                  <a:cubicBezTo>
                    <a:pt x="13169" y="9383"/>
                    <a:pt x="13133" y="9431"/>
                    <a:pt x="13133" y="9490"/>
                  </a:cubicBezTo>
                  <a:lnTo>
                    <a:pt x="13133" y="9943"/>
                  </a:lnTo>
                  <a:cubicBezTo>
                    <a:pt x="13133" y="10002"/>
                    <a:pt x="13181" y="10050"/>
                    <a:pt x="13240" y="10050"/>
                  </a:cubicBezTo>
                  <a:cubicBezTo>
                    <a:pt x="13288" y="10050"/>
                    <a:pt x="13335" y="9990"/>
                    <a:pt x="13335" y="9943"/>
                  </a:cubicBezTo>
                  <a:lnTo>
                    <a:pt x="13335" y="9490"/>
                  </a:lnTo>
                  <a:cubicBezTo>
                    <a:pt x="13335" y="9431"/>
                    <a:pt x="13300" y="9383"/>
                    <a:pt x="13240" y="9383"/>
                  </a:cubicBezTo>
                  <a:close/>
                  <a:moveTo>
                    <a:pt x="13240" y="10717"/>
                  </a:moveTo>
                  <a:cubicBezTo>
                    <a:pt x="13169" y="10717"/>
                    <a:pt x="13133" y="10752"/>
                    <a:pt x="13133" y="10812"/>
                  </a:cubicBezTo>
                  <a:lnTo>
                    <a:pt x="13133" y="11264"/>
                  </a:lnTo>
                  <a:cubicBezTo>
                    <a:pt x="13133" y="11324"/>
                    <a:pt x="13181" y="11371"/>
                    <a:pt x="13240" y="11371"/>
                  </a:cubicBezTo>
                  <a:cubicBezTo>
                    <a:pt x="13288" y="11371"/>
                    <a:pt x="13335" y="11312"/>
                    <a:pt x="13335" y="11264"/>
                  </a:cubicBezTo>
                  <a:lnTo>
                    <a:pt x="13335" y="10812"/>
                  </a:lnTo>
                  <a:cubicBezTo>
                    <a:pt x="13335" y="10752"/>
                    <a:pt x="13300" y="10717"/>
                    <a:pt x="13240" y="10717"/>
                  </a:cubicBezTo>
                  <a:close/>
                  <a:moveTo>
                    <a:pt x="13240" y="12038"/>
                  </a:moveTo>
                  <a:cubicBezTo>
                    <a:pt x="13169" y="12038"/>
                    <a:pt x="13133" y="12086"/>
                    <a:pt x="13133" y="12145"/>
                  </a:cubicBezTo>
                  <a:lnTo>
                    <a:pt x="13133" y="12586"/>
                  </a:lnTo>
                  <a:cubicBezTo>
                    <a:pt x="13133" y="12645"/>
                    <a:pt x="13181" y="12693"/>
                    <a:pt x="13240" y="12693"/>
                  </a:cubicBezTo>
                  <a:cubicBezTo>
                    <a:pt x="13288" y="12693"/>
                    <a:pt x="13335" y="12633"/>
                    <a:pt x="13335" y="12586"/>
                  </a:cubicBezTo>
                  <a:lnTo>
                    <a:pt x="13335" y="12145"/>
                  </a:lnTo>
                  <a:cubicBezTo>
                    <a:pt x="13335" y="12086"/>
                    <a:pt x="13300" y="12038"/>
                    <a:pt x="13240" y="12038"/>
                  </a:cubicBezTo>
                  <a:close/>
                  <a:moveTo>
                    <a:pt x="13240" y="13360"/>
                  </a:moveTo>
                  <a:cubicBezTo>
                    <a:pt x="13169" y="13360"/>
                    <a:pt x="13133" y="13407"/>
                    <a:pt x="13133" y="13467"/>
                  </a:cubicBezTo>
                  <a:lnTo>
                    <a:pt x="13133" y="13919"/>
                  </a:lnTo>
                  <a:cubicBezTo>
                    <a:pt x="13133" y="13979"/>
                    <a:pt x="13181" y="14015"/>
                    <a:pt x="13240" y="14015"/>
                  </a:cubicBezTo>
                  <a:cubicBezTo>
                    <a:pt x="13288" y="14015"/>
                    <a:pt x="13335" y="13955"/>
                    <a:pt x="13335" y="13919"/>
                  </a:cubicBezTo>
                  <a:lnTo>
                    <a:pt x="13335" y="13467"/>
                  </a:lnTo>
                  <a:cubicBezTo>
                    <a:pt x="13335" y="13407"/>
                    <a:pt x="13300" y="13360"/>
                    <a:pt x="13240" y="13360"/>
                  </a:cubicBezTo>
                  <a:close/>
                  <a:moveTo>
                    <a:pt x="13240" y="14681"/>
                  </a:moveTo>
                  <a:cubicBezTo>
                    <a:pt x="13169" y="14681"/>
                    <a:pt x="13133" y="14729"/>
                    <a:pt x="13133" y="14788"/>
                  </a:cubicBezTo>
                  <a:lnTo>
                    <a:pt x="13133" y="15241"/>
                  </a:lnTo>
                  <a:cubicBezTo>
                    <a:pt x="13133" y="15300"/>
                    <a:pt x="13181" y="15348"/>
                    <a:pt x="13240" y="15348"/>
                  </a:cubicBezTo>
                  <a:cubicBezTo>
                    <a:pt x="13288" y="15348"/>
                    <a:pt x="13335" y="15289"/>
                    <a:pt x="13335" y="15241"/>
                  </a:cubicBezTo>
                  <a:lnTo>
                    <a:pt x="13335" y="14788"/>
                  </a:lnTo>
                  <a:cubicBezTo>
                    <a:pt x="13335" y="14729"/>
                    <a:pt x="13300" y="14681"/>
                    <a:pt x="13240" y="14681"/>
                  </a:cubicBezTo>
                  <a:close/>
                  <a:moveTo>
                    <a:pt x="13240" y="15991"/>
                  </a:moveTo>
                  <a:cubicBezTo>
                    <a:pt x="13169" y="15991"/>
                    <a:pt x="13133" y="16039"/>
                    <a:pt x="13133" y="16098"/>
                  </a:cubicBezTo>
                  <a:lnTo>
                    <a:pt x="13133" y="16551"/>
                  </a:lnTo>
                  <a:cubicBezTo>
                    <a:pt x="13133" y="16610"/>
                    <a:pt x="13181" y="16658"/>
                    <a:pt x="13240" y="16658"/>
                  </a:cubicBezTo>
                  <a:cubicBezTo>
                    <a:pt x="13288" y="16658"/>
                    <a:pt x="13335" y="16610"/>
                    <a:pt x="13335" y="16551"/>
                  </a:cubicBezTo>
                  <a:lnTo>
                    <a:pt x="13335" y="16098"/>
                  </a:lnTo>
                  <a:cubicBezTo>
                    <a:pt x="13335" y="16039"/>
                    <a:pt x="13300" y="15991"/>
                    <a:pt x="13240" y="15991"/>
                  </a:cubicBezTo>
                  <a:close/>
                  <a:moveTo>
                    <a:pt x="13240" y="17324"/>
                  </a:moveTo>
                  <a:cubicBezTo>
                    <a:pt x="13169" y="17324"/>
                    <a:pt x="13133" y="17360"/>
                    <a:pt x="13133" y="17420"/>
                  </a:cubicBezTo>
                  <a:lnTo>
                    <a:pt x="13133" y="17872"/>
                  </a:lnTo>
                  <a:cubicBezTo>
                    <a:pt x="13133" y="17932"/>
                    <a:pt x="13181" y="17979"/>
                    <a:pt x="13240" y="17979"/>
                  </a:cubicBezTo>
                  <a:cubicBezTo>
                    <a:pt x="13288" y="17979"/>
                    <a:pt x="13335" y="17932"/>
                    <a:pt x="13335" y="17872"/>
                  </a:cubicBezTo>
                  <a:lnTo>
                    <a:pt x="13335" y="17420"/>
                  </a:lnTo>
                  <a:cubicBezTo>
                    <a:pt x="13335" y="17360"/>
                    <a:pt x="13300" y="17324"/>
                    <a:pt x="13240" y="17324"/>
                  </a:cubicBezTo>
                  <a:close/>
                  <a:moveTo>
                    <a:pt x="13240" y="18646"/>
                  </a:moveTo>
                  <a:cubicBezTo>
                    <a:pt x="13169" y="18646"/>
                    <a:pt x="13133" y="18694"/>
                    <a:pt x="13133" y="18753"/>
                  </a:cubicBezTo>
                  <a:lnTo>
                    <a:pt x="13133" y="19194"/>
                  </a:lnTo>
                  <a:cubicBezTo>
                    <a:pt x="13133" y="19253"/>
                    <a:pt x="13181" y="19301"/>
                    <a:pt x="13240" y="19301"/>
                  </a:cubicBezTo>
                  <a:cubicBezTo>
                    <a:pt x="13288" y="19301"/>
                    <a:pt x="13335" y="19253"/>
                    <a:pt x="13335" y="19194"/>
                  </a:cubicBezTo>
                  <a:lnTo>
                    <a:pt x="13335" y="18753"/>
                  </a:lnTo>
                  <a:cubicBezTo>
                    <a:pt x="13335" y="18694"/>
                    <a:pt x="13300" y="18646"/>
                    <a:pt x="13240" y="18646"/>
                  </a:cubicBezTo>
                  <a:close/>
                  <a:moveTo>
                    <a:pt x="13240" y="19968"/>
                  </a:moveTo>
                  <a:cubicBezTo>
                    <a:pt x="13169" y="19968"/>
                    <a:pt x="13133" y="20015"/>
                    <a:pt x="13133" y="20075"/>
                  </a:cubicBezTo>
                  <a:lnTo>
                    <a:pt x="13133" y="20527"/>
                  </a:lnTo>
                  <a:cubicBezTo>
                    <a:pt x="13133" y="20587"/>
                    <a:pt x="13181" y="20622"/>
                    <a:pt x="13240" y="20622"/>
                  </a:cubicBezTo>
                  <a:cubicBezTo>
                    <a:pt x="13288" y="20622"/>
                    <a:pt x="13335" y="20575"/>
                    <a:pt x="13335" y="20527"/>
                  </a:cubicBezTo>
                  <a:lnTo>
                    <a:pt x="13335" y="20075"/>
                  </a:lnTo>
                  <a:cubicBezTo>
                    <a:pt x="13335" y="20015"/>
                    <a:pt x="13300" y="19968"/>
                    <a:pt x="13240" y="19968"/>
                  </a:cubicBezTo>
                  <a:close/>
                  <a:moveTo>
                    <a:pt x="13240" y="21289"/>
                  </a:moveTo>
                  <a:cubicBezTo>
                    <a:pt x="13169" y="21289"/>
                    <a:pt x="13133" y="21337"/>
                    <a:pt x="13133" y="21396"/>
                  </a:cubicBezTo>
                  <a:lnTo>
                    <a:pt x="13133" y="21849"/>
                  </a:lnTo>
                  <a:cubicBezTo>
                    <a:pt x="13133" y="21908"/>
                    <a:pt x="13181" y="21956"/>
                    <a:pt x="13240" y="21956"/>
                  </a:cubicBezTo>
                  <a:cubicBezTo>
                    <a:pt x="13288" y="21956"/>
                    <a:pt x="13335" y="21908"/>
                    <a:pt x="13335" y="21849"/>
                  </a:cubicBezTo>
                  <a:lnTo>
                    <a:pt x="13335" y="21396"/>
                  </a:lnTo>
                  <a:cubicBezTo>
                    <a:pt x="13335" y="21337"/>
                    <a:pt x="13300" y="21289"/>
                    <a:pt x="13240" y="21289"/>
                  </a:cubicBezTo>
                  <a:close/>
                  <a:moveTo>
                    <a:pt x="13240" y="22623"/>
                  </a:moveTo>
                  <a:cubicBezTo>
                    <a:pt x="13169" y="22623"/>
                    <a:pt x="13133" y="22658"/>
                    <a:pt x="13133" y="22718"/>
                  </a:cubicBezTo>
                  <a:lnTo>
                    <a:pt x="13133" y="23170"/>
                  </a:lnTo>
                  <a:cubicBezTo>
                    <a:pt x="13133" y="23230"/>
                    <a:pt x="13181" y="23278"/>
                    <a:pt x="13240" y="23278"/>
                  </a:cubicBezTo>
                  <a:cubicBezTo>
                    <a:pt x="13288" y="23278"/>
                    <a:pt x="13335" y="23230"/>
                    <a:pt x="13335" y="23170"/>
                  </a:cubicBezTo>
                  <a:lnTo>
                    <a:pt x="13335" y="22718"/>
                  </a:lnTo>
                  <a:cubicBezTo>
                    <a:pt x="13335" y="22658"/>
                    <a:pt x="13300" y="22623"/>
                    <a:pt x="13240" y="22623"/>
                  </a:cubicBezTo>
                  <a:close/>
                  <a:moveTo>
                    <a:pt x="13240" y="23944"/>
                  </a:moveTo>
                  <a:cubicBezTo>
                    <a:pt x="13169" y="23944"/>
                    <a:pt x="13133" y="23992"/>
                    <a:pt x="13133" y="24051"/>
                  </a:cubicBezTo>
                  <a:lnTo>
                    <a:pt x="13133" y="24492"/>
                  </a:lnTo>
                  <a:cubicBezTo>
                    <a:pt x="13133" y="24552"/>
                    <a:pt x="13181" y="24599"/>
                    <a:pt x="13240" y="24599"/>
                  </a:cubicBezTo>
                  <a:cubicBezTo>
                    <a:pt x="13288" y="24599"/>
                    <a:pt x="13335" y="24552"/>
                    <a:pt x="13335" y="24492"/>
                  </a:cubicBezTo>
                  <a:lnTo>
                    <a:pt x="13335" y="24051"/>
                  </a:lnTo>
                  <a:cubicBezTo>
                    <a:pt x="13335" y="23992"/>
                    <a:pt x="13300" y="23944"/>
                    <a:pt x="13240" y="23944"/>
                  </a:cubicBezTo>
                  <a:close/>
                  <a:moveTo>
                    <a:pt x="13240" y="25266"/>
                  </a:moveTo>
                  <a:cubicBezTo>
                    <a:pt x="13169" y="25266"/>
                    <a:pt x="13133" y="25314"/>
                    <a:pt x="13133" y="25373"/>
                  </a:cubicBezTo>
                  <a:lnTo>
                    <a:pt x="13133" y="25826"/>
                  </a:lnTo>
                  <a:cubicBezTo>
                    <a:pt x="13133" y="25885"/>
                    <a:pt x="13181" y="25921"/>
                    <a:pt x="13240" y="25921"/>
                  </a:cubicBezTo>
                  <a:cubicBezTo>
                    <a:pt x="13288" y="25921"/>
                    <a:pt x="13335" y="25885"/>
                    <a:pt x="13335" y="25826"/>
                  </a:cubicBezTo>
                  <a:lnTo>
                    <a:pt x="13335" y="25373"/>
                  </a:lnTo>
                  <a:cubicBezTo>
                    <a:pt x="13335" y="25314"/>
                    <a:pt x="13300" y="25266"/>
                    <a:pt x="13240" y="25266"/>
                  </a:cubicBezTo>
                  <a:close/>
                  <a:moveTo>
                    <a:pt x="13240" y="26599"/>
                  </a:moveTo>
                  <a:cubicBezTo>
                    <a:pt x="13169" y="26599"/>
                    <a:pt x="13133" y="26635"/>
                    <a:pt x="13133" y="26695"/>
                  </a:cubicBezTo>
                  <a:lnTo>
                    <a:pt x="13133" y="27147"/>
                  </a:lnTo>
                  <a:cubicBezTo>
                    <a:pt x="13133" y="27207"/>
                    <a:pt x="13181" y="27254"/>
                    <a:pt x="13240" y="27254"/>
                  </a:cubicBezTo>
                  <a:cubicBezTo>
                    <a:pt x="13288" y="27254"/>
                    <a:pt x="13335" y="27207"/>
                    <a:pt x="13335" y="27147"/>
                  </a:cubicBezTo>
                  <a:lnTo>
                    <a:pt x="13335" y="26695"/>
                  </a:lnTo>
                  <a:cubicBezTo>
                    <a:pt x="13335" y="26635"/>
                    <a:pt x="13300" y="26599"/>
                    <a:pt x="13240" y="26599"/>
                  </a:cubicBezTo>
                  <a:close/>
                  <a:moveTo>
                    <a:pt x="13240" y="27921"/>
                  </a:moveTo>
                  <a:cubicBezTo>
                    <a:pt x="13169" y="27921"/>
                    <a:pt x="13133" y="27969"/>
                    <a:pt x="13133" y="28028"/>
                  </a:cubicBezTo>
                  <a:lnTo>
                    <a:pt x="13133" y="28469"/>
                  </a:lnTo>
                  <a:cubicBezTo>
                    <a:pt x="13133" y="28528"/>
                    <a:pt x="13181" y="28576"/>
                    <a:pt x="13240" y="28576"/>
                  </a:cubicBezTo>
                  <a:cubicBezTo>
                    <a:pt x="13288" y="28576"/>
                    <a:pt x="13335" y="28528"/>
                    <a:pt x="13335" y="28469"/>
                  </a:cubicBezTo>
                  <a:lnTo>
                    <a:pt x="13335" y="28028"/>
                  </a:lnTo>
                  <a:cubicBezTo>
                    <a:pt x="13335" y="27957"/>
                    <a:pt x="13300" y="27921"/>
                    <a:pt x="13240" y="27921"/>
                  </a:cubicBezTo>
                  <a:close/>
                  <a:moveTo>
                    <a:pt x="13240" y="29243"/>
                  </a:moveTo>
                  <a:cubicBezTo>
                    <a:pt x="13169" y="29243"/>
                    <a:pt x="13133" y="29290"/>
                    <a:pt x="13133" y="29350"/>
                  </a:cubicBezTo>
                  <a:lnTo>
                    <a:pt x="13133" y="29790"/>
                  </a:lnTo>
                  <a:cubicBezTo>
                    <a:pt x="13133" y="29850"/>
                    <a:pt x="13181" y="29897"/>
                    <a:pt x="13240" y="29897"/>
                  </a:cubicBezTo>
                  <a:cubicBezTo>
                    <a:pt x="13288" y="29897"/>
                    <a:pt x="13335" y="29850"/>
                    <a:pt x="13335" y="29790"/>
                  </a:cubicBezTo>
                  <a:lnTo>
                    <a:pt x="13335" y="29350"/>
                  </a:lnTo>
                  <a:cubicBezTo>
                    <a:pt x="13335" y="29290"/>
                    <a:pt x="13300" y="29243"/>
                    <a:pt x="13240" y="29243"/>
                  </a:cubicBezTo>
                  <a:close/>
                  <a:moveTo>
                    <a:pt x="13240" y="30564"/>
                  </a:moveTo>
                  <a:cubicBezTo>
                    <a:pt x="13169" y="30564"/>
                    <a:pt x="13133" y="30612"/>
                    <a:pt x="13133" y="30671"/>
                  </a:cubicBezTo>
                  <a:lnTo>
                    <a:pt x="13133" y="31112"/>
                  </a:lnTo>
                  <a:cubicBezTo>
                    <a:pt x="13133" y="31183"/>
                    <a:pt x="13181" y="31219"/>
                    <a:pt x="13240" y="31219"/>
                  </a:cubicBezTo>
                  <a:cubicBezTo>
                    <a:pt x="13288" y="31219"/>
                    <a:pt x="13335" y="31183"/>
                    <a:pt x="13335" y="31112"/>
                  </a:cubicBezTo>
                  <a:lnTo>
                    <a:pt x="13335" y="30671"/>
                  </a:lnTo>
                  <a:cubicBezTo>
                    <a:pt x="13335" y="30612"/>
                    <a:pt x="13300" y="30564"/>
                    <a:pt x="13240" y="30564"/>
                  </a:cubicBezTo>
                  <a:close/>
                  <a:moveTo>
                    <a:pt x="13240" y="31898"/>
                  </a:moveTo>
                  <a:cubicBezTo>
                    <a:pt x="13169" y="31898"/>
                    <a:pt x="13133" y="31933"/>
                    <a:pt x="13133" y="31993"/>
                  </a:cubicBezTo>
                  <a:lnTo>
                    <a:pt x="13133" y="32445"/>
                  </a:lnTo>
                  <a:cubicBezTo>
                    <a:pt x="13133" y="32505"/>
                    <a:pt x="13181" y="32553"/>
                    <a:pt x="13240" y="32553"/>
                  </a:cubicBezTo>
                  <a:cubicBezTo>
                    <a:pt x="13288" y="32553"/>
                    <a:pt x="13335" y="32505"/>
                    <a:pt x="13335" y="32445"/>
                  </a:cubicBezTo>
                  <a:lnTo>
                    <a:pt x="13335" y="31993"/>
                  </a:lnTo>
                  <a:cubicBezTo>
                    <a:pt x="13335" y="31933"/>
                    <a:pt x="13300" y="31898"/>
                    <a:pt x="13240" y="31898"/>
                  </a:cubicBezTo>
                  <a:close/>
                  <a:moveTo>
                    <a:pt x="13240" y="33219"/>
                  </a:moveTo>
                  <a:cubicBezTo>
                    <a:pt x="13169" y="33219"/>
                    <a:pt x="13133" y="33267"/>
                    <a:pt x="13133" y="33326"/>
                  </a:cubicBezTo>
                  <a:lnTo>
                    <a:pt x="13133" y="33767"/>
                  </a:lnTo>
                  <a:cubicBezTo>
                    <a:pt x="13133" y="33827"/>
                    <a:pt x="13181" y="33874"/>
                    <a:pt x="13240" y="33874"/>
                  </a:cubicBezTo>
                  <a:cubicBezTo>
                    <a:pt x="13288" y="33874"/>
                    <a:pt x="13335" y="33815"/>
                    <a:pt x="13335" y="33767"/>
                  </a:cubicBezTo>
                  <a:lnTo>
                    <a:pt x="13335" y="33326"/>
                  </a:lnTo>
                  <a:cubicBezTo>
                    <a:pt x="13335" y="33255"/>
                    <a:pt x="13300" y="33219"/>
                    <a:pt x="13240" y="33219"/>
                  </a:cubicBezTo>
                  <a:close/>
                  <a:moveTo>
                    <a:pt x="13240" y="34541"/>
                  </a:moveTo>
                  <a:cubicBezTo>
                    <a:pt x="13169" y="34541"/>
                    <a:pt x="13133" y="34589"/>
                    <a:pt x="13133" y="34648"/>
                  </a:cubicBezTo>
                  <a:lnTo>
                    <a:pt x="13133" y="35089"/>
                  </a:lnTo>
                  <a:cubicBezTo>
                    <a:pt x="13133" y="35148"/>
                    <a:pt x="13181" y="35196"/>
                    <a:pt x="13240" y="35196"/>
                  </a:cubicBezTo>
                  <a:cubicBezTo>
                    <a:pt x="13288" y="35196"/>
                    <a:pt x="13335" y="35136"/>
                    <a:pt x="13335" y="35089"/>
                  </a:cubicBezTo>
                  <a:lnTo>
                    <a:pt x="13335" y="34648"/>
                  </a:lnTo>
                  <a:cubicBezTo>
                    <a:pt x="13335" y="34589"/>
                    <a:pt x="13300" y="34541"/>
                    <a:pt x="13240" y="34541"/>
                  </a:cubicBezTo>
                  <a:close/>
                  <a:moveTo>
                    <a:pt x="13240" y="35862"/>
                  </a:moveTo>
                  <a:cubicBezTo>
                    <a:pt x="13169" y="35862"/>
                    <a:pt x="13133" y="35910"/>
                    <a:pt x="13133" y="35970"/>
                  </a:cubicBezTo>
                  <a:lnTo>
                    <a:pt x="13133" y="36422"/>
                  </a:lnTo>
                  <a:cubicBezTo>
                    <a:pt x="13133" y="36482"/>
                    <a:pt x="13181" y="36517"/>
                    <a:pt x="13240" y="36517"/>
                  </a:cubicBezTo>
                  <a:cubicBezTo>
                    <a:pt x="13288" y="36517"/>
                    <a:pt x="13335" y="36458"/>
                    <a:pt x="13335" y="36422"/>
                  </a:cubicBezTo>
                  <a:lnTo>
                    <a:pt x="13335" y="35970"/>
                  </a:lnTo>
                  <a:cubicBezTo>
                    <a:pt x="13335" y="35910"/>
                    <a:pt x="13300" y="35862"/>
                    <a:pt x="13240" y="35862"/>
                  </a:cubicBezTo>
                  <a:close/>
                  <a:moveTo>
                    <a:pt x="13240" y="37184"/>
                  </a:moveTo>
                  <a:cubicBezTo>
                    <a:pt x="13169" y="37184"/>
                    <a:pt x="13133" y="37232"/>
                    <a:pt x="13133" y="37291"/>
                  </a:cubicBezTo>
                  <a:lnTo>
                    <a:pt x="13133" y="37744"/>
                  </a:lnTo>
                  <a:cubicBezTo>
                    <a:pt x="13133" y="37803"/>
                    <a:pt x="13181" y="37851"/>
                    <a:pt x="13240" y="37851"/>
                  </a:cubicBezTo>
                  <a:cubicBezTo>
                    <a:pt x="13288" y="37851"/>
                    <a:pt x="13335" y="37791"/>
                    <a:pt x="13335" y="37744"/>
                  </a:cubicBezTo>
                  <a:lnTo>
                    <a:pt x="13335" y="37291"/>
                  </a:lnTo>
                  <a:cubicBezTo>
                    <a:pt x="13335" y="37232"/>
                    <a:pt x="13300" y="37184"/>
                    <a:pt x="13240" y="37184"/>
                  </a:cubicBezTo>
                  <a:close/>
                  <a:moveTo>
                    <a:pt x="13240" y="38518"/>
                  </a:moveTo>
                  <a:cubicBezTo>
                    <a:pt x="13169" y="38518"/>
                    <a:pt x="13133" y="38565"/>
                    <a:pt x="13133" y="38625"/>
                  </a:cubicBezTo>
                  <a:lnTo>
                    <a:pt x="13133" y="39065"/>
                  </a:lnTo>
                  <a:cubicBezTo>
                    <a:pt x="13133" y="39125"/>
                    <a:pt x="13181" y="39172"/>
                    <a:pt x="13240" y="39172"/>
                  </a:cubicBezTo>
                  <a:cubicBezTo>
                    <a:pt x="13288" y="39172"/>
                    <a:pt x="13335" y="39113"/>
                    <a:pt x="13335" y="39065"/>
                  </a:cubicBezTo>
                  <a:lnTo>
                    <a:pt x="13335" y="38625"/>
                  </a:lnTo>
                  <a:cubicBezTo>
                    <a:pt x="13335" y="38553"/>
                    <a:pt x="13300" y="38518"/>
                    <a:pt x="13240" y="38518"/>
                  </a:cubicBezTo>
                  <a:close/>
                  <a:moveTo>
                    <a:pt x="13240" y="39839"/>
                  </a:moveTo>
                  <a:cubicBezTo>
                    <a:pt x="13169" y="39839"/>
                    <a:pt x="13133" y="39887"/>
                    <a:pt x="13133" y="39946"/>
                  </a:cubicBezTo>
                  <a:lnTo>
                    <a:pt x="13133" y="40387"/>
                  </a:lnTo>
                  <a:cubicBezTo>
                    <a:pt x="13133" y="40446"/>
                    <a:pt x="13181" y="40494"/>
                    <a:pt x="13240" y="40494"/>
                  </a:cubicBezTo>
                  <a:cubicBezTo>
                    <a:pt x="13288" y="40494"/>
                    <a:pt x="13335" y="40434"/>
                    <a:pt x="13335" y="40387"/>
                  </a:cubicBezTo>
                  <a:lnTo>
                    <a:pt x="13335" y="39946"/>
                  </a:lnTo>
                  <a:cubicBezTo>
                    <a:pt x="13335" y="39887"/>
                    <a:pt x="13300" y="39839"/>
                    <a:pt x="13240" y="39839"/>
                  </a:cubicBezTo>
                  <a:close/>
                  <a:moveTo>
                    <a:pt x="13240" y="41149"/>
                  </a:moveTo>
                  <a:cubicBezTo>
                    <a:pt x="13169" y="41149"/>
                    <a:pt x="13133" y="41196"/>
                    <a:pt x="13133" y="41256"/>
                  </a:cubicBezTo>
                  <a:lnTo>
                    <a:pt x="13133" y="41697"/>
                  </a:lnTo>
                  <a:cubicBezTo>
                    <a:pt x="13133" y="41756"/>
                    <a:pt x="13181" y="41804"/>
                    <a:pt x="13240" y="41804"/>
                  </a:cubicBezTo>
                  <a:cubicBezTo>
                    <a:pt x="13288" y="41804"/>
                    <a:pt x="13335" y="41756"/>
                    <a:pt x="13335" y="41697"/>
                  </a:cubicBezTo>
                  <a:lnTo>
                    <a:pt x="13335" y="41256"/>
                  </a:lnTo>
                  <a:cubicBezTo>
                    <a:pt x="13335" y="41196"/>
                    <a:pt x="13300" y="41149"/>
                    <a:pt x="13240" y="41149"/>
                  </a:cubicBezTo>
                  <a:close/>
                  <a:moveTo>
                    <a:pt x="13240" y="42470"/>
                  </a:moveTo>
                  <a:cubicBezTo>
                    <a:pt x="13169" y="42470"/>
                    <a:pt x="13133" y="42518"/>
                    <a:pt x="13133" y="42578"/>
                  </a:cubicBezTo>
                  <a:lnTo>
                    <a:pt x="13133" y="43018"/>
                  </a:lnTo>
                  <a:cubicBezTo>
                    <a:pt x="13133" y="43090"/>
                    <a:pt x="13181" y="43125"/>
                    <a:pt x="13240" y="43125"/>
                  </a:cubicBezTo>
                  <a:cubicBezTo>
                    <a:pt x="13288" y="43125"/>
                    <a:pt x="13335" y="43090"/>
                    <a:pt x="13335" y="43018"/>
                  </a:cubicBezTo>
                  <a:lnTo>
                    <a:pt x="13335" y="42578"/>
                  </a:lnTo>
                  <a:cubicBezTo>
                    <a:pt x="13335" y="42518"/>
                    <a:pt x="13300" y="42470"/>
                    <a:pt x="13240" y="42470"/>
                  </a:cubicBezTo>
                  <a:close/>
                  <a:moveTo>
                    <a:pt x="13240" y="43804"/>
                  </a:moveTo>
                  <a:cubicBezTo>
                    <a:pt x="13169" y="43804"/>
                    <a:pt x="13133" y="43840"/>
                    <a:pt x="13133" y="43899"/>
                  </a:cubicBezTo>
                  <a:lnTo>
                    <a:pt x="13133" y="44352"/>
                  </a:lnTo>
                  <a:cubicBezTo>
                    <a:pt x="13133" y="44411"/>
                    <a:pt x="13181" y="44459"/>
                    <a:pt x="13240" y="44459"/>
                  </a:cubicBezTo>
                  <a:cubicBezTo>
                    <a:pt x="13288" y="44459"/>
                    <a:pt x="13335" y="44411"/>
                    <a:pt x="13335" y="44352"/>
                  </a:cubicBezTo>
                  <a:lnTo>
                    <a:pt x="13335" y="43899"/>
                  </a:lnTo>
                  <a:cubicBezTo>
                    <a:pt x="13335" y="43840"/>
                    <a:pt x="13300" y="43804"/>
                    <a:pt x="13240" y="43804"/>
                  </a:cubicBezTo>
                  <a:close/>
                  <a:moveTo>
                    <a:pt x="13240" y="45126"/>
                  </a:moveTo>
                  <a:cubicBezTo>
                    <a:pt x="13169" y="45126"/>
                    <a:pt x="13133" y="45173"/>
                    <a:pt x="13133" y="45233"/>
                  </a:cubicBezTo>
                  <a:lnTo>
                    <a:pt x="13133" y="45673"/>
                  </a:lnTo>
                  <a:cubicBezTo>
                    <a:pt x="13133" y="45733"/>
                    <a:pt x="13181" y="45780"/>
                    <a:pt x="13240" y="45780"/>
                  </a:cubicBezTo>
                  <a:cubicBezTo>
                    <a:pt x="13288" y="45780"/>
                    <a:pt x="13335" y="45733"/>
                    <a:pt x="13335" y="45673"/>
                  </a:cubicBezTo>
                  <a:lnTo>
                    <a:pt x="13335" y="45233"/>
                  </a:lnTo>
                  <a:cubicBezTo>
                    <a:pt x="13335" y="45161"/>
                    <a:pt x="13300" y="45126"/>
                    <a:pt x="13240" y="45126"/>
                  </a:cubicBezTo>
                  <a:close/>
                  <a:moveTo>
                    <a:pt x="13240" y="46447"/>
                  </a:moveTo>
                  <a:cubicBezTo>
                    <a:pt x="13169" y="46447"/>
                    <a:pt x="13133" y="46495"/>
                    <a:pt x="13133" y="46554"/>
                  </a:cubicBezTo>
                  <a:lnTo>
                    <a:pt x="13133" y="46995"/>
                  </a:lnTo>
                  <a:cubicBezTo>
                    <a:pt x="13133" y="47054"/>
                    <a:pt x="13181" y="47102"/>
                    <a:pt x="13240" y="47102"/>
                  </a:cubicBezTo>
                  <a:cubicBezTo>
                    <a:pt x="13288" y="47102"/>
                    <a:pt x="13335" y="47054"/>
                    <a:pt x="13335" y="46995"/>
                  </a:cubicBezTo>
                  <a:lnTo>
                    <a:pt x="13335" y="46554"/>
                  </a:lnTo>
                  <a:cubicBezTo>
                    <a:pt x="13335" y="46495"/>
                    <a:pt x="13300" y="46447"/>
                    <a:pt x="13240" y="46447"/>
                  </a:cubicBezTo>
                  <a:close/>
                  <a:moveTo>
                    <a:pt x="13240" y="47769"/>
                  </a:moveTo>
                  <a:cubicBezTo>
                    <a:pt x="13169" y="47769"/>
                    <a:pt x="13133" y="47816"/>
                    <a:pt x="13133" y="47876"/>
                  </a:cubicBezTo>
                  <a:lnTo>
                    <a:pt x="13133" y="48328"/>
                  </a:lnTo>
                  <a:cubicBezTo>
                    <a:pt x="13133" y="48388"/>
                    <a:pt x="13181" y="48424"/>
                    <a:pt x="13240" y="48424"/>
                  </a:cubicBezTo>
                  <a:cubicBezTo>
                    <a:pt x="13288" y="48424"/>
                    <a:pt x="13335" y="48388"/>
                    <a:pt x="13335" y="48328"/>
                  </a:cubicBezTo>
                  <a:lnTo>
                    <a:pt x="13335" y="47876"/>
                  </a:lnTo>
                  <a:cubicBezTo>
                    <a:pt x="13335" y="47816"/>
                    <a:pt x="13300" y="47769"/>
                    <a:pt x="13240" y="47769"/>
                  </a:cubicBezTo>
                  <a:close/>
                  <a:moveTo>
                    <a:pt x="13240" y="49090"/>
                  </a:moveTo>
                  <a:cubicBezTo>
                    <a:pt x="13169" y="49090"/>
                    <a:pt x="13133" y="49138"/>
                    <a:pt x="13133" y="49197"/>
                  </a:cubicBezTo>
                  <a:lnTo>
                    <a:pt x="13133" y="49567"/>
                  </a:lnTo>
                  <a:cubicBezTo>
                    <a:pt x="13133" y="49638"/>
                    <a:pt x="13181" y="49674"/>
                    <a:pt x="13240" y="49674"/>
                  </a:cubicBezTo>
                  <a:lnTo>
                    <a:pt x="13312" y="49674"/>
                  </a:lnTo>
                  <a:cubicBezTo>
                    <a:pt x="13371" y="49674"/>
                    <a:pt x="13419" y="49638"/>
                    <a:pt x="13419" y="49567"/>
                  </a:cubicBezTo>
                  <a:cubicBezTo>
                    <a:pt x="13419" y="49531"/>
                    <a:pt x="13383" y="49483"/>
                    <a:pt x="13335" y="49471"/>
                  </a:cubicBezTo>
                  <a:lnTo>
                    <a:pt x="13335" y="49197"/>
                  </a:lnTo>
                  <a:cubicBezTo>
                    <a:pt x="13335" y="49138"/>
                    <a:pt x="13300" y="49090"/>
                    <a:pt x="13240" y="49090"/>
                  </a:cubicBezTo>
                  <a:close/>
                  <a:moveTo>
                    <a:pt x="14181" y="49471"/>
                  </a:moveTo>
                  <a:cubicBezTo>
                    <a:pt x="14121" y="49471"/>
                    <a:pt x="14086" y="49519"/>
                    <a:pt x="14086" y="49567"/>
                  </a:cubicBezTo>
                  <a:cubicBezTo>
                    <a:pt x="14086" y="49638"/>
                    <a:pt x="14133" y="49674"/>
                    <a:pt x="14181" y="49674"/>
                  </a:cubicBezTo>
                  <a:lnTo>
                    <a:pt x="14633" y="49674"/>
                  </a:lnTo>
                  <a:cubicBezTo>
                    <a:pt x="14693" y="49674"/>
                    <a:pt x="14740" y="49638"/>
                    <a:pt x="14740" y="49567"/>
                  </a:cubicBezTo>
                  <a:cubicBezTo>
                    <a:pt x="14740" y="49507"/>
                    <a:pt x="14693" y="49471"/>
                    <a:pt x="14633" y="49471"/>
                  </a:cubicBezTo>
                  <a:close/>
                  <a:moveTo>
                    <a:pt x="15502" y="49471"/>
                  </a:moveTo>
                  <a:cubicBezTo>
                    <a:pt x="15431" y="49471"/>
                    <a:pt x="15395" y="49519"/>
                    <a:pt x="15395" y="49567"/>
                  </a:cubicBezTo>
                  <a:cubicBezTo>
                    <a:pt x="15395" y="49638"/>
                    <a:pt x="15443" y="49674"/>
                    <a:pt x="15502" y="49674"/>
                  </a:cubicBezTo>
                  <a:lnTo>
                    <a:pt x="15943" y="49674"/>
                  </a:lnTo>
                  <a:cubicBezTo>
                    <a:pt x="16014" y="49674"/>
                    <a:pt x="16062" y="49638"/>
                    <a:pt x="16050" y="49567"/>
                  </a:cubicBezTo>
                  <a:cubicBezTo>
                    <a:pt x="16050" y="49507"/>
                    <a:pt x="16002" y="49471"/>
                    <a:pt x="15943" y="49471"/>
                  </a:cubicBezTo>
                  <a:close/>
                  <a:moveTo>
                    <a:pt x="16824" y="49471"/>
                  </a:moveTo>
                  <a:cubicBezTo>
                    <a:pt x="16764" y="49471"/>
                    <a:pt x="16717" y="49519"/>
                    <a:pt x="16717" y="49567"/>
                  </a:cubicBezTo>
                  <a:cubicBezTo>
                    <a:pt x="16717" y="49638"/>
                    <a:pt x="16764" y="49674"/>
                    <a:pt x="16824" y="49674"/>
                  </a:cubicBezTo>
                  <a:lnTo>
                    <a:pt x="17264" y="49674"/>
                  </a:lnTo>
                  <a:cubicBezTo>
                    <a:pt x="17348" y="49674"/>
                    <a:pt x="17384" y="49638"/>
                    <a:pt x="17372" y="49567"/>
                  </a:cubicBezTo>
                  <a:cubicBezTo>
                    <a:pt x="17372" y="49507"/>
                    <a:pt x="17324" y="49471"/>
                    <a:pt x="17264" y="49471"/>
                  </a:cubicBezTo>
                  <a:close/>
                  <a:moveTo>
                    <a:pt x="18146" y="49471"/>
                  </a:moveTo>
                  <a:cubicBezTo>
                    <a:pt x="18086" y="49471"/>
                    <a:pt x="18038" y="49519"/>
                    <a:pt x="18038" y="49567"/>
                  </a:cubicBezTo>
                  <a:cubicBezTo>
                    <a:pt x="18038" y="49638"/>
                    <a:pt x="18086" y="49674"/>
                    <a:pt x="18146" y="49674"/>
                  </a:cubicBezTo>
                  <a:lnTo>
                    <a:pt x="18598" y="49674"/>
                  </a:lnTo>
                  <a:cubicBezTo>
                    <a:pt x="18646" y="49674"/>
                    <a:pt x="18717" y="49638"/>
                    <a:pt x="18693" y="49567"/>
                  </a:cubicBezTo>
                  <a:cubicBezTo>
                    <a:pt x="18693" y="49507"/>
                    <a:pt x="18646" y="49471"/>
                    <a:pt x="18598" y="49471"/>
                  </a:cubicBezTo>
                  <a:close/>
                  <a:moveTo>
                    <a:pt x="19467" y="49471"/>
                  </a:moveTo>
                  <a:cubicBezTo>
                    <a:pt x="19408" y="49471"/>
                    <a:pt x="19360" y="49519"/>
                    <a:pt x="19360" y="49567"/>
                  </a:cubicBezTo>
                  <a:cubicBezTo>
                    <a:pt x="19360" y="49638"/>
                    <a:pt x="19408" y="49674"/>
                    <a:pt x="19467" y="49674"/>
                  </a:cubicBezTo>
                  <a:lnTo>
                    <a:pt x="19920" y="49674"/>
                  </a:lnTo>
                  <a:cubicBezTo>
                    <a:pt x="19979" y="49674"/>
                    <a:pt x="20039" y="49638"/>
                    <a:pt x="20027" y="49567"/>
                  </a:cubicBezTo>
                  <a:cubicBezTo>
                    <a:pt x="20027" y="49507"/>
                    <a:pt x="19979" y="49471"/>
                    <a:pt x="19920" y="49471"/>
                  </a:cubicBezTo>
                  <a:close/>
                  <a:moveTo>
                    <a:pt x="20801" y="49471"/>
                  </a:moveTo>
                  <a:cubicBezTo>
                    <a:pt x="20741" y="49471"/>
                    <a:pt x="20693" y="49519"/>
                    <a:pt x="20693" y="49567"/>
                  </a:cubicBezTo>
                  <a:cubicBezTo>
                    <a:pt x="20693" y="49638"/>
                    <a:pt x="20741" y="49674"/>
                    <a:pt x="20801" y="49674"/>
                  </a:cubicBezTo>
                  <a:lnTo>
                    <a:pt x="21241" y="49674"/>
                  </a:lnTo>
                  <a:cubicBezTo>
                    <a:pt x="21301" y="49674"/>
                    <a:pt x="21360" y="49638"/>
                    <a:pt x="21348" y="49567"/>
                  </a:cubicBezTo>
                  <a:cubicBezTo>
                    <a:pt x="21348" y="49507"/>
                    <a:pt x="21301" y="49471"/>
                    <a:pt x="21241" y="49471"/>
                  </a:cubicBezTo>
                  <a:close/>
                  <a:moveTo>
                    <a:pt x="22122" y="49471"/>
                  </a:moveTo>
                  <a:cubicBezTo>
                    <a:pt x="22063" y="49471"/>
                    <a:pt x="22015" y="49519"/>
                    <a:pt x="22015" y="49567"/>
                  </a:cubicBezTo>
                  <a:cubicBezTo>
                    <a:pt x="22015" y="49638"/>
                    <a:pt x="22063" y="49674"/>
                    <a:pt x="22122" y="49674"/>
                  </a:cubicBezTo>
                  <a:lnTo>
                    <a:pt x="22563" y="49674"/>
                  </a:lnTo>
                  <a:cubicBezTo>
                    <a:pt x="22622" y="49674"/>
                    <a:pt x="22682" y="49638"/>
                    <a:pt x="22670" y="49567"/>
                  </a:cubicBezTo>
                  <a:cubicBezTo>
                    <a:pt x="22670" y="49507"/>
                    <a:pt x="22622" y="49471"/>
                    <a:pt x="22563" y="49471"/>
                  </a:cubicBezTo>
                  <a:close/>
                  <a:moveTo>
                    <a:pt x="23444" y="49471"/>
                  </a:moveTo>
                  <a:cubicBezTo>
                    <a:pt x="23384" y="49471"/>
                    <a:pt x="23337" y="49519"/>
                    <a:pt x="23337" y="49567"/>
                  </a:cubicBezTo>
                  <a:cubicBezTo>
                    <a:pt x="23337" y="49638"/>
                    <a:pt x="23384" y="49674"/>
                    <a:pt x="23444" y="49674"/>
                  </a:cubicBezTo>
                  <a:lnTo>
                    <a:pt x="23896" y="49674"/>
                  </a:lnTo>
                  <a:cubicBezTo>
                    <a:pt x="23956" y="49674"/>
                    <a:pt x="24015" y="49638"/>
                    <a:pt x="23992" y="49567"/>
                  </a:cubicBezTo>
                  <a:cubicBezTo>
                    <a:pt x="23992" y="49507"/>
                    <a:pt x="23956" y="49471"/>
                    <a:pt x="23896" y="49471"/>
                  </a:cubicBezTo>
                  <a:close/>
                  <a:moveTo>
                    <a:pt x="24765" y="49471"/>
                  </a:moveTo>
                  <a:cubicBezTo>
                    <a:pt x="24706" y="49471"/>
                    <a:pt x="24670" y="49519"/>
                    <a:pt x="24670" y="49567"/>
                  </a:cubicBezTo>
                  <a:cubicBezTo>
                    <a:pt x="24670" y="49638"/>
                    <a:pt x="24706" y="49674"/>
                    <a:pt x="24765" y="49674"/>
                  </a:cubicBezTo>
                  <a:lnTo>
                    <a:pt x="25218" y="49674"/>
                  </a:lnTo>
                  <a:cubicBezTo>
                    <a:pt x="25277" y="49674"/>
                    <a:pt x="25337" y="49638"/>
                    <a:pt x="25325" y="49567"/>
                  </a:cubicBezTo>
                  <a:cubicBezTo>
                    <a:pt x="25325" y="49507"/>
                    <a:pt x="25277" y="49471"/>
                    <a:pt x="25218" y="49471"/>
                  </a:cubicBezTo>
                  <a:close/>
                  <a:moveTo>
                    <a:pt x="26099" y="49471"/>
                  </a:moveTo>
                  <a:cubicBezTo>
                    <a:pt x="26027" y="49471"/>
                    <a:pt x="25992" y="49519"/>
                    <a:pt x="25992" y="49567"/>
                  </a:cubicBezTo>
                  <a:cubicBezTo>
                    <a:pt x="25992" y="49638"/>
                    <a:pt x="26039" y="49674"/>
                    <a:pt x="26099" y="49674"/>
                  </a:cubicBezTo>
                  <a:lnTo>
                    <a:pt x="26539" y="49674"/>
                  </a:lnTo>
                  <a:cubicBezTo>
                    <a:pt x="26599" y="49674"/>
                    <a:pt x="26647" y="49638"/>
                    <a:pt x="26647" y="49567"/>
                  </a:cubicBezTo>
                  <a:cubicBezTo>
                    <a:pt x="26647" y="49507"/>
                    <a:pt x="26599" y="49471"/>
                    <a:pt x="26539" y="49471"/>
                  </a:cubicBezTo>
                  <a:close/>
                  <a:moveTo>
                    <a:pt x="27421" y="49471"/>
                  </a:moveTo>
                  <a:cubicBezTo>
                    <a:pt x="27361" y="49471"/>
                    <a:pt x="27313" y="49519"/>
                    <a:pt x="27313" y="49567"/>
                  </a:cubicBezTo>
                  <a:cubicBezTo>
                    <a:pt x="27313" y="49638"/>
                    <a:pt x="27361" y="49674"/>
                    <a:pt x="27421" y="49674"/>
                  </a:cubicBezTo>
                  <a:lnTo>
                    <a:pt x="27861" y="49674"/>
                  </a:lnTo>
                  <a:cubicBezTo>
                    <a:pt x="27921" y="49674"/>
                    <a:pt x="27968" y="49638"/>
                    <a:pt x="27968" y="49567"/>
                  </a:cubicBezTo>
                  <a:cubicBezTo>
                    <a:pt x="27968" y="49507"/>
                    <a:pt x="27921" y="49471"/>
                    <a:pt x="27861" y="49471"/>
                  </a:cubicBezTo>
                  <a:close/>
                  <a:moveTo>
                    <a:pt x="28742" y="49471"/>
                  </a:moveTo>
                  <a:cubicBezTo>
                    <a:pt x="28683" y="49471"/>
                    <a:pt x="28635" y="49519"/>
                    <a:pt x="28635" y="49567"/>
                  </a:cubicBezTo>
                  <a:cubicBezTo>
                    <a:pt x="28635" y="49638"/>
                    <a:pt x="28683" y="49674"/>
                    <a:pt x="28742" y="49674"/>
                  </a:cubicBezTo>
                  <a:lnTo>
                    <a:pt x="29028" y="49674"/>
                  </a:lnTo>
                  <a:cubicBezTo>
                    <a:pt x="29087" y="49674"/>
                    <a:pt x="29135" y="49638"/>
                    <a:pt x="29135" y="49567"/>
                  </a:cubicBezTo>
                  <a:cubicBezTo>
                    <a:pt x="29135" y="49507"/>
                    <a:pt x="29087" y="49471"/>
                    <a:pt x="29028" y="494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2051;p44">
              <a:extLst>
                <a:ext uri="{FF2B5EF4-FFF2-40B4-BE49-F238E27FC236}">
                  <a16:creationId xmlns:a16="http://schemas.microsoft.com/office/drawing/2014/main" id="{E7C85070-41BC-5D1C-3B18-C8E48BA7C238}"/>
                </a:ext>
              </a:extLst>
            </p:cNvPr>
            <p:cNvSpPr/>
            <p:nvPr/>
          </p:nvSpPr>
          <p:spPr>
            <a:xfrm>
              <a:off x="2129718" y="3794038"/>
              <a:ext cx="445825" cy="823504"/>
            </a:xfrm>
            <a:custGeom>
              <a:avLst/>
              <a:gdLst/>
              <a:ahLst/>
              <a:cxnLst/>
              <a:rect l="l" t="t" r="r" b="b"/>
              <a:pathLst>
                <a:path w="11895" h="21694" extrusionOk="0">
                  <a:moveTo>
                    <a:pt x="2310" y="0"/>
                  </a:moveTo>
                  <a:cubicBezTo>
                    <a:pt x="1060" y="0"/>
                    <a:pt x="0" y="1000"/>
                    <a:pt x="0" y="2262"/>
                  </a:cubicBezTo>
                  <a:lnTo>
                    <a:pt x="0" y="19431"/>
                  </a:lnTo>
                  <a:cubicBezTo>
                    <a:pt x="0" y="20681"/>
                    <a:pt x="1036" y="21693"/>
                    <a:pt x="2274" y="21693"/>
                  </a:cubicBezTo>
                  <a:lnTo>
                    <a:pt x="9608" y="21681"/>
                  </a:lnTo>
                  <a:cubicBezTo>
                    <a:pt x="10859" y="21681"/>
                    <a:pt x="11871" y="20669"/>
                    <a:pt x="11871" y="19419"/>
                  </a:cubicBezTo>
                  <a:lnTo>
                    <a:pt x="11894" y="2238"/>
                  </a:lnTo>
                  <a:cubicBezTo>
                    <a:pt x="11894" y="1012"/>
                    <a:pt x="10882" y="0"/>
                    <a:pt x="9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2052;p44">
              <a:extLst>
                <a:ext uri="{FF2B5EF4-FFF2-40B4-BE49-F238E27FC236}">
                  <a16:creationId xmlns:a16="http://schemas.microsoft.com/office/drawing/2014/main" id="{6A6D3046-F81E-1C42-2F4F-7E2127EC835E}"/>
                </a:ext>
              </a:extLst>
            </p:cNvPr>
            <p:cNvSpPr/>
            <p:nvPr/>
          </p:nvSpPr>
          <p:spPr>
            <a:xfrm>
              <a:off x="2112290" y="3808957"/>
              <a:ext cx="441814" cy="814470"/>
            </a:xfrm>
            <a:custGeom>
              <a:avLst/>
              <a:gdLst/>
              <a:ahLst/>
              <a:cxnLst/>
              <a:rect l="l" t="t" r="r" b="b"/>
              <a:pathLst>
                <a:path w="11788" h="21456" extrusionOk="0">
                  <a:moveTo>
                    <a:pt x="2275" y="0"/>
                  </a:moveTo>
                  <a:cubicBezTo>
                    <a:pt x="1048" y="0"/>
                    <a:pt x="1" y="1012"/>
                    <a:pt x="1" y="2238"/>
                  </a:cubicBezTo>
                  <a:lnTo>
                    <a:pt x="1" y="19217"/>
                  </a:lnTo>
                  <a:cubicBezTo>
                    <a:pt x="1" y="20455"/>
                    <a:pt x="1025" y="21455"/>
                    <a:pt x="2263" y="21455"/>
                  </a:cubicBezTo>
                  <a:lnTo>
                    <a:pt x="9526" y="21431"/>
                  </a:lnTo>
                  <a:cubicBezTo>
                    <a:pt x="10764" y="21431"/>
                    <a:pt x="11776" y="20443"/>
                    <a:pt x="11776" y="19205"/>
                  </a:cubicBezTo>
                  <a:lnTo>
                    <a:pt x="11788" y="2226"/>
                  </a:lnTo>
                  <a:cubicBezTo>
                    <a:pt x="11764" y="1000"/>
                    <a:pt x="10764" y="0"/>
                    <a:pt x="95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2053;p44">
              <a:extLst>
                <a:ext uri="{FF2B5EF4-FFF2-40B4-BE49-F238E27FC236}">
                  <a16:creationId xmlns:a16="http://schemas.microsoft.com/office/drawing/2014/main" id="{7FFD409D-F53C-2225-C5DB-D7ACDB651A38}"/>
                </a:ext>
              </a:extLst>
            </p:cNvPr>
            <p:cNvSpPr/>
            <p:nvPr/>
          </p:nvSpPr>
          <p:spPr>
            <a:xfrm>
              <a:off x="2281435" y="3860014"/>
              <a:ext cx="104457" cy="25813"/>
            </a:xfrm>
            <a:custGeom>
              <a:avLst/>
              <a:gdLst/>
              <a:ahLst/>
              <a:cxnLst/>
              <a:rect l="l" t="t" r="r" b="b"/>
              <a:pathLst>
                <a:path w="2787" h="680" extrusionOk="0">
                  <a:moveTo>
                    <a:pt x="345" y="0"/>
                  </a:moveTo>
                  <a:cubicBezTo>
                    <a:pt x="143" y="0"/>
                    <a:pt x="0" y="143"/>
                    <a:pt x="0" y="346"/>
                  </a:cubicBezTo>
                  <a:cubicBezTo>
                    <a:pt x="0" y="536"/>
                    <a:pt x="167" y="679"/>
                    <a:pt x="345" y="679"/>
                  </a:cubicBezTo>
                  <a:lnTo>
                    <a:pt x="2441" y="679"/>
                  </a:lnTo>
                  <a:cubicBezTo>
                    <a:pt x="2631" y="679"/>
                    <a:pt x="2786" y="524"/>
                    <a:pt x="2786" y="346"/>
                  </a:cubicBezTo>
                  <a:cubicBezTo>
                    <a:pt x="2786" y="143"/>
                    <a:pt x="2620" y="0"/>
                    <a:pt x="24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2054;p44">
              <a:extLst>
                <a:ext uri="{FF2B5EF4-FFF2-40B4-BE49-F238E27FC236}">
                  <a16:creationId xmlns:a16="http://schemas.microsoft.com/office/drawing/2014/main" id="{38C265E8-34EC-7B1E-EAD8-24E0D8D25C10}"/>
                </a:ext>
              </a:extLst>
            </p:cNvPr>
            <p:cNvSpPr/>
            <p:nvPr/>
          </p:nvSpPr>
          <p:spPr>
            <a:xfrm>
              <a:off x="2243056" y="3860697"/>
              <a:ext cx="25449" cy="25130"/>
            </a:xfrm>
            <a:custGeom>
              <a:avLst/>
              <a:gdLst/>
              <a:ahLst/>
              <a:cxnLst/>
              <a:rect l="l" t="t" r="r" b="b"/>
              <a:pathLst>
                <a:path w="679" h="662" extrusionOk="0">
                  <a:moveTo>
                    <a:pt x="334" y="0"/>
                  </a:moveTo>
                  <a:cubicBezTo>
                    <a:pt x="244" y="0"/>
                    <a:pt x="155" y="30"/>
                    <a:pt x="95" y="90"/>
                  </a:cubicBezTo>
                  <a:cubicBezTo>
                    <a:pt x="36" y="149"/>
                    <a:pt x="0" y="232"/>
                    <a:pt x="0" y="328"/>
                  </a:cubicBezTo>
                  <a:cubicBezTo>
                    <a:pt x="0" y="411"/>
                    <a:pt x="36" y="506"/>
                    <a:pt x="95" y="566"/>
                  </a:cubicBezTo>
                  <a:cubicBezTo>
                    <a:pt x="155" y="637"/>
                    <a:pt x="250" y="661"/>
                    <a:pt x="334" y="661"/>
                  </a:cubicBezTo>
                  <a:cubicBezTo>
                    <a:pt x="429" y="661"/>
                    <a:pt x="512" y="625"/>
                    <a:pt x="572" y="566"/>
                  </a:cubicBezTo>
                  <a:cubicBezTo>
                    <a:pt x="655" y="506"/>
                    <a:pt x="679" y="411"/>
                    <a:pt x="679" y="328"/>
                  </a:cubicBezTo>
                  <a:cubicBezTo>
                    <a:pt x="679" y="232"/>
                    <a:pt x="631" y="149"/>
                    <a:pt x="572" y="90"/>
                  </a:cubicBezTo>
                  <a:cubicBezTo>
                    <a:pt x="512" y="30"/>
                    <a:pt x="423" y="0"/>
                    <a:pt x="3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2055;p44">
              <a:extLst>
                <a:ext uri="{FF2B5EF4-FFF2-40B4-BE49-F238E27FC236}">
                  <a16:creationId xmlns:a16="http://schemas.microsoft.com/office/drawing/2014/main" id="{37CCFAD2-5C10-D7AB-7522-A6E5B13C8815}"/>
                </a:ext>
              </a:extLst>
            </p:cNvPr>
            <p:cNvSpPr/>
            <p:nvPr/>
          </p:nvSpPr>
          <p:spPr>
            <a:xfrm>
              <a:off x="2293466" y="4522576"/>
              <a:ext cx="74997" cy="75540"/>
            </a:xfrm>
            <a:custGeom>
              <a:avLst/>
              <a:gdLst/>
              <a:ahLst/>
              <a:cxnLst/>
              <a:rect l="l" t="t" r="r" b="b"/>
              <a:pathLst>
                <a:path w="2001" h="1990" extrusionOk="0">
                  <a:moveTo>
                    <a:pt x="1001" y="1"/>
                  </a:moveTo>
                  <a:cubicBezTo>
                    <a:pt x="453" y="1"/>
                    <a:pt x="1" y="441"/>
                    <a:pt x="1" y="1001"/>
                  </a:cubicBezTo>
                  <a:cubicBezTo>
                    <a:pt x="1" y="1549"/>
                    <a:pt x="453" y="1989"/>
                    <a:pt x="1001" y="1989"/>
                  </a:cubicBezTo>
                  <a:cubicBezTo>
                    <a:pt x="1548" y="1989"/>
                    <a:pt x="2001" y="1549"/>
                    <a:pt x="2001" y="1001"/>
                  </a:cubicBezTo>
                  <a:cubicBezTo>
                    <a:pt x="2001" y="441"/>
                    <a:pt x="1548" y="1"/>
                    <a:pt x="100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2056;p44">
              <a:extLst>
                <a:ext uri="{FF2B5EF4-FFF2-40B4-BE49-F238E27FC236}">
                  <a16:creationId xmlns:a16="http://schemas.microsoft.com/office/drawing/2014/main" id="{F0328CDB-6E2D-B566-72C5-B717B17EBEBE}"/>
                </a:ext>
              </a:extLst>
            </p:cNvPr>
            <p:cNvSpPr/>
            <p:nvPr/>
          </p:nvSpPr>
          <p:spPr>
            <a:xfrm>
              <a:off x="215647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762" y="1"/>
                  </a:moveTo>
                  <a:cubicBezTo>
                    <a:pt x="346" y="1"/>
                    <a:pt x="0" y="346"/>
                    <a:pt x="0" y="763"/>
                  </a:cubicBezTo>
                  <a:lnTo>
                    <a:pt x="0" y="14157"/>
                  </a:lnTo>
                  <a:cubicBezTo>
                    <a:pt x="0" y="14574"/>
                    <a:pt x="334" y="14907"/>
                    <a:pt x="762" y="14907"/>
                  </a:cubicBezTo>
                  <a:lnTo>
                    <a:pt x="8704" y="14907"/>
                  </a:lnTo>
                  <a:cubicBezTo>
                    <a:pt x="9168" y="14907"/>
                    <a:pt x="9549" y="14538"/>
                    <a:pt x="9549" y="14062"/>
                  </a:cubicBezTo>
                  <a:lnTo>
                    <a:pt x="9549" y="763"/>
                  </a:lnTo>
                  <a:cubicBezTo>
                    <a:pt x="9537" y="346"/>
                    <a:pt x="9192" y="1"/>
                    <a:pt x="87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2057;p44">
              <a:extLst>
                <a:ext uri="{FF2B5EF4-FFF2-40B4-BE49-F238E27FC236}">
                  <a16:creationId xmlns:a16="http://schemas.microsoft.com/office/drawing/2014/main" id="{539BF099-14AC-2DF7-4668-EE926FA01DF7}"/>
                </a:ext>
              </a:extLst>
            </p:cNvPr>
            <p:cNvSpPr/>
            <p:nvPr/>
          </p:nvSpPr>
          <p:spPr>
            <a:xfrm>
              <a:off x="2196619" y="4069290"/>
              <a:ext cx="278964" cy="282498"/>
            </a:xfrm>
            <a:custGeom>
              <a:avLst/>
              <a:gdLst/>
              <a:ahLst/>
              <a:cxnLst/>
              <a:rect l="l" t="t" r="r" b="b"/>
              <a:pathLst>
                <a:path w="7443" h="7442" extrusionOk="0">
                  <a:moveTo>
                    <a:pt x="3716" y="0"/>
                  </a:moveTo>
                  <a:cubicBezTo>
                    <a:pt x="1668" y="0"/>
                    <a:pt x="1" y="1667"/>
                    <a:pt x="1" y="3727"/>
                  </a:cubicBezTo>
                  <a:cubicBezTo>
                    <a:pt x="1" y="5786"/>
                    <a:pt x="1668" y="7441"/>
                    <a:pt x="3716" y="7441"/>
                  </a:cubicBezTo>
                  <a:cubicBezTo>
                    <a:pt x="5776" y="7441"/>
                    <a:pt x="7442" y="5786"/>
                    <a:pt x="7442" y="3727"/>
                  </a:cubicBezTo>
                  <a:cubicBezTo>
                    <a:pt x="7442" y="1667"/>
                    <a:pt x="5776" y="0"/>
                    <a:pt x="37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2058;p44">
              <a:extLst>
                <a:ext uri="{FF2B5EF4-FFF2-40B4-BE49-F238E27FC236}">
                  <a16:creationId xmlns:a16="http://schemas.microsoft.com/office/drawing/2014/main" id="{0E4AF569-6388-D502-96A3-44B50499F05F}"/>
                </a:ext>
              </a:extLst>
            </p:cNvPr>
            <p:cNvSpPr/>
            <p:nvPr/>
          </p:nvSpPr>
          <p:spPr>
            <a:xfrm>
              <a:off x="2271166" y="4121827"/>
              <a:ext cx="148946" cy="176628"/>
            </a:xfrm>
            <a:custGeom>
              <a:avLst/>
              <a:gdLst/>
              <a:ahLst/>
              <a:cxnLst/>
              <a:rect l="l" t="t" r="r" b="b"/>
              <a:pathLst>
                <a:path w="3974" h="4653" extrusionOk="0">
                  <a:moveTo>
                    <a:pt x="2809" y="465"/>
                  </a:moveTo>
                  <a:cubicBezTo>
                    <a:pt x="3015" y="465"/>
                    <a:pt x="3197" y="620"/>
                    <a:pt x="3239" y="831"/>
                  </a:cubicBezTo>
                  <a:cubicBezTo>
                    <a:pt x="3275" y="1069"/>
                    <a:pt x="3120" y="1307"/>
                    <a:pt x="2882" y="1331"/>
                  </a:cubicBezTo>
                  <a:cubicBezTo>
                    <a:pt x="2854" y="1336"/>
                    <a:pt x="2827" y="1339"/>
                    <a:pt x="2800" y="1339"/>
                  </a:cubicBezTo>
                  <a:cubicBezTo>
                    <a:pt x="2594" y="1339"/>
                    <a:pt x="2412" y="1184"/>
                    <a:pt x="2370" y="973"/>
                  </a:cubicBezTo>
                  <a:cubicBezTo>
                    <a:pt x="2322" y="735"/>
                    <a:pt x="2489" y="509"/>
                    <a:pt x="2727" y="473"/>
                  </a:cubicBezTo>
                  <a:cubicBezTo>
                    <a:pt x="2754" y="468"/>
                    <a:pt x="2782" y="465"/>
                    <a:pt x="2809" y="465"/>
                  </a:cubicBezTo>
                  <a:close/>
                  <a:moveTo>
                    <a:pt x="1644" y="2424"/>
                  </a:moveTo>
                  <a:cubicBezTo>
                    <a:pt x="1665" y="2424"/>
                    <a:pt x="1686" y="2433"/>
                    <a:pt x="1703" y="2450"/>
                  </a:cubicBezTo>
                  <a:cubicBezTo>
                    <a:pt x="1727" y="2474"/>
                    <a:pt x="1751" y="2521"/>
                    <a:pt x="1715" y="2569"/>
                  </a:cubicBezTo>
                  <a:lnTo>
                    <a:pt x="703" y="3986"/>
                  </a:lnTo>
                  <a:cubicBezTo>
                    <a:pt x="691" y="3998"/>
                    <a:pt x="679" y="4010"/>
                    <a:pt x="643" y="4010"/>
                  </a:cubicBezTo>
                  <a:cubicBezTo>
                    <a:pt x="631" y="4010"/>
                    <a:pt x="596" y="4010"/>
                    <a:pt x="584" y="3998"/>
                  </a:cubicBezTo>
                  <a:cubicBezTo>
                    <a:pt x="536" y="3962"/>
                    <a:pt x="536" y="3902"/>
                    <a:pt x="572" y="3879"/>
                  </a:cubicBezTo>
                  <a:lnTo>
                    <a:pt x="1584" y="2462"/>
                  </a:lnTo>
                  <a:cubicBezTo>
                    <a:pt x="1597" y="2436"/>
                    <a:pt x="1620" y="2424"/>
                    <a:pt x="1644" y="2424"/>
                  </a:cubicBezTo>
                  <a:close/>
                  <a:moveTo>
                    <a:pt x="2440" y="1"/>
                  </a:moveTo>
                  <a:cubicBezTo>
                    <a:pt x="2362" y="1"/>
                    <a:pt x="2283" y="7"/>
                    <a:pt x="2203" y="21"/>
                  </a:cubicBezTo>
                  <a:cubicBezTo>
                    <a:pt x="1453" y="140"/>
                    <a:pt x="929" y="866"/>
                    <a:pt x="1048" y="1628"/>
                  </a:cubicBezTo>
                  <a:cubicBezTo>
                    <a:pt x="1060" y="1724"/>
                    <a:pt x="1096" y="1807"/>
                    <a:pt x="1120" y="1890"/>
                  </a:cubicBezTo>
                  <a:lnTo>
                    <a:pt x="977" y="1997"/>
                  </a:lnTo>
                  <a:cubicBezTo>
                    <a:pt x="941" y="2021"/>
                    <a:pt x="941" y="2045"/>
                    <a:pt x="941" y="2081"/>
                  </a:cubicBezTo>
                  <a:cubicBezTo>
                    <a:pt x="941" y="2105"/>
                    <a:pt x="953" y="2140"/>
                    <a:pt x="977" y="2152"/>
                  </a:cubicBezTo>
                  <a:lnTo>
                    <a:pt x="1108" y="2235"/>
                  </a:lnTo>
                  <a:lnTo>
                    <a:pt x="1036" y="2343"/>
                  </a:lnTo>
                  <a:lnTo>
                    <a:pt x="893" y="2378"/>
                  </a:lnTo>
                  <a:cubicBezTo>
                    <a:pt x="858" y="2390"/>
                    <a:pt x="822" y="2438"/>
                    <a:pt x="822" y="2474"/>
                  </a:cubicBezTo>
                  <a:lnTo>
                    <a:pt x="858" y="2616"/>
                  </a:lnTo>
                  <a:lnTo>
                    <a:pt x="750" y="2759"/>
                  </a:lnTo>
                  <a:lnTo>
                    <a:pt x="619" y="2795"/>
                  </a:lnTo>
                  <a:cubicBezTo>
                    <a:pt x="572" y="2807"/>
                    <a:pt x="536" y="2855"/>
                    <a:pt x="536" y="2890"/>
                  </a:cubicBezTo>
                  <a:lnTo>
                    <a:pt x="572" y="3033"/>
                  </a:lnTo>
                  <a:lnTo>
                    <a:pt x="465" y="3176"/>
                  </a:lnTo>
                  <a:lnTo>
                    <a:pt x="334" y="3212"/>
                  </a:lnTo>
                  <a:cubicBezTo>
                    <a:pt x="286" y="3224"/>
                    <a:pt x="262" y="3271"/>
                    <a:pt x="262" y="3307"/>
                  </a:cubicBezTo>
                  <a:lnTo>
                    <a:pt x="286" y="3450"/>
                  </a:lnTo>
                  <a:lnTo>
                    <a:pt x="24" y="3819"/>
                  </a:lnTo>
                  <a:cubicBezTo>
                    <a:pt x="0" y="3831"/>
                    <a:pt x="0" y="3867"/>
                    <a:pt x="0" y="3879"/>
                  </a:cubicBezTo>
                  <a:lnTo>
                    <a:pt x="119" y="4581"/>
                  </a:lnTo>
                  <a:cubicBezTo>
                    <a:pt x="143" y="4617"/>
                    <a:pt x="179" y="4652"/>
                    <a:pt x="227" y="4652"/>
                  </a:cubicBezTo>
                  <a:lnTo>
                    <a:pt x="929" y="4533"/>
                  </a:lnTo>
                  <a:cubicBezTo>
                    <a:pt x="953" y="4533"/>
                    <a:pt x="977" y="4521"/>
                    <a:pt x="989" y="4498"/>
                  </a:cubicBezTo>
                  <a:lnTo>
                    <a:pt x="2084" y="2950"/>
                  </a:lnTo>
                  <a:lnTo>
                    <a:pt x="2227" y="3045"/>
                  </a:lnTo>
                  <a:cubicBezTo>
                    <a:pt x="2251" y="3057"/>
                    <a:pt x="2286" y="3057"/>
                    <a:pt x="2298" y="3057"/>
                  </a:cubicBezTo>
                  <a:cubicBezTo>
                    <a:pt x="2322" y="3045"/>
                    <a:pt x="2346" y="3033"/>
                    <a:pt x="2358" y="2997"/>
                  </a:cubicBezTo>
                  <a:lnTo>
                    <a:pt x="2405" y="2831"/>
                  </a:lnTo>
                  <a:cubicBezTo>
                    <a:pt x="2431" y="2832"/>
                    <a:pt x="2455" y="2833"/>
                    <a:pt x="2480" y="2833"/>
                  </a:cubicBezTo>
                  <a:cubicBezTo>
                    <a:pt x="3347" y="2833"/>
                    <a:pt x="3973" y="2033"/>
                    <a:pt x="3846" y="1200"/>
                  </a:cubicBezTo>
                  <a:cubicBezTo>
                    <a:pt x="3707" y="495"/>
                    <a:pt x="3118" y="1"/>
                    <a:pt x="24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2059;p44">
              <a:extLst>
                <a:ext uri="{FF2B5EF4-FFF2-40B4-BE49-F238E27FC236}">
                  <a16:creationId xmlns:a16="http://schemas.microsoft.com/office/drawing/2014/main" id="{3025A840-5CCF-2D4F-4CFF-ACAB7A45BA69}"/>
                </a:ext>
              </a:extLst>
            </p:cNvPr>
            <p:cNvSpPr/>
            <p:nvPr/>
          </p:nvSpPr>
          <p:spPr>
            <a:xfrm>
              <a:off x="2156028" y="3930051"/>
              <a:ext cx="286984" cy="440716"/>
            </a:xfrm>
            <a:custGeom>
              <a:avLst/>
              <a:gdLst/>
              <a:ahLst/>
              <a:cxnLst/>
              <a:rect l="l" t="t" r="r" b="b"/>
              <a:pathLst>
                <a:path w="7657" h="11610" extrusionOk="0">
                  <a:moveTo>
                    <a:pt x="6692" y="1"/>
                  </a:moveTo>
                  <a:lnTo>
                    <a:pt x="1" y="10145"/>
                  </a:lnTo>
                  <a:lnTo>
                    <a:pt x="1" y="11609"/>
                  </a:lnTo>
                  <a:lnTo>
                    <a:pt x="7656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2060;p44">
              <a:extLst>
                <a:ext uri="{FF2B5EF4-FFF2-40B4-BE49-F238E27FC236}">
                  <a16:creationId xmlns:a16="http://schemas.microsoft.com/office/drawing/2014/main" id="{017A1592-D6C1-2A54-685E-AED5F0C57B2E}"/>
                </a:ext>
              </a:extLst>
            </p:cNvPr>
            <p:cNvSpPr/>
            <p:nvPr/>
          </p:nvSpPr>
          <p:spPr>
            <a:xfrm>
              <a:off x="2156028" y="3930051"/>
              <a:ext cx="357934" cy="565908"/>
            </a:xfrm>
            <a:custGeom>
              <a:avLst/>
              <a:gdLst/>
              <a:ahLst/>
              <a:cxnLst/>
              <a:rect l="l" t="t" r="r" b="b"/>
              <a:pathLst>
                <a:path w="9550" h="14908" extrusionOk="0">
                  <a:moveTo>
                    <a:pt x="8906" y="1"/>
                  </a:moveTo>
                  <a:lnTo>
                    <a:pt x="1" y="13514"/>
                  </a:lnTo>
                  <a:lnTo>
                    <a:pt x="1" y="14217"/>
                  </a:lnTo>
                  <a:cubicBezTo>
                    <a:pt x="1" y="14598"/>
                    <a:pt x="310" y="14907"/>
                    <a:pt x="691" y="14907"/>
                  </a:cubicBezTo>
                  <a:lnTo>
                    <a:pt x="2525" y="14907"/>
                  </a:lnTo>
                  <a:lnTo>
                    <a:pt x="9549" y="4251"/>
                  </a:lnTo>
                  <a:lnTo>
                    <a:pt x="9549" y="644"/>
                  </a:lnTo>
                  <a:cubicBezTo>
                    <a:pt x="9549" y="299"/>
                    <a:pt x="9264" y="1"/>
                    <a:pt x="8906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2061;p44">
              <a:extLst>
                <a:ext uri="{FF2B5EF4-FFF2-40B4-BE49-F238E27FC236}">
                  <a16:creationId xmlns:a16="http://schemas.microsoft.com/office/drawing/2014/main" id="{2A7AF56A-EF77-B612-D54F-D6733EE697DE}"/>
                </a:ext>
              </a:extLst>
            </p:cNvPr>
            <p:cNvSpPr/>
            <p:nvPr/>
          </p:nvSpPr>
          <p:spPr>
            <a:xfrm>
              <a:off x="613071" y="2945887"/>
              <a:ext cx="620032" cy="579991"/>
            </a:xfrm>
            <a:custGeom>
              <a:avLst/>
              <a:gdLst/>
              <a:ahLst/>
              <a:cxnLst/>
              <a:rect l="l" t="t" r="r" b="b"/>
              <a:pathLst>
                <a:path w="16543" h="15279" extrusionOk="0">
                  <a:moveTo>
                    <a:pt x="687" y="0"/>
                  </a:moveTo>
                  <a:cubicBezTo>
                    <a:pt x="0" y="0"/>
                    <a:pt x="55" y="821"/>
                    <a:pt x="806" y="1186"/>
                  </a:cubicBezTo>
                  <a:cubicBezTo>
                    <a:pt x="1473" y="1531"/>
                    <a:pt x="2568" y="1674"/>
                    <a:pt x="2604" y="2138"/>
                  </a:cubicBezTo>
                  <a:cubicBezTo>
                    <a:pt x="2616" y="2472"/>
                    <a:pt x="1961" y="2495"/>
                    <a:pt x="1997" y="2829"/>
                  </a:cubicBezTo>
                  <a:cubicBezTo>
                    <a:pt x="2020" y="3226"/>
                    <a:pt x="2823" y="3461"/>
                    <a:pt x="3372" y="3461"/>
                  </a:cubicBezTo>
                  <a:cubicBezTo>
                    <a:pt x="3399" y="3461"/>
                    <a:pt x="3424" y="3461"/>
                    <a:pt x="3450" y="3460"/>
                  </a:cubicBezTo>
                  <a:cubicBezTo>
                    <a:pt x="3997" y="3460"/>
                    <a:pt x="4866" y="3662"/>
                    <a:pt x="4878" y="4091"/>
                  </a:cubicBezTo>
                  <a:cubicBezTo>
                    <a:pt x="4021" y="4150"/>
                    <a:pt x="3128" y="4210"/>
                    <a:pt x="2711" y="4686"/>
                  </a:cubicBezTo>
                  <a:cubicBezTo>
                    <a:pt x="2318" y="5151"/>
                    <a:pt x="2688" y="6174"/>
                    <a:pt x="3485" y="6532"/>
                  </a:cubicBezTo>
                  <a:cubicBezTo>
                    <a:pt x="3672" y="6617"/>
                    <a:pt x="3851" y="6649"/>
                    <a:pt x="4026" y="6649"/>
                  </a:cubicBezTo>
                  <a:cubicBezTo>
                    <a:pt x="4364" y="6649"/>
                    <a:pt x="4683" y="6527"/>
                    <a:pt x="4997" y="6424"/>
                  </a:cubicBezTo>
                  <a:cubicBezTo>
                    <a:pt x="5180" y="6371"/>
                    <a:pt x="5399" y="6334"/>
                    <a:pt x="5620" y="6334"/>
                  </a:cubicBezTo>
                  <a:cubicBezTo>
                    <a:pt x="5989" y="6334"/>
                    <a:pt x="6367" y="6436"/>
                    <a:pt x="6605" y="6734"/>
                  </a:cubicBezTo>
                  <a:cubicBezTo>
                    <a:pt x="6200" y="7234"/>
                    <a:pt x="5878" y="7984"/>
                    <a:pt x="6402" y="8544"/>
                  </a:cubicBezTo>
                  <a:cubicBezTo>
                    <a:pt x="6669" y="8852"/>
                    <a:pt x="7052" y="8908"/>
                    <a:pt x="7459" y="8908"/>
                  </a:cubicBezTo>
                  <a:cubicBezTo>
                    <a:pt x="7693" y="8908"/>
                    <a:pt x="7935" y="8889"/>
                    <a:pt x="8167" y="8889"/>
                  </a:cubicBezTo>
                  <a:cubicBezTo>
                    <a:pt x="8578" y="8889"/>
                    <a:pt x="8960" y="8947"/>
                    <a:pt x="9212" y="9270"/>
                  </a:cubicBezTo>
                  <a:cubicBezTo>
                    <a:pt x="8760" y="9627"/>
                    <a:pt x="8319" y="9996"/>
                    <a:pt x="8093" y="10532"/>
                  </a:cubicBezTo>
                  <a:cubicBezTo>
                    <a:pt x="7867" y="11056"/>
                    <a:pt x="7902" y="11782"/>
                    <a:pt x="8272" y="12187"/>
                  </a:cubicBezTo>
                  <a:cubicBezTo>
                    <a:pt x="8519" y="12476"/>
                    <a:pt x="8896" y="12532"/>
                    <a:pt x="9296" y="12532"/>
                  </a:cubicBezTo>
                  <a:cubicBezTo>
                    <a:pt x="9548" y="12532"/>
                    <a:pt x="9809" y="12510"/>
                    <a:pt x="10052" y="12510"/>
                  </a:cubicBezTo>
                  <a:cubicBezTo>
                    <a:pt x="10517" y="12510"/>
                    <a:pt x="10916" y="12592"/>
                    <a:pt x="11058" y="13068"/>
                  </a:cubicBezTo>
                  <a:cubicBezTo>
                    <a:pt x="11177" y="13521"/>
                    <a:pt x="10867" y="14116"/>
                    <a:pt x="10903" y="14616"/>
                  </a:cubicBezTo>
                  <a:cubicBezTo>
                    <a:pt x="10936" y="15082"/>
                    <a:pt x="11289" y="15279"/>
                    <a:pt x="11719" y="15279"/>
                  </a:cubicBezTo>
                  <a:cubicBezTo>
                    <a:pt x="11915" y="15279"/>
                    <a:pt x="12127" y="15238"/>
                    <a:pt x="12332" y="15164"/>
                  </a:cubicBezTo>
                  <a:cubicBezTo>
                    <a:pt x="13379" y="14795"/>
                    <a:pt x="15344" y="13425"/>
                    <a:pt x="15415" y="12139"/>
                  </a:cubicBezTo>
                  <a:cubicBezTo>
                    <a:pt x="15415" y="11473"/>
                    <a:pt x="14499" y="11258"/>
                    <a:pt x="14499" y="10604"/>
                  </a:cubicBezTo>
                  <a:cubicBezTo>
                    <a:pt x="14451" y="9734"/>
                    <a:pt x="15332" y="9580"/>
                    <a:pt x="15892" y="8913"/>
                  </a:cubicBezTo>
                  <a:cubicBezTo>
                    <a:pt x="16542" y="8165"/>
                    <a:pt x="15702" y="7377"/>
                    <a:pt x="14710" y="7377"/>
                  </a:cubicBezTo>
                  <a:cubicBezTo>
                    <a:pt x="14613" y="7377"/>
                    <a:pt x="14514" y="7385"/>
                    <a:pt x="14415" y="7401"/>
                  </a:cubicBezTo>
                  <a:cubicBezTo>
                    <a:pt x="13827" y="7492"/>
                    <a:pt x="13137" y="7741"/>
                    <a:pt x="12601" y="7741"/>
                  </a:cubicBezTo>
                  <a:cubicBezTo>
                    <a:pt x="12301" y="7741"/>
                    <a:pt x="12049" y="7663"/>
                    <a:pt x="11891" y="7437"/>
                  </a:cubicBezTo>
                  <a:cubicBezTo>
                    <a:pt x="11843" y="6591"/>
                    <a:pt x="12594" y="5841"/>
                    <a:pt x="13105" y="5067"/>
                  </a:cubicBezTo>
                  <a:cubicBezTo>
                    <a:pt x="13665" y="4317"/>
                    <a:pt x="13879" y="3234"/>
                    <a:pt x="12891" y="2781"/>
                  </a:cubicBezTo>
                  <a:cubicBezTo>
                    <a:pt x="12607" y="2656"/>
                    <a:pt x="12310" y="2606"/>
                    <a:pt x="12006" y="2606"/>
                  </a:cubicBezTo>
                  <a:cubicBezTo>
                    <a:pt x="11125" y="2606"/>
                    <a:pt x="10187" y="3027"/>
                    <a:pt x="9355" y="3257"/>
                  </a:cubicBezTo>
                  <a:cubicBezTo>
                    <a:pt x="9139" y="3323"/>
                    <a:pt x="8890" y="3365"/>
                    <a:pt x="8644" y="3365"/>
                  </a:cubicBezTo>
                  <a:cubicBezTo>
                    <a:pt x="8306" y="3365"/>
                    <a:pt x="7975" y="3286"/>
                    <a:pt x="7748" y="3079"/>
                  </a:cubicBezTo>
                  <a:cubicBezTo>
                    <a:pt x="6974" y="2376"/>
                    <a:pt x="8545" y="1221"/>
                    <a:pt x="7390" y="793"/>
                  </a:cubicBezTo>
                  <a:cubicBezTo>
                    <a:pt x="7288" y="777"/>
                    <a:pt x="7186" y="769"/>
                    <a:pt x="7086" y="769"/>
                  </a:cubicBezTo>
                  <a:cubicBezTo>
                    <a:pt x="6669" y="769"/>
                    <a:pt x="6299" y="905"/>
                    <a:pt x="6117" y="1126"/>
                  </a:cubicBezTo>
                  <a:cubicBezTo>
                    <a:pt x="5881" y="1413"/>
                    <a:pt x="5734" y="1894"/>
                    <a:pt x="5326" y="1894"/>
                  </a:cubicBezTo>
                  <a:cubicBezTo>
                    <a:pt x="5259" y="1894"/>
                    <a:pt x="5186" y="1881"/>
                    <a:pt x="5104" y="1853"/>
                  </a:cubicBezTo>
                  <a:cubicBezTo>
                    <a:pt x="4438" y="1638"/>
                    <a:pt x="4914" y="936"/>
                    <a:pt x="4414" y="531"/>
                  </a:cubicBezTo>
                  <a:cubicBezTo>
                    <a:pt x="4243" y="393"/>
                    <a:pt x="3986" y="331"/>
                    <a:pt x="3742" y="331"/>
                  </a:cubicBezTo>
                  <a:cubicBezTo>
                    <a:pt x="3543" y="331"/>
                    <a:pt x="3352" y="373"/>
                    <a:pt x="3223" y="448"/>
                  </a:cubicBezTo>
                  <a:cubicBezTo>
                    <a:pt x="2949" y="602"/>
                    <a:pt x="2902" y="888"/>
                    <a:pt x="2854" y="1162"/>
                  </a:cubicBezTo>
                  <a:cubicBezTo>
                    <a:pt x="2068" y="948"/>
                    <a:pt x="2378" y="340"/>
                    <a:pt x="937" y="31"/>
                  </a:cubicBezTo>
                  <a:cubicBezTo>
                    <a:pt x="845" y="10"/>
                    <a:pt x="762" y="0"/>
                    <a:pt x="6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2062;p44">
              <a:extLst>
                <a:ext uri="{FF2B5EF4-FFF2-40B4-BE49-F238E27FC236}">
                  <a16:creationId xmlns:a16="http://schemas.microsoft.com/office/drawing/2014/main" id="{8A731115-4567-57DE-223D-11C42DA71DB6}"/>
                </a:ext>
              </a:extLst>
            </p:cNvPr>
            <p:cNvSpPr/>
            <p:nvPr/>
          </p:nvSpPr>
          <p:spPr>
            <a:xfrm>
              <a:off x="789750" y="3038131"/>
              <a:ext cx="331473" cy="447700"/>
            </a:xfrm>
            <a:custGeom>
              <a:avLst/>
              <a:gdLst/>
              <a:ahLst/>
              <a:cxnLst/>
              <a:rect l="l" t="t" r="r" b="b"/>
              <a:pathLst>
                <a:path w="8844" h="11794" extrusionOk="0">
                  <a:moveTo>
                    <a:pt x="6" y="1"/>
                  </a:moveTo>
                  <a:cubicBezTo>
                    <a:pt x="0" y="1"/>
                    <a:pt x="6" y="6"/>
                    <a:pt x="21" y="6"/>
                  </a:cubicBezTo>
                  <a:cubicBezTo>
                    <a:pt x="13" y="2"/>
                    <a:pt x="8" y="1"/>
                    <a:pt x="6" y="1"/>
                  </a:cubicBezTo>
                  <a:close/>
                  <a:moveTo>
                    <a:pt x="21" y="6"/>
                  </a:moveTo>
                  <a:cubicBezTo>
                    <a:pt x="1331" y="839"/>
                    <a:pt x="2474" y="1673"/>
                    <a:pt x="3510" y="2601"/>
                  </a:cubicBezTo>
                  <a:cubicBezTo>
                    <a:pt x="4462" y="3554"/>
                    <a:pt x="5332" y="4518"/>
                    <a:pt x="6094" y="5518"/>
                  </a:cubicBezTo>
                  <a:cubicBezTo>
                    <a:pt x="6772" y="6531"/>
                    <a:pt x="7356" y="7554"/>
                    <a:pt x="7832" y="8614"/>
                  </a:cubicBezTo>
                  <a:cubicBezTo>
                    <a:pt x="8201" y="9626"/>
                    <a:pt x="8380" y="10817"/>
                    <a:pt x="8737" y="11769"/>
                  </a:cubicBezTo>
                  <a:cubicBezTo>
                    <a:pt x="8740" y="11787"/>
                    <a:pt x="8751" y="11794"/>
                    <a:pt x="8764" y="11794"/>
                  </a:cubicBezTo>
                  <a:cubicBezTo>
                    <a:pt x="8796" y="11794"/>
                    <a:pt x="8844" y="11752"/>
                    <a:pt x="8844" y="11710"/>
                  </a:cubicBezTo>
                  <a:cubicBezTo>
                    <a:pt x="8844" y="10460"/>
                    <a:pt x="8320" y="9293"/>
                    <a:pt x="7891" y="8197"/>
                  </a:cubicBezTo>
                  <a:cubicBezTo>
                    <a:pt x="7356" y="7126"/>
                    <a:pt x="6725" y="6054"/>
                    <a:pt x="5986" y="5018"/>
                  </a:cubicBezTo>
                  <a:cubicBezTo>
                    <a:pt x="5177" y="4042"/>
                    <a:pt x="4272" y="3078"/>
                    <a:pt x="3260" y="2137"/>
                  </a:cubicBezTo>
                  <a:cubicBezTo>
                    <a:pt x="2355" y="1363"/>
                    <a:pt x="1307" y="482"/>
                    <a:pt x="21" y="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2063;p44">
              <a:extLst>
                <a:ext uri="{FF2B5EF4-FFF2-40B4-BE49-F238E27FC236}">
                  <a16:creationId xmlns:a16="http://schemas.microsoft.com/office/drawing/2014/main" id="{A82F1663-950B-382A-A017-90714B5DECE8}"/>
                </a:ext>
              </a:extLst>
            </p:cNvPr>
            <p:cNvSpPr/>
            <p:nvPr/>
          </p:nvSpPr>
          <p:spPr>
            <a:xfrm>
              <a:off x="979284" y="3090896"/>
              <a:ext cx="42652" cy="89586"/>
            </a:xfrm>
            <a:custGeom>
              <a:avLst/>
              <a:gdLst/>
              <a:ahLst/>
              <a:cxnLst/>
              <a:rect l="l" t="t" r="r" b="b"/>
              <a:pathLst>
                <a:path w="1138" h="2360" extrusionOk="0">
                  <a:moveTo>
                    <a:pt x="1007" y="1"/>
                  </a:moveTo>
                  <a:cubicBezTo>
                    <a:pt x="977" y="1"/>
                    <a:pt x="948" y="10"/>
                    <a:pt x="929" y="33"/>
                  </a:cubicBezTo>
                  <a:cubicBezTo>
                    <a:pt x="370" y="688"/>
                    <a:pt x="1" y="1533"/>
                    <a:pt x="96" y="2343"/>
                  </a:cubicBezTo>
                  <a:cubicBezTo>
                    <a:pt x="96" y="2351"/>
                    <a:pt x="120" y="2359"/>
                    <a:pt x="138" y="2359"/>
                  </a:cubicBezTo>
                  <a:cubicBezTo>
                    <a:pt x="145" y="2359"/>
                    <a:pt x="152" y="2358"/>
                    <a:pt x="156" y="2354"/>
                  </a:cubicBezTo>
                  <a:cubicBezTo>
                    <a:pt x="334" y="1533"/>
                    <a:pt x="537" y="842"/>
                    <a:pt x="1096" y="104"/>
                  </a:cubicBezTo>
                  <a:cubicBezTo>
                    <a:pt x="1137" y="47"/>
                    <a:pt x="1071" y="1"/>
                    <a:pt x="10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2064;p44">
              <a:extLst>
                <a:ext uri="{FF2B5EF4-FFF2-40B4-BE49-F238E27FC236}">
                  <a16:creationId xmlns:a16="http://schemas.microsoft.com/office/drawing/2014/main" id="{07BA49F6-1086-429A-5AD2-3017389E2EB8}"/>
                </a:ext>
              </a:extLst>
            </p:cNvPr>
            <p:cNvSpPr/>
            <p:nvPr/>
          </p:nvSpPr>
          <p:spPr>
            <a:xfrm>
              <a:off x="855676" y="3023060"/>
              <a:ext cx="10757" cy="48741"/>
            </a:xfrm>
            <a:custGeom>
              <a:avLst/>
              <a:gdLst/>
              <a:ahLst/>
              <a:cxnLst/>
              <a:rect l="l" t="t" r="r" b="b"/>
              <a:pathLst>
                <a:path w="287" h="1284" extrusionOk="0">
                  <a:moveTo>
                    <a:pt x="188" y="0"/>
                  </a:moveTo>
                  <a:cubicBezTo>
                    <a:pt x="178" y="0"/>
                    <a:pt x="171" y="3"/>
                    <a:pt x="167" y="10"/>
                  </a:cubicBezTo>
                  <a:cubicBezTo>
                    <a:pt x="1" y="200"/>
                    <a:pt x="25" y="510"/>
                    <a:pt x="48" y="748"/>
                  </a:cubicBezTo>
                  <a:cubicBezTo>
                    <a:pt x="48" y="867"/>
                    <a:pt x="13" y="1213"/>
                    <a:pt x="227" y="1284"/>
                  </a:cubicBezTo>
                  <a:cubicBezTo>
                    <a:pt x="239" y="1284"/>
                    <a:pt x="263" y="1284"/>
                    <a:pt x="263" y="1272"/>
                  </a:cubicBezTo>
                  <a:lnTo>
                    <a:pt x="263" y="1260"/>
                  </a:lnTo>
                  <a:cubicBezTo>
                    <a:pt x="263" y="1260"/>
                    <a:pt x="263" y="1236"/>
                    <a:pt x="251" y="1236"/>
                  </a:cubicBezTo>
                  <a:cubicBezTo>
                    <a:pt x="251" y="1224"/>
                    <a:pt x="239" y="1224"/>
                    <a:pt x="239" y="1224"/>
                  </a:cubicBezTo>
                  <a:cubicBezTo>
                    <a:pt x="227" y="1046"/>
                    <a:pt x="179" y="808"/>
                    <a:pt x="203" y="629"/>
                  </a:cubicBezTo>
                  <a:cubicBezTo>
                    <a:pt x="203" y="439"/>
                    <a:pt x="286" y="248"/>
                    <a:pt x="251" y="34"/>
                  </a:cubicBezTo>
                  <a:cubicBezTo>
                    <a:pt x="242" y="17"/>
                    <a:pt x="210" y="0"/>
                    <a:pt x="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2065;p44">
              <a:extLst>
                <a:ext uri="{FF2B5EF4-FFF2-40B4-BE49-F238E27FC236}">
                  <a16:creationId xmlns:a16="http://schemas.microsoft.com/office/drawing/2014/main" id="{6FD9E827-4C28-DC46-C046-D9790B5F5DCF}"/>
                </a:ext>
              </a:extLst>
            </p:cNvPr>
            <p:cNvSpPr/>
            <p:nvPr/>
          </p:nvSpPr>
          <p:spPr>
            <a:xfrm>
              <a:off x="829815" y="3128666"/>
              <a:ext cx="80357" cy="15108"/>
            </a:xfrm>
            <a:custGeom>
              <a:avLst/>
              <a:gdLst/>
              <a:ahLst/>
              <a:cxnLst/>
              <a:rect l="l" t="t" r="r" b="b"/>
              <a:pathLst>
                <a:path w="2144" h="398" extrusionOk="0">
                  <a:moveTo>
                    <a:pt x="1338" y="1"/>
                  </a:moveTo>
                  <a:cubicBezTo>
                    <a:pt x="1120" y="1"/>
                    <a:pt x="907" y="16"/>
                    <a:pt x="703" y="50"/>
                  </a:cubicBezTo>
                  <a:cubicBezTo>
                    <a:pt x="476" y="97"/>
                    <a:pt x="72" y="169"/>
                    <a:pt x="0" y="347"/>
                  </a:cubicBezTo>
                  <a:cubicBezTo>
                    <a:pt x="0" y="359"/>
                    <a:pt x="24" y="395"/>
                    <a:pt x="48" y="395"/>
                  </a:cubicBezTo>
                  <a:cubicBezTo>
                    <a:pt x="61" y="396"/>
                    <a:pt x="74" y="397"/>
                    <a:pt x="88" y="397"/>
                  </a:cubicBezTo>
                  <a:cubicBezTo>
                    <a:pt x="303" y="397"/>
                    <a:pt x="537" y="226"/>
                    <a:pt x="738" y="181"/>
                  </a:cubicBezTo>
                  <a:cubicBezTo>
                    <a:pt x="956" y="137"/>
                    <a:pt x="1184" y="120"/>
                    <a:pt x="1418" y="120"/>
                  </a:cubicBezTo>
                  <a:cubicBezTo>
                    <a:pt x="1632" y="120"/>
                    <a:pt x="1850" y="134"/>
                    <a:pt x="2072" y="157"/>
                  </a:cubicBezTo>
                  <a:cubicBezTo>
                    <a:pt x="2143" y="157"/>
                    <a:pt x="2143" y="62"/>
                    <a:pt x="2072" y="50"/>
                  </a:cubicBezTo>
                  <a:cubicBezTo>
                    <a:pt x="1823" y="19"/>
                    <a:pt x="1577" y="1"/>
                    <a:pt x="13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2066;p44">
              <a:extLst>
                <a:ext uri="{FF2B5EF4-FFF2-40B4-BE49-F238E27FC236}">
                  <a16:creationId xmlns:a16="http://schemas.microsoft.com/office/drawing/2014/main" id="{FFCB47B3-F1DB-65CF-78F2-FAD5569A2278}"/>
                </a:ext>
              </a:extLst>
            </p:cNvPr>
            <p:cNvSpPr/>
            <p:nvPr/>
          </p:nvSpPr>
          <p:spPr>
            <a:xfrm>
              <a:off x="973137" y="3329743"/>
              <a:ext cx="81032" cy="20954"/>
            </a:xfrm>
            <a:custGeom>
              <a:avLst/>
              <a:gdLst/>
              <a:ahLst/>
              <a:cxnLst/>
              <a:rect l="l" t="t" r="r" b="b"/>
              <a:pathLst>
                <a:path w="2162" h="552" extrusionOk="0">
                  <a:moveTo>
                    <a:pt x="1375" y="0"/>
                  </a:moveTo>
                  <a:cubicBezTo>
                    <a:pt x="908" y="0"/>
                    <a:pt x="426" y="155"/>
                    <a:pt x="69" y="420"/>
                  </a:cubicBezTo>
                  <a:cubicBezTo>
                    <a:pt x="1" y="469"/>
                    <a:pt x="46" y="551"/>
                    <a:pt x="97" y="551"/>
                  </a:cubicBezTo>
                  <a:cubicBezTo>
                    <a:pt x="108" y="551"/>
                    <a:pt x="119" y="547"/>
                    <a:pt x="129" y="539"/>
                  </a:cubicBezTo>
                  <a:cubicBezTo>
                    <a:pt x="586" y="282"/>
                    <a:pt x="1002" y="169"/>
                    <a:pt x="1463" y="169"/>
                  </a:cubicBezTo>
                  <a:cubicBezTo>
                    <a:pt x="1663" y="169"/>
                    <a:pt x="1871" y="190"/>
                    <a:pt x="2094" y="230"/>
                  </a:cubicBezTo>
                  <a:cubicBezTo>
                    <a:pt x="2097" y="231"/>
                    <a:pt x="2100" y="231"/>
                    <a:pt x="2103" y="231"/>
                  </a:cubicBezTo>
                  <a:cubicBezTo>
                    <a:pt x="2135" y="231"/>
                    <a:pt x="2162" y="180"/>
                    <a:pt x="2129" y="158"/>
                  </a:cubicBezTo>
                  <a:cubicBezTo>
                    <a:pt x="1900" y="50"/>
                    <a:pt x="1640" y="0"/>
                    <a:pt x="13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2067;p44">
              <a:extLst>
                <a:ext uri="{FF2B5EF4-FFF2-40B4-BE49-F238E27FC236}">
                  <a16:creationId xmlns:a16="http://schemas.microsoft.com/office/drawing/2014/main" id="{688800F3-36A6-BA9E-BBB4-927A979409CD}"/>
                </a:ext>
              </a:extLst>
            </p:cNvPr>
            <p:cNvSpPr/>
            <p:nvPr/>
          </p:nvSpPr>
          <p:spPr>
            <a:xfrm>
              <a:off x="1091985" y="3278497"/>
              <a:ext cx="60380" cy="73756"/>
            </a:xfrm>
            <a:custGeom>
              <a:avLst/>
              <a:gdLst/>
              <a:ahLst/>
              <a:cxnLst/>
              <a:rect l="l" t="t" r="r" b="b"/>
              <a:pathLst>
                <a:path w="1611" h="1943" extrusionOk="0">
                  <a:moveTo>
                    <a:pt x="1515" y="0"/>
                  </a:moveTo>
                  <a:cubicBezTo>
                    <a:pt x="1504" y="0"/>
                    <a:pt x="1493" y="3"/>
                    <a:pt x="1482" y="8"/>
                  </a:cubicBezTo>
                  <a:cubicBezTo>
                    <a:pt x="708" y="341"/>
                    <a:pt x="197" y="1234"/>
                    <a:pt x="6" y="1925"/>
                  </a:cubicBezTo>
                  <a:cubicBezTo>
                    <a:pt x="0" y="1937"/>
                    <a:pt x="6" y="1943"/>
                    <a:pt x="15" y="1943"/>
                  </a:cubicBezTo>
                  <a:cubicBezTo>
                    <a:pt x="24" y="1943"/>
                    <a:pt x="36" y="1937"/>
                    <a:pt x="42" y="1925"/>
                  </a:cubicBezTo>
                  <a:cubicBezTo>
                    <a:pt x="494" y="1222"/>
                    <a:pt x="744" y="615"/>
                    <a:pt x="1530" y="103"/>
                  </a:cubicBezTo>
                  <a:cubicBezTo>
                    <a:pt x="1611" y="73"/>
                    <a:pt x="1572" y="0"/>
                    <a:pt x="1515" y="0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2068;p44">
              <a:extLst>
                <a:ext uri="{FF2B5EF4-FFF2-40B4-BE49-F238E27FC236}">
                  <a16:creationId xmlns:a16="http://schemas.microsoft.com/office/drawing/2014/main" id="{EC4B7ECD-F03E-E5ED-2BB8-2FA198426C42}"/>
                </a:ext>
              </a:extLst>
            </p:cNvPr>
            <p:cNvSpPr/>
            <p:nvPr/>
          </p:nvSpPr>
          <p:spPr>
            <a:xfrm>
              <a:off x="896641" y="3219696"/>
              <a:ext cx="105881" cy="18904"/>
            </a:xfrm>
            <a:custGeom>
              <a:avLst/>
              <a:gdLst/>
              <a:ahLst/>
              <a:cxnLst/>
              <a:rect l="l" t="t" r="r" b="b"/>
              <a:pathLst>
                <a:path w="2825" h="498" extrusionOk="0">
                  <a:moveTo>
                    <a:pt x="1013" y="1"/>
                  </a:moveTo>
                  <a:cubicBezTo>
                    <a:pt x="666" y="1"/>
                    <a:pt x="334" y="66"/>
                    <a:pt x="51" y="224"/>
                  </a:cubicBezTo>
                  <a:cubicBezTo>
                    <a:pt x="1" y="263"/>
                    <a:pt x="43" y="354"/>
                    <a:pt x="107" y="354"/>
                  </a:cubicBezTo>
                  <a:cubicBezTo>
                    <a:pt x="119" y="354"/>
                    <a:pt x="132" y="350"/>
                    <a:pt x="146" y="343"/>
                  </a:cubicBezTo>
                  <a:cubicBezTo>
                    <a:pt x="426" y="175"/>
                    <a:pt x="725" y="112"/>
                    <a:pt x="1034" y="112"/>
                  </a:cubicBezTo>
                  <a:cubicBezTo>
                    <a:pt x="1605" y="112"/>
                    <a:pt x="2210" y="327"/>
                    <a:pt x="2789" y="497"/>
                  </a:cubicBezTo>
                  <a:cubicBezTo>
                    <a:pt x="2801" y="497"/>
                    <a:pt x="2825" y="485"/>
                    <a:pt x="2789" y="462"/>
                  </a:cubicBezTo>
                  <a:cubicBezTo>
                    <a:pt x="2261" y="198"/>
                    <a:pt x="1614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2069;p44">
              <a:extLst>
                <a:ext uri="{FF2B5EF4-FFF2-40B4-BE49-F238E27FC236}">
                  <a16:creationId xmlns:a16="http://schemas.microsoft.com/office/drawing/2014/main" id="{1F905D29-A37D-2AD7-B083-1B3909CC2B17}"/>
                </a:ext>
              </a:extLst>
            </p:cNvPr>
            <p:cNvSpPr/>
            <p:nvPr/>
          </p:nvSpPr>
          <p:spPr>
            <a:xfrm>
              <a:off x="2238821" y="3021618"/>
              <a:ext cx="706948" cy="543511"/>
            </a:xfrm>
            <a:custGeom>
              <a:avLst/>
              <a:gdLst/>
              <a:ahLst/>
              <a:cxnLst/>
              <a:rect l="l" t="t" r="r" b="b"/>
              <a:pathLst>
                <a:path w="18862" h="14318" extrusionOk="0">
                  <a:moveTo>
                    <a:pt x="10948" y="0"/>
                  </a:moveTo>
                  <a:cubicBezTo>
                    <a:pt x="9662" y="238"/>
                    <a:pt x="11079" y="1751"/>
                    <a:pt x="10126" y="2334"/>
                  </a:cubicBezTo>
                  <a:cubicBezTo>
                    <a:pt x="9950" y="2447"/>
                    <a:pt x="9736" y="2493"/>
                    <a:pt x="9510" y="2493"/>
                  </a:cubicBezTo>
                  <a:cubicBezTo>
                    <a:pt x="9140" y="2493"/>
                    <a:pt x="8737" y="2370"/>
                    <a:pt x="8412" y="2215"/>
                  </a:cubicBezTo>
                  <a:cubicBezTo>
                    <a:pt x="7440" y="1739"/>
                    <a:pt x="6387" y="967"/>
                    <a:pt x="5308" y="967"/>
                  </a:cubicBezTo>
                  <a:cubicBezTo>
                    <a:pt x="5145" y="967"/>
                    <a:pt x="4981" y="985"/>
                    <a:pt x="4816" y="1024"/>
                  </a:cubicBezTo>
                  <a:cubicBezTo>
                    <a:pt x="3685" y="1310"/>
                    <a:pt x="3709" y="2477"/>
                    <a:pt x="4126" y="3394"/>
                  </a:cubicBezTo>
                  <a:cubicBezTo>
                    <a:pt x="4530" y="4299"/>
                    <a:pt x="5150" y="5227"/>
                    <a:pt x="4947" y="6096"/>
                  </a:cubicBezTo>
                  <a:cubicBezTo>
                    <a:pt x="4796" y="6248"/>
                    <a:pt x="4609" y="6308"/>
                    <a:pt x="4398" y="6308"/>
                  </a:cubicBezTo>
                  <a:cubicBezTo>
                    <a:pt x="3797" y="6308"/>
                    <a:pt x="3004" y="5816"/>
                    <a:pt x="2316" y="5561"/>
                  </a:cubicBezTo>
                  <a:cubicBezTo>
                    <a:pt x="2098" y="5484"/>
                    <a:pt x="1872" y="5449"/>
                    <a:pt x="1655" y="5449"/>
                  </a:cubicBezTo>
                  <a:cubicBezTo>
                    <a:pt x="758" y="5449"/>
                    <a:pt x="1" y="6053"/>
                    <a:pt x="470" y="6858"/>
                  </a:cubicBezTo>
                  <a:cubicBezTo>
                    <a:pt x="923" y="7668"/>
                    <a:pt x="1840" y="7989"/>
                    <a:pt x="1613" y="8871"/>
                  </a:cubicBezTo>
                  <a:cubicBezTo>
                    <a:pt x="1482" y="9549"/>
                    <a:pt x="482" y="9585"/>
                    <a:pt x="351" y="10275"/>
                  </a:cubicBezTo>
                  <a:cubicBezTo>
                    <a:pt x="173" y="11633"/>
                    <a:pt x="1959" y="13454"/>
                    <a:pt x="2983" y="14050"/>
                  </a:cubicBezTo>
                  <a:cubicBezTo>
                    <a:pt x="3265" y="14217"/>
                    <a:pt x="3574" y="14318"/>
                    <a:pt x="3848" y="14318"/>
                  </a:cubicBezTo>
                  <a:cubicBezTo>
                    <a:pt x="4198" y="14318"/>
                    <a:pt x="4490" y="14153"/>
                    <a:pt x="4590" y="13752"/>
                  </a:cubicBezTo>
                  <a:cubicBezTo>
                    <a:pt x="4733" y="13240"/>
                    <a:pt x="4530" y="12561"/>
                    <a:pt x="4733" y="12097"/>
                  </a:cubicBezTo>
                  <a:cubicBezTo>
                    <a:pt x="4903" y="11768"/>
                    <a:pt x="5165" y="11666"/>
                    <a:pt x="5473" y="11666"/>
                  </a:cubicBezTo>
                  <a:cubicBezTo>
                    <a:pt x="5977" y="11666"/>
                    <a:pt x="6604" y="11940"/>
                    <a:pt x="7151" y="11940"/>
                  </a:cubicBezTo>
                  <a:cubicBezTo>
                    <a:pt x="7395" y="11940"/>
                    <a:pt x="7623" y="11886"/>
                    <a:pt x="7817" y="11728"/>
                  </a:cubicBezTo>
                  <a:cubicBezTo>
                    <a:pt x="8281" y="11371"/>
                    <a:pt x="8448" y="10621"/>
                    <a:pt x="8329" y="10025"/>
                  </a:cubicBezTo>
                  <a:cubicBezTo>
                    <a:pt x="8186" y="9430"/>
                    <a:pt x="7805" y="8954"/>
                    <a:pt x="7400" y="8490"/>
                  </a:cubicBezTo>
                  <a:cubicBezTo>
                    <a:pt x="7606" y="8312"/>
                    <a:pt x="7844" y="8252"/>
                    <a:pt x="8097" y="8252"/>
                  </a:cubicBezTo>
                  <a:cubicBezTo>
                    <a:pt x="8631" y="8252"/>
                    <a:pt x="9236" y="8518"/>
                    <a:pt x="9781" y="8518"/>
                  </a:cubicBezTo>
                  <a:cubicBezTo>
                    <a:pt x="10037" y="8518"/>
                    <a:pt x="10280" y="8460"/>
                    <a:pt x="10495" y="8287"/>
                  </a:cubicBezTo>
                  <a:cubicBezTo>
                    <a:pt x="11150" y="7799"/>
                    <a:pt x="10948" y="6942"/>
                    <a:pt x="10626" y="6346"/>
                  </a:cubicBezTo>
                  <a:cubicBezTo>
                    <a:pt x="10855" y="6171"/>
                    <a:pt x="11129" y="6102"/>
                    <a:pt x="11406" y="6102"/>
                  </a:cubicBezTo>
                  <a:cubicBezTo>
                    <a:pt x="11750" y="6102"/>
                    <a:pt x="12100" y="6208"/>
                    <a:pt x="12377" y="6346"/>
                  </a:cubicBezTo>
                  <a:cubicBezTo>
                    <a:pt x="12747" y="6541"/>
                    <a:pt x="13133" y="6792"/>
                    <a:pt x="13607" y="6792"/>
                  </a:cubicBezTo>
                  <a:cubicBezTo>
                    <a:pt x="13712" y="6792"/>
                    <a:pt x="13822" y="6779"/>
                    <a:pt x="13936" y="6751"/>
                  </a:cubicBezTo>
                  <a:cubicBezTo>
                    <a:pt x="14829" y="6549"/>
                    <a:pt x="15425" y="5549"/>
                    <a:pt x="15115" y="4977"/>
                  </a:cubicBezTo>
                  <a:cubicBezTo>
                    <a:pt x="14770" y="4418"/>
                    <a:pt x="13841" y="4168"/>
                    <a:pt x="12948" y="3941"/>
                  </a:cubicBezTo>
                  <a:cubicBezTo>
                    <a:pt x="13023" y="3627"/>
                    <a:pt x="13499" y="3514"/>
                    <a:pt x="13978" y="3514"/>
                  </a:cubicBezTo>
                  <a:cubicBezTo>
                    <a:pt x="14189" y="3514"/>
                    <a:pt x="14401" y="3536"/>
                    <a:pt x="14579" y="3572"/>
                  </a:cubicBezTo>
                  <a:cubicBezTo>
                    <a:pt x="14730" y="3604"/>
                    <a:pt x="14908" y="3622"/>
                    <a:pt x="15092" y="3622"/>
                  </a:cubicBezTo>
                  <a:cubicBezTo>
                    <a:pt x="15591" y="3622"/>
                    <a:pt x="16123" y="3493"/>
                    <a:pt x="16210" y="3179"/>
                  </a:cubicBezTo>
                  <a:cubicBezTo>
                    <a:pt x="16306" y="2858"/>
                    <a:pt x="15627" y="2691"/>
                    <a:pt x="15710" y="2346"/>
                  </a:cubicBezTo>
                  <a:cubicBezTo>
                    <a:pt x="15829" y="1858"/>
                    <a:pt x="17020" y="1917"/>
                    <a:pt x="17770" y="1691"/>
                  </a:cubicBezTo>
                  <a:cubicBezTo>
                    <a:pt x="18700" y="1444"/>
                    <a:pt x="18862" y="452"/>
                    <a:pt x="17888" y="452"/>
                  </a:cubicBezTo>
                  <a:cubicBezTo>
                    <a:pt x="17877" y="452"/>
                    <a:pt x="17865" y="453"/>
                    <a:pt x="17854" y="453"/>
                  </a:cubicBezTo>
                  <a:cubicBezTo>
                    <a:pt x="16282" y="500"/>
                    <a:pt x="16496" y="1191"/>
                    <a:pt x="15615" y="1262"/>
                  </a:cubicBezTo>
                  <a:cubicBezTo>
                    <a:pt x="15615" y="977"/>
                    <a:pt x="15615" y="667"/>
                    <a:pt x="15365" y="441"/>
                  </a:cubicBezTo>
                  <a:cubicBezTo>
                    <a:pt x="15207" y="298"/>
                    <a:pt x="14901" y="198"/>
                    <a:pt x="14601" y="198"/>
                  </a:cubicBezTo>
                  <a:cubicBezTo>
                    <a:pt x="14427" y="198"/>
                    <a:pt x="14255" y="231"/>
                    <a:pt x="14115" y="310"/>
                  </a:cubicBezTo>
                  <a:cubicBezTo>
                    <a:pt x="13508" y="631"/>
                    <a:pt x="13877" y="1465"/>
                    <a:pt x="13127" y="1560"/>
                  </a:cubicBezTo>
                  <a:cubicBezTo>
                    <a:pt x="13088" y="1565"/>
                    <a:pt x="13052" y="1568"/>
                    <a:pt x="13018" y="1568"/>
                  </a:cubicBezTo>
                  <a:cubicBezTo>
                    <a:pt x="12489" y="1568"/>
                    <a:pt x="12434" y="988"/>
                    <a:pt x="12222" y="608"/>
                  </a:cubicBezTo>
                  <a:cubicBezTo>
                    <a:pt x="12031" y="262"/>
                    <a:pt x="11508" y="24"/>
                    <a:pt x="10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2070;p44">
              <a:extLst>
                <a:ext uri="{FF2B5EF4-FFF2-40B4-BE49-F238E27FC236}">
                  <a16:creationId xmlns:a16="http://schemas.microsoft.com/office/drawing/2014/main" id="{649787D4-3AE0-1ABB-E571-CAE82ACAE498}"/>
                </a:ext>
              </a:extLst>
            </p:cNvPr>
            <p:cNvSpPr/>
            <p:nvPr/>
          </p:nvSpPr>
          <p:spPr>
            <a:xfrm>
              <a:off x="2310069" y="3107484"/>
              <a:ext cx="431882" cy="403287"/>
            </a:xfrm>
            <a:custGeom>
              <a:avLst/>
              <a:gdLst/>
              <a:ahLst/>
              <a:cxnLst/>
              <a:rect l="l" t="t" r="r" b="b"/>
              <a:pathLst>
                <a:path w="11523" h="10624" extrusionOk="0">
                  <a:moveTo>
                    <a:pt x="11512" y="1"/>
                  </a:moveTo>
                  <a:cubicBezTo>
                    <a:pt x="11515" y="5"/>
                    <a:pt x="11518" y="6"/>
                    <a:pt x="11519" y="6"/>
                  </a:cubicBezTo>
                  <a:cubicBezTo>
                    <a:pt x="11522" y="6"/>
                    <a:pt x="11519" y="1"/>
                    <a:pt x="11512" y="1"/>
                  </a:cubicBezTo>
                  <a:close/>
                  <a:moveTo>
                    <a:pt x="11512" y="1"/>
                  </a:moveTo>
                  <a:cubicBezTo>
                    <a:pt x="10071" y="251"/>
                    <a:pt x="8809" y="965"/>
                    <a:pt x="7702" y="1596"/>
                  </a:cubicBezTo>
                  <a:cubicBezTo>
                    <a:pt x="6463" y="2382"/>
                    <a:pt x="5320" y="3215"/>
                    <a:pt x="4296" y="4084"/>
                  </a:cubicBezTo>
                  <a:cubicBezTo>
                    <a:pt x="3308" y="5025"/>
                    <a:pt x="2451" y="6013"/>
                    <a:pt x="1689" y="7037"/>
                  </a:cubicBezTo>
                  <a:cubicBezTo>
                    <a:pt x="1022" y="8109"/>
                    <a:pt x="260" y="9228"/>
                    <a:pt x="10" y="10514"/>
                  </a:cubicBezTo>
                  <a:cubicBezTo>
                    <a:pt x="1" y="10561"/>
                    <a:pt x="44" y="10623"/>
                    <a:pt x="74" y="10623"/>
                  </a:cubicBezTo>
                  <a:cubicBezTo>
                    <a:pt x="81" y="10623"/>
                    <a:pt x="88" y="10619"/>
                    <a:pt x="93" y="10609"/>
                  </a:cubicBezTo>
                  <a:cubicBezTo>
                    <a:pt x="665" y="9680"/>
                    <a:pt x="1070" y="8478"/>
                    <a:pt x="1665" y="7501"/>
                  </a:cubicBezTo>
                  <a:cubicBezTo>
                    <a:pt x="2356" y="6489"/>
                    <a:pt x="3177" y="5537"/>
                    <a:pt x="4070" y="4608"/>
                  </a:cubicBezTo>
                  <a:cubicBezTo>
                    <a:pt x="5058" y="3715"/>
                    <a:pt x="6142" y="2870"/>
                    <a:pt x="7332" y="2060"/>
                  </a:cubicBezTo>
                  <a:cubicBezTo>
                    <a:pt x="8606" y="1263"/>
                    <a:pt x="9976" y="620"/>
                    <a:pt x="115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2071;p44">
              <a:extLst>
                <a:ext uri="{FF2B5EF4-FFF2-40B4-BE49-F238E27FC236}">
                  <a16:creationId xmlns:a16="http://schemas.microsoft.com/office/drawing/2014/main" id="{F74AFEE1-D3BE-E4AD-C9EE-0CC4E5CC6153}"/>
                </a:ext>
              </a:extLst>
            </p:cNvPr>
            <p:cNvSpPr/>
            <p:nvPr/>
          </p:nvSpPr>
          <p:spPr>
            <a:xfrm>
              <a:off x="2489634" y="3117468"/>
              <a:ext cx="32795" cy="100594"/>
            </a:xfrm>
            <a:custGeom>
              <a:avLst/>
              <a:gdLst/>
              <a:ahLst/>
              <a:cxnLst/>
              <a:rect l="l" t="t" r="r" b="b"/>
              <a:pathLst>
                <a:path w="875" h="2650" extrusionOk="0">
                  <a:moveTo>
                    <a:pt x="114" y="0"/>
                  </a:moveTo>
                  <a:cubicBezTo>
                    <a:pt x="56" y="0"/>
                    <a:pt x="0" y="36"/>
                    <a:pt x="29" y="95"/>
                  </a:cubicBezTo>
                  <a:cubicBezTo>
                    <a:pt x="458" y="952"/>
                    <a:pt x="529" y="1726"/>
                    <a:pt x="565" y="2643"/>
                  </a:cubicBezTo>
                  <a:cubicBezTo>
                    <a:pt x="569" y="2647"/>
                    <a:pt x="578" y="2650"/>
                    <a:pt x="588" y="2650"/>
                  </a:cubicBezTo>
                  <a:cubicBezTo>
                    <a:pt x="605" y="2650"/>
                    <a:pt x="625" y="2642"/>
                    <a:pt x="625" y="2619"/>
                  </a:cubicBezTo>
                  <a:cubicBezTo>
                    <a:pt x="875" y="1809"/>
                    <a:pt x="648" y="833"/>
                    <a:pt x="208" y="47"/>
                  </a:cubicBezTo>
                  <a:cubicBezTo>
                    <a:pt x="189" y="15"/>
                    <a:pt x="151" y="0"/>
                    <a:pt x="1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2072;p44">
              <a:extLst>
                <a:ext uri="{FF2B5EF4-FFF2-40B4-BE49-F238E27FC236}">
                  <a16:creationId xmlns:a16="http://schemas.microsoft.com/office/drawing/2014/main" id="{21E2C79F-00A9-1489-12C9-DF7CBBF2F21C}"/>
                </a:ext>
              </a:extLst>
            </p:cNvPr>
            <p:cNvSpPr/>
            <p:nvPr/>
          </p:nvSpPr>
          <p:spPr>
            <a:xfrm>
              <a:off x="2656717" y="3076243"/>
              <a:ext cx="19227" cy="51170"/>
            </a:xfrm>
            <a:custGeom>
              <a:avLst/>
              <a:gdLst/>
              <a:ahLst/>
              <a:cxnLst/>
              <a:rect l="l" t="t" r="r" b="b"/>
              <a:pathLst>
                <a:path w="513" h="1348" extrusionOk="0">
                  <a:moveTo>
                    <a:pt x="332" y="0"/>
                  </a:moveTo>
                  <a:cubicBezTo>
                    <a:pt x="310" y="0"/>
                    <a:pt x="286" y="7"/>
                    <a:pt x="286" y="14"/>
                  </a:cubicBezTo>
                  <a:cubicBezTo>
                    <a:pt x="215" y="228"/>
                    <a:pt x="250" y="454"/>
                    <a:pt x="227" y="657"/>
                  </a:cubicBezTo>
                  <a:cubicBezTo>
                    <a:pt x="167" y="883"/>
                    <a:pt x="96" y="1109"/>
                    <a:pt x="36" y="1300"/>
                  </a:cubicBezTo>
                  <a:lnTo>
                    <a:pt x="12" y="1300"/>
                  </a:lnTo>
                  <a:cubicBezTo>
                    <a:pt x="0" y="1300"/>
                    <a:pt x="0" y="1312"/>
                    <a:pt x="0" y="1312"/>
                  </a:cubicBezTo>
                  <a:lnTo>
                    <a:pt x="0" y="1324"/>
                  </a:lnTo>
                  <a:cubicBezTo>
                    <a:pt x="0" y="1347"/>
                    <a:pt x="36" y="1347"/>
                    <a:pt x="48" y="1347"/>
                  </a:cubicBezTo>
                  <a:cubicBezTo>
                    <a:pt x="274" y="1312"/>
                    <a:pt x="310" y="943"/>
                    <a:pt x="346" y="824"/>
                  </a:cubicBezTo>
                  <a:cubicBezTo>
                    <a:pt x="417" y="574"/>
                    <a:pt x="512" y="252"/>
                    <a:pt x="369" y="14"/>
                  </a:cubicBezTo>
                  <a:cubicBezTo>
                    <a:pt x="364" y="4"/>
                    <a:pt x="349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2073;p44">
              <a:extLst>
                <a:ext uri="{FF2B5EF4-FFF2-40B4-BE49-F238E27FC236}">
                  <a16:creationId xmlns:a16="http://schemas.microsoft.com/office/drawing/2014/main" id="{09D8C5C3-6746-B592-E5EE-453E22652F78}"/>
                </a:ext>
              </a:extLst>
            </p:cNvPr>
            <p:cNvSpPr/>
            <p:nvPr/>
          </p:nvSpPr>
          <p:spPr>
            <a:xfrm>
              <a:off x="2597800" y="3180710"/>
              <a:ext cx="82606" cy="28508"/>
            </a:xfrm>
            <a:custGeom>
              <a:avLst/>
              <a:gdLst/>
              <a:ahLst/>
              <a:cxnLst/>
              <a:rect l="l" t="t" r="r" b="b"/>
              <a:pathLst>
                <a:path w="2204" h="751" extrusionOk="0">
                  <a:moveTo>
                    <a:pt x="84" y="0"/>
                  </a:moveTo>
                  <a:cubicBezTo>
                    <a:pt x="13" y="0"/>
                    <a:pt x="1" y="108"/>
                    <a:pt x="72" y="108"/>
                  </a:cubicBezTo>
                  <a:cubicBezTo>
                    <a:pt x="560" y="155"/>
                    <a:pt x="1048" y="227"/>
                    <a:pt x="1453" y="405"/>
                  </a:cubicBezTo>
                  <a:cubicBezTo>
                    <a:pt x="1656" y="500"/>
                    <a:pt x="1882" y="739"/>
                    <a:pt x="2144" y="750"/>
                  </a:cubicBezTo>
                  <a:cubicBezTo>
                    <a:pt x="2168" y="750"/>
                    <a:pt x="2203" y="727"/>
                    <a:pt x="2180" y="715"/>
                  </a:cubicBezTo>
                  <a:cubicBezTo>
                    <a:pt x="2144" y="512"/>
                    <a:pt x="1739" y="358"/>
                    <a:pt x="1513" y="274"/>
                  </a:cubicBezTo>
                  <a:cubicBezTo>
                    <a:pt x="1084" y="108"/>
                    <a:pt x="584" y="36"/>
                    <a:pt x="8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2074;p44">
              <a:extLst>
                <a:ext uri="{FF2B5EF4-FFF2-40B4-BE49-F238E27FC236}">
                  <a16:creationId xmlns:a16="http://schemas.microsoft.com/office/drawing/2014/main" id="{ABB8ADF7-A363-71D0-8D47-BF72195110F4}"/>
                </a:ext>
              </a:extLst>
            </p:cNvPr>
            <p:cNvSpPr/>
            <p:nvPr/>
          </p:nvSpPr>
          <p:spPr>
            <a:xfrm>
              <a:off x="2408153" y="3365426"/>
              <a:ext cx="82606" cy="32304"/>
            </a:xfrm>
            <a:custGeom>
              <a:avLst/>
              <a:gdLst/>
              <a:ahLst/>
              <a:cxnLst/>
              <a:rect l="l" t="t" r="r" b="b"/>
              <a:pathLst>
                <a:path w="2204" h="851" extrusionOk="0">
                  <a:moveTo>
                    <a:pt x="477" y="1"/>
                  </a:moveTo>
                  <a:cubicBezTo>
                    <a:pt x="333" y="1"/>
                    <a:pt x="193" y="17"/>
                    <a:pt x="60" y="52"/>
                  </a:cubicBezTo>
                  <a:cubicBezTo>
                    <a:pt x="1" y="52"/>
                    <a:pt x="12" y="123"/>
                    <a:pt x="72" y="123"/>
                  </a:cubicBezTo>
                  <a:cubicBezTo>
                    <a:pt x="858" y="123"/>
                    <a:pt x="1453" y="314"/>
                    <a:pt x="2060" y="837"/>
                  </a:cubicBezTo>
                  <a:cubicBezTo>
                    <a:pt x="2072" y="846"/>
                    <a:pt x="2084" y="850"/>
                    <a:pt x="2097" y="850"/>
                  </a:cubicBezTo>
                  <a:cubicBezTo>
                    <a:pt x="2150" y="850"/>
                    <a:pt x="2204" y="779"/>
                    <a:pt x="2156" y="730"/>
                  </a:cubicBezTo>
                  <a:cubicBezTo>
                    <a:pt x="1742" y="288"/>
                    <a:pt x="1080" y="1"/>
                    <a:pt x="4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2075;p44">
              <a:extLst>
                <a:ext uri="{FF2B5EF4-FFF2-40B4-BE49-F238E27FC236}">
                  <a16:creationId xmlns:a16="http://schemas.microsoft.com/office/drawing/2014/main" id="{62D258BC-A5BA-4E97-FC64-A5246D8040F4}"/>
                </a:ext>
              </a:extLst>
            </p:cNvPr>
            <p:cNvSpPr/>
            <p:nvPr/>
          </p:nvSpPr>
          <p:spPr>
            <a:xfrm>
              <a:off x="2315916" y="3287683"/>
              <a:ext cx="49886" cy="88409"/>
            </a:xfrm>
            <a:custGeom>
              <a:avLst/>
              <a:gdLst/>
              <a:ahLst/>
              <a:cxnLst/>
              <a:rect l="l" t="t" r="r" b="b"/>
              <a:pathLst>
                <a:path w="1331" h="2329" extrusionOk="0">
                  <a:moveTo>
                    <a:pt x="103" y="1"/>
                  </a:moveTo>
                  <a:cubicBezTo>
                    <a:pt x="46" y="1"/>
                    <a:pt x="1" y="58"/>
                    <a:pt x="56" y="123"/>
                  </a:cubicBezTo>
                  <a:cubicBezTo>
                    <a:pt x="771" y="790"/>
                    <a:pt x="938" y="1492"/>
                    <a:pt x="1271" y="2302"/>
                  </a:cubicBezTo>
                  <a:cubicBezTo>
                    <a:pt x="1277" y="2320"/>
                    <a:pt x="1292" y="2329"/>
                    <a:pt x="1305" y="2329"/>
                  </a:cubicBezTo>
                  <a:cubicBezTo>
                    <a:pt x="1319" y="2329"/>
                    <a:pt x="1330" y="2320"/>
                    <a:pt x="1330" y="2302"/>
                  </a:cubicBezTo>
                  <a:cubicBezTo>
                    <a:pt x="1247" y="1552"/>
                    <a:pt x="914" y="516"/>
                    <a:pt x="152" y="16"/>
                  </a:cubicBezTo>
                  <a:cubicBezTo>
                    <a:pt x="136" y="5"/>
                    <a:pt x="119" y="1"/>
                    <a:pt x="103" y="1"/>
                  </a:cubicBezTo>
                  <a:close/>
                </a:path>
              </a:pathLst>
            </a:custGeom>
            <a:solidFill>
              <a:srgbClr val="B799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2076;p44">
              <a:extLst>
                <a:ext uri="{FF2B5EF4-FFF2-40B4-BE49-F238E27FC236}">
                  <a16:creationId xmlns:a16="http://schemas.microsoft.com/office/drawing/2014/main" id="{DE1EA937-17F0-DA7F-0A4B-2F2CB0809BAA}"/>
                </a:ext>
              </a:extLst>
            </p:cNvPr>
            <p:cNvSpPr/>
            <p:nvPr/>
          </p:nvSpPr>
          <p:spPr>
            <a:xfrm>
              <a:off x="2481800" y="3266463"/>
              <a:ext cx="111466" cy="22966"/>
            </a:xfrm>
            <a:custGeom>
              <a:avLst/>
              <a:gdLst/>
              <a:ahLst/>
              <a:cxnLst/>
              <a:rect l="l" t="t" r="r" b="b"/>
              <a:pathLst>
                <a:path w="2974" h="605" extrusionOk="0">
                  <a:moveTo>
                    <a:pt x="1325" y="0"/>
                  </a:moveTo>
                  <a:cubicBezTo>
                    <a:pt x="876" y="0"/>
                    <a:pt x="415" y="76"/>
                    <a:pt x="0" y="194"/>
                  </a:cubicBezTo>
                  <a:cubicBezTo>
                    <a:pt x="0" y="218"/>
                    <a:pt x="0" y="230"/>
                    <a:pt x="12" y="230"/>
                  </a:cubicBezTo>
                  <a:cubicBezTo>
                    <a:pt x="454" y="193"/>
                    <a:pt x="906" y="133"/>
                    <a:pt x="1337" y="133"/>
                  </a:cubicBezTo>
                  <a:cubicBezTo>
                    <a:pt x="1881" y="133"/>
                    <a:pt x="2392" y="228"/>
                    <a:pt x="2810" y="587"/>
                  </a:cubicBezTo>
                  <a:cubicBezTo>
                    <a:pt x="2822" y="599"/>
                    <a:pt x="2837" y="604"/>
                    <a:pt x="2852" y="604"/>
                  </a:cubicBezTo>
                  <a:cubicBezTo>
                    <a:pt x="2910" y="604"/>
                    <a:pt x="2974" y="527"/>
                    <a:pt x="2917" y="480"/>
                  </a:cubicBezTo>
                  <a:cubicBezTo>
                    <a:pt x="2496" y="134"/>
                    <a:pt x="1921" y="0"/>
                    <a:pt x="13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2077;p44">
              <a:extLst>
                <a:ext uri="{FF2B5EF4-FFF2-40B4-BE49-F238E27FC236}">
                  <a16:creationId xmlns:a16="http://schemas.microsoft.com/office/drawing/2014/main" id="{657AD9A7-6B13-A062-8BB8-DE0B1768246F}"/>
                </a:ext>
              </a:extLst>
            </p:cNvPr>
            <p:cNvSpPr/>
            <p:nvPr/>
          </p:nvSpPr>
          <p:spPr>
            <a:xfrm>
              <a:off x="1077030" y="2709772"/>
              <a:ext cx="1342796" cy="793668"/>
            </a:xfrm>
            <a:custGeom>
              <a:avLst/>
              <a:gdLst/>
              <a:ahLst/>
              <a:cxnLst/>
              <a:rect l="l" t="t" r="r" b="b"/>
              <a:pathLst>
                <a:path w="35827" h="20908" extrusionOk="0">
                  <a:moveTo>
                    <a:pt x="1488" y="0"/>
                  </a:moveTo>
                  <a:cubicBezTo>
                    <a:pt x="667" y="0"/>
                    <a:pt x="0" y="667"/>
                    <a:pt x="0" y="1488"/>
                  </a:cubicBezTo>
                  <a:lnTo>
                    <a:pt x="0" y="20657"/>
                  </a:lnTo>
                  <a:lnTo>
                    <a:pt x="35826" y="20907"/>
                  </a:lnTo>
                  <a:lnTo>
                    <a:pt x="35814" y="1453"/>
                  </a:lnTo>
                  <a:cubicBezTo>
                    <a:pt x="35814" y="655"/>
                    <a:pt x="35159" y="0"/>
                    <a:pt x="34350" y="0"/>
                  </a:cubicBezTo>
                  <a:close/>
                </a:path>
              </a:pathLst>
            </a:custGeom>
            <a:solidFill>
              <a:srgbClr val="4248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2078;p44">
              <a:extLst>
                <a:ext uri="{FF2B5EF4-FFF2-40B4-BE49-F238E27FC236}">
                  <a16:creationId xmlns:a16="http://schemas.microsoft.com/office/drawing/2014/main" id="{512DC982-4108-9FF8-C7D4-6DFC07C06E42}"/>
                </a:ext>
              </a:extLst>
            </p:cNvPr>
            <p:cNvSpPr/>
            <p:nvPr/>
          </p:nvSpPr>
          <p:spPr>
            <a:xfrm>
              <a:off x="1065862" y="2721046"/>
              <a:ext cx="1342346" cy="784633"/>
            </a:xfrm>
            <a:custGeom>
              <a:avLst/>
              <a:gdLst/>
              <a:ahLst/>
              <a:cxnLst/>
              <a:rect l="l" t="t" r="r" b="b"/>
              <a:pathLst>
                <a:path w="35815" h="20670" extrusionOk="0">
                  <a:moveTo>
                    <a:pt x="751" y="1"/>
                  </a:moveTo>
                  <a:cubicBezTo>
                    <a:pt x="334" y="1"/>
                    <a:pt x="1" y="322"/>
                    <a:pt x="1" y="739"/>
                  </a:cubicBezTo>
                  <a:lnTo>
                    <a:pt x="1" y="20670"/>
                  </a:lnTo>
                  <a:lnTo>
                    <a:pt x="35815" y="20670"/>
                  </a:lnTo>
                  <a:lnTo>
                    <a:pt x="35815" y="727"/>
                  </a:lnTo>
                  <a:cubicBezTo>
                    <a:pt x="35815" y="322"/>
                    <a:pt x="35481" y="1"/>
                    <a:pt x="350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2079;p44">
              <a:extLst>
                <a:ext uri="{FF2B5EF4-FFF2-40B4-BE49-F238E27FC236}">
                  <a16:creationId xmlns:a16="http://schemas.microsoft.com/office/drawing/2014/main" id="{1B950812-43FA-1636-6797-A2343C73CAC6}"/>
                </a:ext>
              </a:extLst>
            </p:cNvPr>
            <p:cNvSpPr/>
            <p:nvPr/>
          </p:nvSpPr>
          <p:spPr>
            <a:xfrm>
              <a:off x="801706" y="3503413"/>
              <a:ext cx="1908632" cy="214702"/>
            </a:xfrm>
            <a:custGeom>
              <a:avLst/>
              <a:gdLst/>
              <a:ahLst/>
              <a:cxnLst/>
              <a:rect l="l" t="t" r="r" b="b"/>
              <a:pathLst>
                <a:path w="50924" h="5656" extrusionOk="0">
                  <a:moveTo>
                    <a:pt x="43172" y="0"/>
                  </a:moveTo>
                  <a:lnTo>
                    <a:pt x="7001" y="48"/>
                  </a:lnTo>
                  <a:lnTo>
                    <a:pt x="369" y="2298"/>
                  </a:lnTo>
                  <a:cubicBezTo>
                    <a:pt x="0" y="3037"/>
                    <a:pt x="310" y="5656"/>
                    <a:pt x="1322" y="5656"/>
                  </a:cubicBezTo>
                  <a:lnTo>
                    <a:pt x="48482" y="5656"/>
                  </a:lnTo>
                  <a:cubicBezTo>
                    <a:pt x="49482" y="5656"/>
                    <a:pt x="50923" y="2715"/>
                    <a:pt x="49721" y="2084"/>
                  </a:cubicBezTo>
                  <a:lnTo>
                    <a:pt x="4317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2080;p44">
              <a:extLst>
                <a:ext uri="{FF2B5EF4-FFF2-40B4-BE49-F238E27FC236}">
                  <a16:creationId xmlns:a16="http://schemas.microsoft.com/office/drawing/2014/main" id="{40F72407-0668-11D4-0B63-979D3DE65FC2}"/>
                </a:ext>
              </a:extLst>
            </p:cNvPr>
            <p:cNvSpPr/>
            <p:nvPr/>
          </p:nvSpPr>
          <p:spPr>
            <a:xfrm>
              <a:off x="801706" y="3505652"/>
              <a:ext cx="1886293" cy="115322"/>
            </a:xfrm>
            <a:custGeom>
              <a:avLst/>
              <a:gdLst/>
              <a:ahLst/>
              <a:cxnLst/>
              <a:rect l="l" t="t" r="r" b="b"/>
              <a:pathLst>
                <a:path w="50328" h="3038" extrusionOk="0">
                  <a:moveTo>
                    <a:pt x="7001" y="1"/>
                  </a:moveTo>
                  <a:lnTo>
                    <a:pt x="369" y="2251"/>
                  </a:lnTo>
                  <a:cubicBezTo>
                    <a:pt x="0" y="2954"/>
                    <a:pt x="310" y="3037"/>
                    <a:pt x="1322" y="3037"/>
                  </a:cubicBezTo>
                  <a:lnTo>
                    <a:pt x="48482" y="3037"/>
                  </a:lnTo>
                  <a:cubicBezTo>
                    <a:pt x="49482" y="3037"/>
                    <a:pt x="50328" y="2906"/>
                    <a:pt x="49578" y="2251"/>
                  </a:cubicBezTo>
                  <a:lnTo>
                    <a:pt x="428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2081;p44">
              <a:extLst>
                <a:ext uri="{FF2B5EF4-FFF2-40B4-BE49-F238E27FC236}">
                  <a16:creationId xmlns:a16="http://schemas.microsoft.com/office/drawing/2014/main" id="{61A08503-C8A2-488F-D306-CB12C3077883}"/>
                </a:ext>
              </a:extLst>
            </p:cNvPr>
            <p:cNvSpPr/>
            <p:nvPr/>
          </p:nvSpPr>
          <p:spPr>
            <a:xfrm>
              <a:off x="1465693" y="3540007"/>
              <a:ext cx="549832" cy="53372"/>
            </a:xfrm>
            <a:custGeom>
              <a:avLst/>
              <a:gdLst/>
              <a:ahLst/>
              <a:cxnLst/>
              <a:rect l="l" t="t" r="r" b="b"/>
              <a:pathLst>
                <a:path w="14670" h="1406" extrusionOk="0">
                  <a:moveTo>
                    <a:pt x="1310" y="1"/>
                  </a:moveTo>
                  <a:cubicBezTo>
                    <a:pt x="1072" y="1"/>
                    <a:pt x="870" y="60"/>
                    <a:pt x="798" y="168"/>
                  </a:cubicBezTo>
                  <a:lnTo>
                    <a:pt x="120" y="1072"/>
                  </a:lnTo>
                  <a:cubicBezTo>
                    <a:pt x="1" y="1239"/>
                    <a:pt x="274" y="1406"/>
                    <a:pt x="643" y="1406"/>
                  </a:cubicBezTo>
                  <a:lnTo>
                    <a:pt x="14026" y="1406"/>
                  </a:lnTo>
                  <a:cubicBezTo>
                    <a:pt x="14395" y="1406"/>
                    <a:pt x="14669" y="1239"/>
                    <a:pt x="14562" y="1072"/>
                  </a:cubicBezTo>
                  <a:lnTo>
                    <a:pt x="13895" y="168"/>
                  </a:lnTo>
                  <a:cubicBezTo>
                    <a:pt x="13812" y="72"/>
                    <a:pt x="13609" y="1"/>
                    <a:pt x="133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2082;p44">
              <a:extLst>
                <a:ext uri="{FF2B5EF4-FFF2-40B4-BE49-F238E27FC236}">
                  <a16:creationId xmlns:a16="http://schemas.microsoft.com/office/drawing/2014/main" id="{AC7D0627-261B-9CFE-491F-E34AD6F1C2CA}"/>
                </a:ext>
              </a:extLst>
            </p:cNvPr>
            <p:cNvSpPr/>
            <p:nvPr/>
          </p:nvSpPr>
          <p:spPr>
            <a:xfrm>
              <a:off x="1141270" y="2787477"/>
              <a:ext cx="1194638" cy="720936"/>
            </a:xfrm>
            <a:custGeom>
              <a:avLst/>
              <a:gdLst/>
              <a:ahLst/>
              <a:cxnLst/>
              <a:rect l="l" t="t" r="r" b="b"/>
              <a:pathLst>
                <a:path w="31874" h="18992" extrusionOk="0">
                  <a:moveTo>
                    <a:pt x="2751" y="1"/>
                  </a:moveTo>
                  <a:lnTo>
                    <a:pt x="1870" y="37"/>
                  </a:lnTo>
                  <a:lnTo>
                    <a:pt x="1001" y="49"/>
                  </a:lnTo>
                  <a:lnTo>
                    <a:pt x="286" y="299"/>
                  </a:lnTo>
                  <a:lnTo>
                    <a:pt x="48" y="1013"/>
                  </a:lnTo>
                  <a:lnTo>
                    <a:pt x="25" y="1906"/>
                  </a:lnTo>
                  <a:lnTo>
                    <a:pt x="48" y="2823"/>
                  </a:lnTo>
                  <a:lnTo>
                    <a:pt x="84" y="3716"/>
                  </a:lnTo>
                  <a:lnTo>
                    <a:pt x="84" y="4609"/>
                  </a:lnTo>
                  <a:lnTo>
                    <a:pt x="1" y="5502"/>
                  </a:lnTo>
                  <a:lnTo>
                    <a:pt x="84" y="6395"/>
                  </a:lnTo>
                  <a:lnTo>
                    <a:pt x="120" y="7288"/>
                  </a:lnTo>
                  <a:lnTo>
                    <a:pt x="108" y="8181"/>
                  </a:lnTo>
                  <a:lnTo>
                    <a:pt x="84" y="9085"/>
                  </a:lnTo>
                  <a:lnTo>
                    <a:pt x="1" y="9978"/>
                  </a:lnTo>
                  <a:lnTo>
                    <a:pt x="120" y="10871"/>
                  </a:lnTo>
                  <a:lnTo>
                    <a:pt x="1" y="11764"/>
                  </a:lnTo>
                  <a:lnTo>
                    <a:pt x="144" y="12657"/>
                  </a:lnTo>
                  <a:lnTo>
                    <a:pt x="60" y="13550"/>
                  </a:lnTo>
                  <a:lnTo>
                    <a:pt x="48" y="14443"/>
                  </a:lnTo>
                  <a:lnTo>
                    <a:pt x="120" y="15336"/>
                  </a:lnTo>
                  <a:lnTo>
                    <a:pt x="72" y="16229"/>
                  </a:lnTo>
                  <a:lnTo>
                    <a:pt x="120" y="17122"/>
                  </a:lnTo>
                  <a:lnTo>
                    <a:pt x="1" y="18027"/>
                  </a:lnTo>
                  <a:lnTo>
                    <a:pt x="25" y="18956"/>
                  </a:lnTo>
                  <a:lnTo>
                    <a:pt x="953" y="18849"/>
                  </a:lnTo>
                  <a:lnTo>
                    <a:pt x="1846" y="18872"/>
                  </a:lnTo>
                  <a:lnTo>
                    <a:pt x="2727" y="18956"/>
                  </a:lnTo>
                  <a:lnTo>
                    <a:pt x="3596" y="18968"/>
                  </a:lnTo>
                  <a:lnTo>
                    <a:pt x="4477" y="18991"/>
                  </a:lnTo>
                  <a:lnTo>
                    <a:pt x="5370" y="18849"/>
                  </a:lnTo>
                  <a:lnTo>
                    <a:pt x="6251" y="18920"/>
                  </a:lnTo>
                  <a:lnTo>
                    <a:pt x="7133" y="18908"/>
                  </a:lnTo>
                  <a:lnTo>
                    <a:pt x="8002" y="18872"/>
                  </a:lnTo>
                  <a:lnTo>
                    <a:pt x="8895" y="18837"/>
                  </a:lnTo>
                  <a:lnTo>
                    <a:pt x="9776" y="18896"/>
                  </a:lnTo>
                  <a:lnTo>
                    <a:pt x="10657" y="18979"/>
                  </a:lnTo>
                  <a:lnTo>
                    <a:pt x="11526" y="18968"/>
                  </a:lnTo>
                  <a:lnTo>
                    <a:pt x="12419" y="18849"/>
                  </a:lnTo>
                  <a:lnTo>
                    <a:pt x="13300" y="18908"/>
                  </a:lnTo>
                  <a:lnTo>
                    <a:pt x="14181" y="18956"/>
                  </a:lnTo>
                  <a:lnTo>
                    <a:pt x="15062" y="18932"/>
                  </a:lnTo>
                  <a:lnTo>
                    <a:pt x="15943" y="18896"/>
                  </a:lnTo>
                  <a:lnTo>
                    <a:pt x="16836" y="18849"/>
                  </a:lnTo>
                  <a:lnTo>
                    <a:pt x="17705" y="18979"/>
                  </a:lnTo>
                  <a:lnTo>
                    <a:pt x="18586" y="18979"/>
                  </a:lnTo>
                  <a:lnTo>
                    <a:pt x="19467" y="18932"/>
                  </a:lnTo>
                  <a:lnTo>
                    <a:pt x="20360" y="18968"/>
                  </a:lnTo>
                  <a:lnTo>
                    <a:pt x="21241" y="18908"/>
                  </a:lnTo>
                  <a:lnTo>
                    <a:pt x="22111" y="18932"/>
                  </a:lnTo>
                  <a:lnTo>
                    <a:pt x="22992" y="18979"/>
                  </a:lnTo>
                  <a:lnTo>
                    <a:pt x="23873" y="18872"/>
                  </a:lnTo>
                  <a:lnTo>
                    <a:pt x="24766" y="18896"/>
                  </a:lnTo>
                  <a:lnTo>
                    <a:pt x="25647" y="18896"/>
                  </a:lnTo>
                  <a:lnTo>
                    <a:pt x="26516" y="18872"/>
                  </a:lnTo>
                  <a:lnTo>
                    <a:pt x="27397" y="18979"/>
                  </a:lnTo>
                  <a:lnTo>
                    <a:pt x="28278" y="18896"/>
                  </a:lnTo>
                  <a:lnTo>
                    <a:pt x="29171" y="18968"/>
                  </a:lnTo>
                  <a:lnTo>
                    <a:pt x="30052" y="18908"/>
                  </a:lnTo>
                  <a:lnTo>
                    <a:pt x="30921" y="18896"/>
                  </a:lnTo>
                  <a:lnTo>
                    <a:pt x="31814" y="18920"/>
                  </a:lnTo>
                  <a:lnTo>
                    <a:pt x="31814" y="18015"/>
                  </a:lnTo>
                  <a:lnTo>
                    <a:pt x="31838" y="17122"/>
                  </a:lnTo>
                  <a:lnTo>
                    <a:pt x="31755" y="16229"/>
                  </a:lnTo>
                  <a:lnTo>
                    <a:pt x="31874" y="15324"/>
                  </a:lnTo>
                  <a:lnTo>
                    <a:pt x="31838" y="14431"/>
                  </a:lnTo>
                  <a:lnTo>
                    <a:pt x="31874" y="13538"/>
                  </a:lnTo>
                  <a:lnTo>
                    <a:pt x="31814" y="12645"/>
                  </a:lnTo>
                  <a:lnTo>
                    <a:pt x="31731" y="11729"/>
                  </a:lnTo>
                  <a:lnTo>
                    <a:pt x="31838" y="10836"/>
                  </a:lnTo>
                  <a:lnTo>
                    <a:pt x="31790" y="9943"/>
                  </a:lnTo>
                  <a:lnTo>
                    <a:pt x="31731" y="9050"/>
                  </a:lnTo>
                  <a:lnTo>
                    <a:pt x="31874" y="8157"/>
                  </a:lnTo>
                  <a:lnTo>
                    <a:pt x="31850" y="7252"/>
                  </a:lnTo>
                  <a:lnTo>
                    <a:pt x="31778" y="6359"/>
                  </a:lnTo>
                  <a:lnTo>
                    <a:pt x="31802" y="5466"/>
                  </a:lnTo>
                  <a:lnTo>
                    <a:pt x="31731" y="4573"/>
                  </a:lnTo>
                  <a:lnTo>
                    <a:pt x="31838" y="3680"/>
                  </a:lnTo>
                  <a:lnTo>
                    <a:pt x="31755" y="2787"/>
                  </a:lnTo>
                  <a:lnTo>
                    <a:pt x="31743" y="1882"/>
                  </a:lnTo>
                  <a:lnTo>
                    <a:pt x="31743" y="989"/>
                  </a:lnTo>
                  <a:lnTo>
                    <a:pt x="31540" y="358"/>
                  </a:lnTo>
                  <a:lnTo>
                    <a:pt x="30909" y="168"/>
                  </a:lnTo>
                  <a:lnTo>
                    <a:pt x="30016" y="168"/>
                  </a:lnTo>
                  <a:lnTo>
                    <a:pt x="29135" y="60"/>
                  </a:lnTo>
                  <a:lnTo>
                    <a:pt x="28266" y="156"/>
                  </a:lnTo>
                  <a:lnTo>
                    <a:pt x="27385" y="60"/>
                  </a:lnTo>
                  <a:lnTo>
                    <a:pt x="26504" y="156"/>
                  </a:lnTo>
                  <a:lnTo>
                    <a:pt x="25623" y="120"/>
                  </a:lnTo>
                  <a:lnTo>
                    <a:pt x="24754" y="156"/>
                  </a:lnTo>
                  <a:lnTo>
                    <a:pt x="23861" y="13"/>
                  </a:lnTo>
                  <a:lnTo>
                    <a:pt x="22980" y="49"/>
                  </a:lnTo>
                  <a:lnTo>
                    <a:pt x="22099" y="60"/>
                  </a:lnTo>
                  <a:lnTo>
                    <a:pt x="21218" y="1"/>
                  </a:lnTo>
                  <a:lnTo>
                    <a:pt x="20348" y="37"/>
                  </a:lnTo>
                  <a:lnTo>
                    <a:pt x="19467" y="156"/>
                  </a:lnTo>
                  <a:lnTo>
                    <a:pt x="18586" y="37"/>
                  </a:lnTo>
                  <a:lnTo>
                    <a:pt x="17705" y="60"/>
                  </a:lnTo>
                  <a:lnTo>
                    <a:pt x="16836" y="168"/>
                  </a:lnTo>
                  <a:lnTo>
                    <a:pt x="15955" y="49"/>
                  </a:lnTo>
                  <a:lnTo>
                    <a:pt x="15062" y="13"/>
                  </a:lnTo>
                  <a:lnTo>
                    <a:pt x="14181" y="60"/>
                  </a:lnTo>
                  <a:lnTo>
                    <a:pt x="13300" y="156"/>
                  </a:lnTo>
                  <a:lnTo>
                    <a:pt x="12419" y="37"/>
                  </a:lnTo>
                  <a:lnTo>
                    <a:pt x="11550" y="84"/>
                  </a:lnTo>
                  <a:lnTo>
                    <a:pt x="10669" y="84"/>
                  </a:lnTo>
                  <a:lnTo>
                    <a:pt x="9788" y="60"/>
                  </a:lnTo>
                  <a:lnTo>
                    <a:pt x="8918" y="156"/>
                  </a:lnTo>
                  <a:lnTo>
                    <a:pt x="8037" y="37"/>
                  </a:lnTo>
                  <a:lnTo>
                    <a:pt x="7156" y="37"/>
                  </a:lnTo>
                  <a:lnTo>
                    <a:pt x="6275" y="13"/>
                  </a:lnTo>
                  <a:lnTo>
                    <a:pt x="5382" y="49"/>
                  </a:lnTo>
                  <a:lnTo>
                    <a:pt x="4513" y="156"/>
                  </a:lnTo>
                  <a:lnTo>
                    <a:pt x="3632" y="49"/>
                  </a:lnTo>
                  <a:lnTo>
                    <a:pt x="27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2083;p44">
              <a:extLst>
                <a:ext uri="{FF2B5EF4-FFF2-40B4-BE49-F238E27FC236}">
                  <a16:creationId xmlns:a16="http://schemas.microsoft.com/office/drawing/2014/main" id="{7DA12F19-0143-852F-FFD0-BC7A5E474B51}"/>
                </a:ext>
              </a:extLst>
            </p:cNvPr>
            <p:cNvSpPr/>
            <p:nvPr/>
          </p:nvSpPr>
          <p:spPr>
            <a:xfrm>
              <a:off x="1481322" y="2881506"/>
              <a:ext cx="525694" cy="532009"/>
            </a:xfrm>
            <a:custGeom>
              <a:avLst/>
              <a:gdLst/>
              <a:ahLst/>
              <a:cxnLst/>
              <a:rect l="l" t="t" r="r" b="b"/>
              <a:pathLst>
                <a:path w="14026" h="14015" extrusionOk="0">
                  <a:moveTo>
                    <a:pt x="7013" y="0"/>
                  </a:moveTo>
                  <a:cubicBezTo>
                    <a:pt x="3144" y="0"/>
                    <a:pt x="0" y="3132"/>
                    <a:pt x="0" y="7013"/>
                  </a:cubicBezTo>
                  <a:cubicBezTo>
                    <a:pt x="0" y="10883"/>
                    <a:pt x="3144" y="14014"/>
                    <a:pt x="7013" y="14014"/>
                  </a:cubicBezTo>
                  <a:cubicBezTo>
                    <a:pt x="10883" y="14014"/>
                    <a:pt x="14026" y="10883"/>
                    <a:pt x="14026" y="7013"/>
                  </a:cubicBezTo>
                  <a:cubicBezTo>
                    <a:pt x="14026" y="3132"/>
                    <a:pt x="10883" y="0"/>
                    <a:pt x="70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2084;p44">
              <a:extLst>
                <a:ext uri="{FF2B5EF4-FFF2-40B4-BE49-F238E27FC236}">
                  <a16:creationId xmlns:a16="http://schemas.microsoft.com/office/drawing/2014/main" id="{ADD4DB69-0ED3-2E8F-2985-029610C14078}"/>
                </a:ext>
              </a:extLst>
            </p:cNvPr>
            <p:cNvSpPr/>
            <p:nvPr/>
          </p:nvSpPr>
          <p:spPr>
            <a:xfrm>
              <a:off x="1716469" y="3160819"/>
              <a:ext cx="55845" cy="99000"/>
            </a:xfrm>
            <a:custGeom>
              <a:avLst/>
              <a:gdLst/>
              <a:ahLst/>
              <a:cxnLst/>
              <a:rect l="l" t="t" r="r" b="b"/>
              <a:pathLst>
                <a:path w="1490" h="2608" extrusionOk="0">
                  <a:moveTo>
                    <a:pt x="739" y="0"/>
                  </a:moveTo>
                  <a:cubicBezTo>
                    <a:pt x="322" y="0"/>
                    <a:pt x="1" y="334"/>
                    <a:pt x="1" y="751"/>
                  </a:cubicBezTo>
                  <a:cubicBezTo>
                    <a:pt x="1" y="989"/>
                    <a:pt x="108" y="1215"/>
                    <a:pt x="299" y="1346"/>
                  </a:cubicBezTo>
                  <a:lnTo>
                    <a:pt x="179" y="2406"/>
                  </a:lnTo>
                  <a:cubicBezTo>
                    <a:pt x="179" y="2465"/>
                    <a:pt x="191" y="2513"/>
                    <a:pt x="215" y="2548"/>
                  </a:cubicBezTo>
                  <a:cubicBezTo>
                    <a:pt x="251" y="2596"/>
                    <a:pt x="310" y="2608"/>
                    <a:pt x="346" y="2608"/>
                  </a:cubicBezTo>
                  <a:lnTo>
                    <a:pt x="1096" y="2608"/>
                  </a:lnTo>
                  <a:cubicBezTo>
                    <a:pt x="1156" y="2608"/>
                    <a:pt x="1203" y="2584"/>
                    <a:pt x="1227" y="2548"/>
                  </a:cubicBezTo>
                  <a:cubicBezTo>
                    <a:pt x="1263" y="2513"/>
                    <a:pt x="1287" y="2465"/>
                    <a:pt x="1275" y="2406"/>
                  </a:cubicBezTo>
                  <a:lnTo>
                    <a:pt x="1156" y="1346"/>
                  </a:lnTo>
                  <a:cubicBezTo>
                    <a:pt x="1346" y="1215"/>
                    <a:pt x="1453" y="989"/>
                    <a:pt x="1453" y="751"/>
                  </a:cubicBezTo>
                  <a:cubicBezTo>
                    <a:pt x="1489" y="346"/>
                    <a:pt x="114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2085;p44">
              <a:extLst>
                <a:ext uri="{FF2B5EF4-FFF2-40B4-BE49-F238E27FC236}">
                  <a16:creationId xmlns:a16="http://schemas.microsoft.com/office/drawing/2014/main" id="{E4E73158-4C53-21E5-1754-42CCC65549F8}"/>
                </a:ext>
              </a:extLst>
            </p:cNvPr>
            <p:cNvSpPr/>
            <p:nvPr/>
          </p:nvSpPr>
          <p:spPr>
            <a:xfrm>
              <a:off x="1619209" y="2978229"/>
              <a:ext cx="250816" cy="338110"/>
            </a:xfrm>
            <a:custGeom>
              <a:avLst/>
              <a:gdLst/>
              <a:ahLst/>
              <a:cxnLst/>
              <a:rect l="l" t="t" r="r" b="b"/>
              <a:pathLst>
                <a:path w="6692" h="8907" extrusionOk="0">
                  <a:moveTo>
                    <a:pt x="3334" y="1108"/>
                  </a:moveTo>
                  <a:cubicBezTo>
                    <a:pt x="4156" y="1108"/>
                    <a:pt x="4822" y="1786"/>
                    <a:pt x="4822" y="2596"/>
                  </a:cubicBezTo>
                  <a:lnTo>
                    <a:pt x="4822" y="3191"/>
                  </a:lnTo>
                  <a:lnTo>
                    <a:pt x="4822" y="3346"/>
                  </a:lnTo>
                  <a:lnTo>
                    <a:pt x="1846" y="3346"/>
                  </a:lnTo>
                  <a:lnTo>
                    <a:pt x="1846" y="3191"/>
                  </a:lnTo>
                  <a:lnTo>
                    <a:pt x="1846" y="2596"/>
                  </a:lnTo>
                  <a:cubicBezTo>
                    <a:pt x="1846" y="1786"/>
                    <a:pt x="2513" y="1108"/>
                    <a:pt x="3334" y="1108"/>
                  </a:cubicBezTo>
                  <a:close/>
                  <a:moveTo>
                    <a:pt x="3346" y="4834"/>
                  </a:moveTo>
                  <a:cubicBezTo>
                    <a:pt x="3763" y="4834"/>
                    <a:pt x="4096" y="5156"/>
                    <a:pt x="4096" y="5572"/>
                  </a:cubicBezTo>
                  <a:cubicBezTo>
                    <a:pt x="4084" y="5811"/>
                    <a:pt x="3965" y="6025"/>
                    <a:pt x="3763" y="6168"/>
                  </a:cubicBezTo>
                  <a:lnTo>
                    <a:pt x="3882" y="7227"/>
                  </a:lnTo>
                  <a:cubicBezTo>
                    <a:pt x="3882" y="7287"/>
                    <a:pt x="3870" y="7335"/>
                    <a:pt x="3834" y="7382"/>
                  </a:cubicBezTo>
                  <a:cubicBezTo>
                    <a:pt x="3810" y="7418"/>
                    <a:pt x="3751" y="7442"/>
                    <a:pt x="3703" y="7442"/>
                  </a:cubicBezTo>
                  <a:lnTo>
                    <a:pt x="2965" y="7442"/>
                  </a:lnTo>
                  <a:cubicBezTo>
                    <a:pt x="2905" y="7442"/>
                    <a:pt x="2858" y="7406"/>
                    <a:pt x="2834" y="7382"/>
                  </a:cubicBezTo>
                  <a:cubicBezTo>
                    <a:pt x="2798" y="7335"/>
                    <a:pt x="2774" y="7287"/>
                    <a:pt x="2786" y="7227"/>
                  </a:cubicBezTo>
                  <a:lnTo>
                    <a:pt x="2905" y="6168"/>
                  </a:lnTo>
                  <a:cubicBezTo>
                    <a:pt x="2715" y="6037"/>
                    <a:pt x="2608" y="5811"/>
                    <a:pt x="2608" y="5572"/>
                  </a:cubicBezTo>
                  <a:cubicBezTo>
                    <a:pt x="2608" y="5156"/>
                    <a:pt x="2929" y="4834"/>
                    <a:pt x="3346" y="4834"/>
                  </a:cubicBezTo>
                  <a:close/>
                  <a:moveTo>
                    <a:pt x="3334" y="0"/>
                  </a:moveTo>
                  <a:cubicBezTo>
                    <a:pt x="1893" y="0"/>
                    <a:pt x="727" y="1155"/>
                    <a:pt x="727" y="2596"/>
                  </a:cubicBezTo>
                  <a:lnTo>
                    <a:pt x="727" y="3191"/>
                  </a:lnTo>
                  <a:lnTo>
                    <a:pt x="727" y="3346"/>
                  </a:lnTo>
                  <a:lnTo>
                    <a:pt x="179" y="3346"/>
                  </a:lnTo>
                  <a:cubicBezTo>
                    <a:pt x="72" y="3346"/>
                    <a:pt x="0" y="3429"/>
                    <a:pt x="0" y="3525"/>
                  </a:cubicBezTo>
                  <a:lnTo>
                    <a:pt x="0" y="8168"/>
                  </a:lnTo>
                  <a:cubicBezTo>
                    <a:pt x="0" y="8585"/>
                    <a:pt x="322" y="8906"/>
                    <a:pt x="738" y="8906"/>
                  </a:cubicBezTo>
                  <a:lnTo>
                    <a:pt x="5953" y="8906"/>
                  </a:lnTo>
                  <a:cubicBezTo>
                    <a:pt x="6370" y="8906"/>
                    <a:pt x="6692" y="8585"/>
                    <a:pt x="6692" y="8168"/>
                  </a:cubicBezTo>
                  <a:lnTo>
                    <a:pt x="6692" y="3525"/>
                  </a:lnTo>
                  <a:cubicBezTo>
                    <a:pt x="6680" y="3417"/>
                    <a:pt x="6596" y="3346"/>
                    <a:pt x="6489" y="3346"/>
                  </a:cubicBezTo>
                  <a:lnTo>
                    <a:pt x="5942" y="3346"/>
                  </a:lnTo>
                  <a:lnTo>
                    <a:pt x="5942" y="3191"/>
                  </a:lnTo>
                  <a:lnTo>
                    <a:pt x="5942" y="2596"/>
                  </a:lnTo>
                  <a:cubicBezTo>
                    <a:pt x="5942" y="1167"/>
                    <a:pt x="4775" y="0"/>
                    <a:pt x="33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2086;p44">
              <a:extLst>
                <a:ext uri="{FF2B5EF4-FFF2-40B4-BE49-F238E27FC236}">
                  <a16:creationId xmlns:a16="http://schemas.microsoft.com/office/drawing/2014/main" id="{A257FED2-7E82-89D2-CA52-EE5636F37CD9}"/>
                </a:ext>
              </a:extLst>
            </p:cNvPr>
            <p:cNvSpPr/>
            <p:nvPr/>
          </p:nvSpPr>
          <p:spPr>
            <a:xfrm>
              <a:off x="1337176" y="2791122"/>
              <a:ext cx="511864" cy="714559"/>
            </a:xfrm>
            <a:custGeom>
              <a:avLst/>
              <a:gdLst/>
              <a:ahLst/>
              <a:cxnLst/>
              <a:rect l="l" t="t" r="r" b="b"/>
              <a:pathLst>
                <a:path w="13657" h="18824" extrusionOk="0">
                  <a:moveTo>
                    <a:pt x="12419" y="0"/>
                  </a:moveTo>
                  <a:lnTo>
                    <a:pt x="1" y="18824"/>
                  </a:lnTo>
                  <a:lnTo>
                    <a:pt x="1227" y="18824"/>
                  </a:lnTo>
                  <a:lnTo>
                    <a:pt x="13657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2087;p44">
              <a:extLst>
                <a:ext uri="{FF2B5EF4-FFF2-40B4-BE49-F238E27FC236}">
                  <a16:creationId xmlns:a16="http://schemas.microsoft.com/office/drawing/2014/main" id="{535AC855-6D72-9B66-0124-9DCB727B14AF}"/>
                </a:ext>
              </a:extLst>
            </p:cNvPr>
            <p:cNvSpPr/>
            <p:nvPr/>
          </p:nvSpPr>
          <p:spPr>
            <a:xfrm>
              <a:off x="1511401" y="2791122"/>
              <a:ext cx="746602" cy="714559"/>
            </a:xfrm>
            <a:custGeom>
              <a:avLst/>
              <a:gdLst/>
              <a:ahLst/>
              <a:cxnLst/>
              <a:rect l="l" t="t" r="r" b="b"/>
              <a:pathLst>
                <a:path w="19920" h="18824" extrusionOk="0">
                  <a:moveTo>
                    <a:pt x="12430" y="0"/>
                  </a:moveTo>
                  <a:lnTo>
                    <a:pt x="0" y="18824"/>
                  </a:lnTo>
                  <a:lnTo>
                    <a:pt x="7501" y="18824"/>
                  </a:lnTo>
                  <a:lnTo>
                    <a:pt x="19919" y="0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2088;p44">
              <a:extLst>
                <a:ext uri="{FF2B5EF4-FFF2-40B4-BE49-F238E27FC236}">
                  <a16:creationId xmlns:a16="http://schemas.microsoft.com/office/drawing/2014/main" id="{C2012FC2-6891-9A93-7466-A53F734373DB}"/>
                </a:ext>
              </a:extLst>
            </p:cNvPr>
            <p:cNvSpPr/>
            <p:nvPr/>
          </p:nvSpPr>
          <p:spPr>
            <a:xfrm>
              <a:off x="829815" y="1606488"/>
              <a:ext cx="659573" cy="870992"/>
            </a:xfrm>
            <a:custGeom>
              <a:avLst/>
              <a:gdLst/>
              <a:ahLst/>
              <a:cxnLst/>
              <a:rect l="l" t="t" r="r" b="b"/>
              <a:pathLst>
                <a:path w="17598" h="22945" extrusionOk="0">
                  <a:moveTo>
                    <a:pt x="1048" y="1"/>
                  </a:moveTo>
                  <a:cubicBezTo>
                    <a:pt x="464" y="1"/>
                    <a:pt x="0" y="453"/>
                    <a:pt x="0" y="1037"/>
                  </a:cubicBezTo>
                  <a:lnTo>
                    <a:pt x="0" y="21908"/>
                  </a:lnTo>
                  <a:cubicBezTo>
                    <a:pt x="0" y="22480"/>
                    <a:pt x="464" y="22944"/>
                    <a:pt x="1048" y="22944"/>
                  </a:cubicBezTo>
                  <a:lnTo>
                    <a:pt x="16550" y="22944"/>
                  </a:lnTo>
                  <a:cubicBezTo>
                    <a:pt x="17133" y="22944"/>
                    <a:pt x="17598" y="22480"/>
                    <a:pt x="17586" y="21908"/>
                  </a:cubicBezTo>
                  <a:lnTo>
                    <a:pt x="17586" y="1037"/>
                  </a:lnTo>
                  <a:cubicBezTo>
                    <a:pt x="17586" y="453"/>
                    <a:pt x="17121" y="1"/>
                    <a:pt x="165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2089;p44">
              <a:extLst>
                <a:ext uri="{FF2B5EF4-FFF2-40B4-BE49-F238E27FC236}">
                  <a16:creationId xmlns:a16="http://schemas.microsoft.com/office/drawing/2014/main" id="{F084984F-DB73-7665-0033-00A384941F11}"/>
                </a:ext>
              </a:extLst>
            </p:cNvPr>
            <p:cNvSpPr/>
            <p:nvPr/>
          </p:nvSpPr>
          <p:spPr>
            <a:xfrm>
              <a:off x="811488" y="1625506"/>
              <a:ext cx="658711" cy="871410"/>
            </a:xfrm>
            <a:custGeom>
              <a:avLst/>
              <a:gdLst/>
              <a:ahLst/>
              <a:cxnLst/>
              <a:rect l="l" t="t" r="r" b="b"/>
              <a:pathLst>
                <a:path w="17575" h="22956" extrusionOk="0">
                  <a:moveTo>
                    <a:pt x="834" y="0"/>
                  </a:moveTo>
                  <a:cubicBezTo>
                    <a:pt x="370" y="0"/>
                    <a:pt x="1" y="369"/>
                    <a:pt x="1" y="833"/>
                  </a:cubicBezTo>
                  <a:lnTo>
                    <a:pt x="1" y="22122"/>
                  </a:lnTo>
                  <a:cubicBezTo>
                    <a:pt x="1" y="22574"/>
                    <a:pt x="370" y="22955"/>
                    <a:pt x="834" y="22955"/>
                  </a:cubicBezTo>
                  <a:lnTo>
                    <a:pt x="16741" y="22955"/>
                  </a:lnTo>
                  <a:cubicBezTo>
                    <a:pt x="17206" y="22955"/>
                    <a:pt x="17575" y="22574"/>
                    <a:pt x="17575" y="22122"/>
                  </a:cubicBezTo>
                  <a:lnTo>
                    <a:pt x="17575" y="833"/>
                  </a:lnTo>
                  <a:cubicBezTo>
                    <a:pt x="17575" y="369"/>
                    <a:pt x="17206" y="0"/>
                    <a:pt x="167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2090;p44">
              <a:extLst>
                <a:ext uri="{FF2B5EF4-FFF2-40B4-BE49-F238E27FC236}">
                  <a16:creationId xmlns:a16="http://schemas.microsoft.com/office/drawing/2014/main" id="{8FDA752B-716B-4A62-0852-D7C72AD653CD}"/>
                </a:ext>
              </a:extLst>
            </p:cNvPr>
            <p:cNvSpPr/>
            <p:nvPr/>
          </p:nvSpPr>
          <p:spPr>
            <a:xfrm>
              <a:off x="1102891" y="2394738"/>
              <a:ext cx="75897" cy="77325"/>
            </a:xfrm>
            <a:custGeom>
              <a:avLst/>
              <a:gdLst/>
              <a:ahLst/>
              <a:cxnLst/>
              <a:rect l="l" t="t" r="r" b="b"/>
              <a:pathLst>
                <a:path w="2025" h="2037" extrusionOk="0">
                  <a:moveTo>
                    <a:pt x="1013" y="0"/>
                  </a:moveTo>
                  <a:cubicBezTo>
                    <a:pt x="453" y="0"/>
                    <a:pt x="1" y="465"/>
                    <a:pt x="1" y="1024"/>
                  </a:cubicBezTo>
                  <a:cubicBezTo>
                    <a:pt x="1" y="1572"/>
                    <a:pt x="453" y="2036"/>
                    <a:pt x="1013" y="2036"/>
                  </a:cubicBezTo>
                  <a:cubicBezTo>
                    <a:pt x="1560" y="2036"/>
                    <a:pt x="2025" y="1572"/>
                    <a:pt x="2025" y="1024"/>
                  </a:cubicBezTo>
                  <a:cubicBezTo>
                    <a:pt x="2025" y="465"/>
                    <a:pt x="1560" y="0"/>
                    <a:pt x="10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2091;p44">
              <a:extLst>
                <a:ext uri="{FF2B5EF4-FFF2-40B4-BE49-F238E27FC236}">
                  <a16:creationId xmlns:a16="http://schemas.microsoft.com/office/drawing/2014/main" id="{B17ADCF8-0102-BFE1-113A-73F0E1D4C80F}"/>
                </a:ext>
              </a:extLst>
            </p:cNvPr>
            <p:cNvSpPr/>
            <p:nvPr/>
          </p:nvSpPr>
          <p:spPr>
            <a:xfrm>
              <a:off x="862385" y="1684231"/>
              <a:ext cx="558265" cy="689733"/>
            </a:xfrm>
            <a:custGeom>
              <a:avLst/>
              <a:gdLst/>
              <a:ahLst/>
              <a:cxnLst/>
              <a:rect l="l" t="t" r="r" b="b"/>
              <a:pathLst>
                <a:path w="14895" h="18170" extrusionOk="0">
                  <a:moveTo>
                    <a:pt x="429" y="1"/>
                  </a:moveTo>
                  <a:cubicBezTo>
                    <a:pt x="191" y="1"/>
                    <a:pt x="0" y="191"/>
                    <a:pt x="0" y="429"/>
                  </a:cubicBezTo>
                  <a:lnTo>
                    <a:pt x="0" y="17729"/>
                  </a:lnTo>
                  <a:cubicBezTo>
                    <a:pt x="0" y="17979"/>
                    <a:pt x="191" y="18170"/>
                    <a:pt x="429" y="18170"/>
                  </a:cubicBezTo>
                  <a:lnTo>
                    <a:pt x="14454" y="18170"/>
                  </a:lnTo>
                  <a:cubicBezTo>
                    <a:pt x="14693" y="18170"/>
                    <a:pt x="14883" y="17979"/>
                    <a:pt x="14895" y="17741"/>
                  </a:cubicBezTo>
                  <a:lnTo>
                    <a:pt x="14895" y="429"/>
                  </a:lnTo>
                  <a:cubicBezTo>
                    <a:pt x="14895" y="191"/>
                    <a:pt x="14693" y="1"/>
                    <a:pt x="144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2092;p44">
              <a:extLst>
                <a:ext uri="{FF2B5EF4-FFF2-40B4-BE49-F238E27FC236}">
                  <a16:creationId xmlns:a16="http://schemas.microsoft.com/office/drawing/2014/main" id="{81517F06-D2C7-F332-D94B-9FF76E039A5B}"/>
                </a:ext>
              </a:extLst>
            </p:cNvPr>
            <p:cNvSpPr/>
            <p:nvPr/>
          </p:nvSpPr>
          <p:spPr>
            <a:xfrm>
              <a:off x="962343" y="1853725"/>
              <a:ext cx="357034" cy="361607"/>
            </a:xfrm>
            <a:custGeom>
              <a:avLst/>
              <a:gdLst/>
              <a:ahLst/>
              <a:cxnLst/>
              <a:rect l="l" t="t" r="r" b="b"/>
              <a:pathLst>
                <a:path w="9526" h="9526" extrusionOk="0">
                  <a:moveTo>
                    <a:pt x="4763" y="1"/>
                  </a:moveTo>
                  <a:cubicBezTo>
                    <a:pt x="2132" y="1"/>
                    <a:pt x="0" y="2132"/>
                    <a:pt x="0" y="4763"/>
                  </a:cubicBezTo>
                  <a:cubicBezTo>
                    <a:pt x="0" y="7394"/>
                    <a:pt x="2132" y="9526"/>
                    <a:pt x="4763" y="9526"/>
                  </a:cubicBezTo>
                  <a:cubicBezTo>
                    <a:pt x="7382" y="9526"/>
                    <a:pt x="9525" y="7394"/>
                    <a:pt x="9525" y="4763"/>
                  </a:cubicBezTo>
                  <a:cubicBezTo>
                    <a:pt x="9525" y="2132"/>
                    <a:pt x="7382" y="1"/>
                    <a:pt x="47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2093;p44">
              <a:extLst>
                <a:ext uri="{FF2B5EF4-FFF2-40B4-BE49-F238E27FC236}">
                  <a16:creationId xmlns:a16="http://schemas.microsoft.com/office/drawing/2014/main" id="{91DB8151-F2C1-BAC1-4ABB-5568997F306B}"/>
                </a:ext>
              </a:extLst>
            </p:cNvPr>
            <p:cNvSpPr/>
            <p:nvPr/>
          </p:nvSpPr>
          <p:spPr>
            <a:xfrm>
              <a:off x="1033292" y="1940882"/>
              <a:ext cx="213336" cy="195380"/>
            </a:xfrm>
            <a:custGeom>
              <a:avLst/>
              <a:gdLst/>
              <a:ahLst/>
              <a:cxnLst/>
              <a:rect l="l" t="t" r="r" b="b"/>
              <a:pathLst>
                <a:path w="5692" h="5147" extrusionOk="0">
                  <a:moveTo>
                    <a:pt x="2207" y="1"/>
                  </a:moveTo>
                  <a:cubicBezTo>
                    <a:pt x="2182" y="1"/>
                    <a:pt x="2156" y="5"/>
                    <a:pt x="2132" y="14"/>
                  </a:cubicBezTo>
                  <a:cubicBezTo>
                    <a:pt x="2048" y="38"/>
                    <a:pt x="2013" y="145"/>
                    <a:pt x="2048" y="241"/>
                  </a:cubicBezTo>
                  <a:lnTo>
                    <a:pt x="2167" y="515"/>
                  </a:lnTo>
                  <a:cubicBezTo>
                    <a:pt x="1834" y="574"/>
                    <a:pt x="1584" y="872"/>
                    <a:pt x="1584" y="1217"/>
                  </a:cubicBezTo>
                  <a:lnTo>
                    <a:pt x="1584" y="1277"/>
                  </a:lnTo>
                  <a:lnTo>
                    <a:pt x="1417" y="1277"/>
                  </a:lnTo>
                  <a:cubicBezTo>
                    <a:pt x="1274" y="1277"/>
                    <a:pt x="1155" y="1396"/>
                    <a:pt x="1155" y="1550"/>
                  </a:cubicBezTo>
                  <a:lnTo>
                    <a:pt x="1155" y="1693"/>
                  </a:lnTo>
                  <a:cubicBezTo>
                    <a:pt x="846" y="1622"/>
                    <a:pt x="608" y="1336"/>
                    <a:pt x="608" y="991"/>
                  </a:cubicBezTo>
                  <a:lnTo>
                    <a:pt x="608" y="776"/>
                  </a:lnTo>
                  <a:cubicBezTo>
                    <a:pt x="608" y="681"/>
                    <a:pt x="524" y="610"/>
                    <a:pt x="441" y="610"/>
                  </a:cubicBezTo>
                  <a:cubicBezTo>
                    <a:pt x="346" y="610"/>
                    <a:pt x="274" y="681"/>
                    <a:pt x="274" y="776"/>
                  </a:cubicBezTo>
                  <a:lnTo>
                    <a:pt x="274" y="991"/>
                  </a:lnTo>
                  <a:cubicBezTo>
                    <a:pt x="274" y="1515"/>
                    <a:pt x="667" y="1943"/>
                    <a:pt x="1155" y="2027"/>
                  </a:cubicBezTo>
                  <a:lnTo>
                    <a:pt x="1155" y="2360"/>
                  </a:lnTo>
                  <a:lnTo>
                    <a:pt x="167" y="2360"/>
                  </a:lnTo>
                  <a:cubicBezTo>
                    <a:pt x="84" y="2360"/>
                    <a:pt x="0" y="2443"/>
                    <a:pt x="0" y="2527"/>
                  </a:cubicBezTo>
                  <a:cubicBezTo>
                    <a:pt x="0" y="2622"/>
                    <a:pt x="84" y="2693"/>
                    <a:pt x="167" y="2693"/>
                  </a:cubicBezTo>
                  <a:lnTo>
                    <a:pt x="1155" y="2693"/>
                  </a:lnTo>
                  <a:lnTo>
                    <a:pt x="1155" y="3039"/>
                  </a:lnTo>
                  <a:cubicBezTo>
                    <a:pt x="655" y="3110"/>
                    <a:pt x="274" y="3539"/>
                    <a:pt x="274" y="4063"/>
                  </a:cubicBezTo>
                  <a:lnTo>
                    <a:pt x="274" y="4289"/>
                  </a:lnTo>
                  <a:cubicBezTo>
                    <a:pt x="274" y="4372"/>
                    <a:pt x="346" y="4444"/>
                    <a:pt x="441" y="4444"/>
                  </a:cubicBezTo>
                  <a:cubicBezTo>
                    <a:pt x="524" y="4444"/>
                    <a:pt x="608" y="4372"/>
                    <a:pt x="608" y="4289"/>
                  </a:cubicBezTo>
                  <a:lnTo>
                    <a:pt x="608" y="4063"/>
                  </a:lnTo>
                  <a:cubicBezTo>
                    <a:pt x="608" y="3717"/>
                    <a:pt x="846" y="3432"/>
                    <a:pt x="1155" y="3360"/>
                  </a:cubicBezTo>
                  <a:lnTo>
                    <a:pt x="1155" y="3455"/>
                  </a:lnTo>
                  <a:cubicBezTo>
                    <a:pt x="1155" y="4384"/>
                    <a:pt x="1917" y="5146"/>
                    <a:pt x="2846" y="5146"/>
                  </a:cubicBezTo>
                  <a:cubicBezTo>
                    <a:pt x="3787" y="5146"/>
                    <a:pt x="4549" y="4384"/>
                    <a:pt x="4549" y="3455"/>
                  </a:cubicBezTo>
                  <a:lnTo>
                    <a:pt x="4549" y="3360"/>
                  </a:lnTo>
                  <a:cubicBezTo>
                    <a:pt x="4858" y="3432"/>
                    <a:pt x="5096" y="3717"/>
                    <a:pt x="5096" y="4063"/>
                  </a:cubicBezTo>
                  <a:lnTo>
                    <a:pt x="5096" y="4289"/>
                  </a:lnTo>
                  <a:cubicBezTo>
                    <a:pt x="5096" y="4372"/>
                    <a:pt x="5168" y="4444"/>
                    <a:pt x="5263" y="4444"/>
                  </a:cubicBezTo>
                  <a:cubicBezTo>
                    <a:pt x="5346" y="4444"/>
                    <a:pt x="5430" y="4372"/>
                    <a:pt x="5430" y="4289"/>
                  </a:cubicBezTo>
                  <a:lnTo>
                    <a:pt x="5430" y="4063"/>
                  </a:lnTo>
                  <a:cubicBezTo>
                    <a:pt x="5430" y="3539"/>
                    <a:pt x="5037" y="3110"/>
                    <a:pt x="4549" y="3039"/>
                  </a:cubicBezTo>
                  <a:lnTo>
                    <a:pt x="4549" y="2693"/>
                  </a:lnTo>
                  <a:lnTo>
                    <a:pt x="5525" y="2693"/>
                  </a:lnTo>
                  <a:cubicBezTo>
                    <a:pt x="5620" y="2693"/>
                    <a:pt x="5692" y="2622"/>
                    <a:pt x="5692" y="2527"/>
                  </a:cubicBezTo>
                  <a:cubicBezTo>
                    <a:pt x="5692" y="2443"/>
                    <a:pt x="5644" y="2360"/>
                    <a:pt x="5561" y="2360"/>
                  </a:cubicBezTo>
                  <a:lnTo>
                    <a:pt x="4572" y="2360"/>
                  </a:lnTo>
                  <a:lnTo>
                    <a:pt x="4572" y="2027"/>
                  </a:lnTo>
                  <a:cubicBezTo>
                    <a:pt x="5061" y="1943"/>
                    <a:pt x="5453" y="1515"/>
                    <a:pt x="5453" y="991"/>
                  </a:cubicBezTo>
                  <a:lnTo>
                    <a:pt x="5453" y="776"/>
                  </a:lnTo>
                  <a:cubicBezTo>
                    <a:pt x="5453" y="681"/>
                    <a:pt x="5382" y="610"/>
                    <a:pt x="5287" y="610"/>
                  </a:cubicBezTo>
                  <a:cubicBezTo>
                    <a:pt x="5203" y="610"/>
                    <a:pt x="5120" y="681"/>
                    <a:pt x="5120" y="776"/>
                  </a:cubicBezTo>
                  <a:lnTo>
                    <a:pt x="5120" y="991"/>
                  </a:lnTo>
                  <a:cubicBezTo>
                    <a:pt x="5120" y="1336"/>
                    <a:pt x="4882" y="1622"/>
                    <a:pt x="4572" y="1693"/>
                  </a:cubicBezTo>
                  <a:lnTo>
                    <a:pt x="4572" y="1550"/>
                  </a:lnTo>
                  <a:cubicBezTo>
                    <a:pt x="4572" y="1396"/>
                    <a:pt x="4453" y="1277"/>
                    <a:pt x="4310" y="1277"/>
                  </a:cubicBezTo>
                  <a:lnTo>
                    <a:pt x="4144" y="1277"/>
                  </a:lnTo>
                  <a:lnTo>
                    <a:pt x="4144" y="1217"/>
                  </a:lnTo>
                  <a:cubicBezTo>
                    <a:pt x="4144" y="872"/>
                    <a:pt x="3894" y="574"/>
                    <a:pt x="3560" y="515"/>
                  </a:cubicBezTo>
                  <a:lnTo>
                    <a:pt x="3679" y="241"/>
                  </a:lnTo>
                  <a:cubicBezTo>
                    <a:pt x="3715" y="145"/>
                    <a:pt x="3679" y="62"/>
                    <a:pt x="3596" y="14"/>
                  </a:cubicBezTo>
                  <a:cubicBezTo>
                    <a:pt x="3571" y="5"/>
                    <a:pt x="3547" y="1"/>
                    <a:pt x="3524" y="1"/>
                  </a:cubicBezTo>
                  <a:cubicBezTo>
                    <a:pt x="3460" y="1"/>
                    <a:pt x="3405" y="36"/>
                    <a:pt x="3370" y="98"/>
                  </a:cubicBezTo>
                  <a:lnTo>
                    <a:pt x="3191" y="503"/>
                  </a:lnTo>
                  <a:lnTo>
                    <a:pt x="2536" y="503"/>
                  </a:lnTo>
                  <a:lnTo>
                    <a:pt x="2358" y="98"/>
                  </a:lnTo>
                  <a:cubicBezTo>
                    <a:pt x="2340" y="36"/>
                    <a:pt x="2277" y="1"/>
                    <a:pt x="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2094;p44">
              <a:extLst>
                <a:ext uri="{FF2B5EF4-FFF2-40B4-BE49-F238E27FC236}">
                  <a16:creationId xmlns:a16="http://schemas.microsoft.com/office/drawing/2014/main" id="{8D5BB547-E426-5CAA-EF0C-CE1AE56B75BA}"/>
                </a:ext>
              </a:extLst>
            </p:cNvPr>
            <p:cNvSpPr/>
            <p:nvPr/>
          </p:nvSpPr>
          <p:spPr>
            <a:xfrm>
              <a:off x="861935" y="1683776"/>
              <a:ext cx="394964" cy="607474"/>
            </a:xfrm>
            <a:custGeom>
              <a:avLst/>
              <a:gdLst/>
              <a:ahLst/>
              <a:cxnLst/>
              <a:rect l="l" t="t" r="r" b="b"/>
              <a:pathLst>
                <a:path w="10538" h="16003" extrusionOk="0">
                  <a:moveTo>
                    <a:pt x="9585" y="1"/>
                  </a:moveTo>
                  <a:lnTo>
                    <a:pt x="0" y="14538"/>
                  </a:lnTo>
                  <a:lnTo>
                    <a:pt x="0" y="16003"/>
                  </a:lnTo>
                  <a:lnTo>
                    <a:pt x="10537" y="1"/>
                  </a:ln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2095;p44">
              <a:extLst>
                <a:ext uri="{FF2B5EF4-FFF2-40B4-BE49-F238E27FC236}">
                  <a16:creationId xmlns:a16="http://schemas.microsoft.com/office/drawing/2014/main" id="{279810A9-9438-78D5-762A-BE48A9B24A3A}"/>
                </a:ext>
              </a:extLst>
            </p:cNvPr>
            <p:cNvSpPr/>
            <p:nvPr/>
          </p:nvSpPr>
          <p:spPr>
            <a:xfrm>
              <a:off x="864596" y="1683776"/>
              <a:ext cx="554292" cy="690189"/>
            </a:xfrm>
            <a:custGeom>
              <a:avLst/>
              <a:gdLst/>
              <a:ahLst/>
              <a:cxnLst/>
              <a:rect l="l" t="t" r="r" b="b"/>
              <a:pathLst>
                <a:path w="14789" h="18182" extrusionOk="0">
                  <a:moveTo>
                    <a:pt x="11728" y="1"/>
                  </a:moveTo>
                  <a:lnTo>
                    <a:pt x="1" y="17789"/>
                  </a:lnTo>
                  <a:cubicBezTo>
                    <a:pt x="120" y="18027"/>
                    <a:pt x="370" y="18182"/>
                    <a:pt x="656" y="18182"/>
                  </a:cubicBezTo>
                  <a:lnTo>
                    <a:pt x="3180" y="18182"/>
                  </a:lnTo>
                  <a:lnTo>
                    <a:pt x="14788" y="584"/>
                  </a:lnTo>
                  <a:cubicBezTo>
                    <a:pt x="14729" y="251"/>
                    <a:pt x="14431" y="1"/>
                    <a:pt x="14074" y="1"/>
                  </a:cubicBezTo>
                  <a:close/>
                </a:path>
              </a:pathLst>
            </a:custGeom>
            <a:solidFill>
              <a:srgbClr val="FFFFFF">
                <a:alpha val="397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2812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58D39D1-8787-BECF-CA79-13A741F8C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A304BEF0-FD1D-3A85-3A62-1324E1B4BCC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3:</a:t>
            </a:r>
            <a:br>
              <a:rPr lang="en-US" dirty="0"/>
            </a:br>
            <a:r>
              <a:rPr lang="en-US" dirty="0"/>
              <a:t>Analysis of SMAAF Modules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DB93B8A3-6202-12E6-4429-AE0D2E5FA1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Detailed explanation of the modules implemented with analysis of the results.</a:t>
            </a:r>
            <a:endParaRPr dirty="0"/>
          </a:p>
        </p:txBody>
      </p: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E62E441F-2366-8A8D-582B-A39DE3B1B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6DC93169-4103-464B-584B-755EC45C5211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grpSp>
        <p:nvGrpSpPr>
          <p:cNvPr id="162" name="Google Shape;56;p15">
            <a:extLst>
              <a:ext uri="{FF2B5EF4-FFF2-40B4-BE49-F238E27FC236}">
                <a16:creationId xmlns:a16="http://schemas.microsoft.com/office/drawing/2014/main" id="{427F0815-16ED-263D-4621-594160CEEB73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163" name="Google Shape;57;p15">
              <a:extLst>
                <a:ext uri="{FF2B5EF4-FFF2-40B4-BE49-F238E27FC236}">
                  <a16:creationId xmlns:a16="http://schemas.microsoft.com/office/drawing/2014/main" id="{24252F07-2AD5-3A59-9D5F-E39CD1FBF182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58;p15">
              <a:extLst>
                <a:ext uri="{FF2B5EF4-FFF2-40B4-BE49-F238E27FC236}">
                  <a16:creationId xmlns:a16="http://schemas.microsoft.com/office/drawing/2014/main" id="{7B12E8B0-60EA-4D33-A934-B847E4373644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59;p15">
              <a:extLst>
                <a:ext uri="{FF2B5EF4-FFF2-40B4-BE49-F238E27FC236}">
                  <a16:creationId xmlns:a16="http://schemas.microsoft.com/office/drawing/2014/main" id="{4AF57957-33E1-6AD6-CDED-F0A3CD97C863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60;p15">
              <a:extLst>
                <a:ext uri="{FF2B5EF4-FFF2-40B4-BE49-F238E27FC236}">
                  <a16:creationId xmlns:a16="http://schemas.microsoft.com/office/drawing/2014/main" id="{60DAA9C5-3285-D1B0-B0C0-E525587DC1EB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61;p15">
              <a:extLst>
                <a:ext uri="{FF2B5EF4-FFF2-40B4-BE49-F238E27FC236}">
                  <a16:creationId xmlns:a16="http://schemas.microsoft.com/office/drawing/2014/main" id="{D76052C5-07BA-F4C8-72F1-33FC02D1A887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62;p15">
              <a:extLst>
                <a:ext uri="{FF2B5EF4-FFF2-40B4-BE49-F238E27FC236}">
                  <a16:creationId xmlns:a16="http://schemas.microsoft.com/office/drawing/2014/main" id="{BA874D8E-4268-B39D-0257-DEC351B384AA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63;p15">
              <a:extLst>
                <a:ext uri="{FF2B5EF4-FFF2-40B4-BE49-F238E27FC236}">
                  <a16:creationId xmlns:a16="http://schemas.microsoft.com/office/drawing/2014/main" id="{C989E2B8-8110-78BA-BAB9-0694C1454F86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64;p15">
              <a:extLst>
                <a:ext uri="{FF2B5EF4-FFF2-40B4-BE49-F238E27FC236}">
                  <a16:creationId xmlns:a16="http://schemas.microsoft.com/office/drawing/2014/main" id="{AA117ECC-CBD9-B18E-6291-119A85FFAC6A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65;p15">
              <a:extLst>
                <a:ext uri="{FF2B5EF4-FFF2-40B4-BE49-F238E27FC236}">
                  <a16:creationId xmlns:a16="http://schemas.microsoft.com/office/drawing/2014/main" id="{E96C3AD0-B37E-4DD2-ABD4-775EFD50CE26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66;p15">
              <a:extLst>
                <a:ext uri="{FF2B5EF4-FFF2-40B4-BE49-F238E27FC236}">
                  <a16:creationId xmlns:a16="http://schemas.microsoft.com/office/drawing/2014/main" id="{F5BD851F-019F-7FD4-DDD0-F3871A7FB53C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67;p15">
              <a:extLst>
                <a:ext uri="{FF2B5EF4-FFF2-40B4-BE49-F238E27FC236}">
                  <a16:creationId xmlns:a16="http://schemas.microsoft.com/office/drawing/2014/main" id="{D8AC4A32-E888-A87C-9086-F741D8DAB27A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68;p15">
              <a:extLst>
                <a:ext uri="{FF2B5EF4-FFF2-40B4-BE49-F238E27FC236}">
                  <a16:creationId xmlns:a16="http://schemas.microsoft.com/office/drawing/2014/main" id="{63688415-566A-3262-D0E5-51180096212A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69;p15">
              <a:extLst>
                <a:ext uri="{FF2B5EF4-FFF2-40B4-BE49-F238E27FC236}">
                  <a16:creationId xmlns:a16="http://schemas.microsoft.com/office/drawing/2014/main" id="{FF2520A7-908D-691E-693C-C8AAA105891F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0;p15">
              <a:extLst>
                <a:ext uri="{FF2B5EF4-FFF2-40B4-BE49-F238E27FC236}">
                  <a16:creationId xmlns:a16="http://schemas.microsoft.com/office/drawing/2014/main" id="{9EC66258-8C14-373F-3A3D-EF5CC77B03DF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;p15">
              <a:extLst>
                <a:ext uri="{FF2B5EF4-FFF2-40B4-BE49-F238E27FC236}">
                  <a16:creationId xmlns:a16="http://schemas.microsoft.com/office/drawing/2014/main" id="{45154A51-7DB5-16D3-6FD5-E333545F5C13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;p15">
              <a:extLst>
                <a:ext uri="{FF2B5EF4-FFF2-40B4-BE49-F238E27FC236}">
                  <a16:creationId xmlns:a16="http://schemas.microsoft.com/office/drawing/2014/main" id="{D8D2530F-FF77-38F5-A7A0-C2AAA1B25BF8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;p15">
              <a:extLst>
                <a:ext uri="{FF2B5EF4-FFF2-40B4-BE49-F238E27FC236}">
                  <a16:creationId xmlns:a16="http://schemas.microsoft.com/office/drawing/2014/main" id="{E1795CF5-76E4-AFD3-7EF3-E4F077BB4AF5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4;p15">
              <a:extLst>
                <a:ext uri="{FF2B5EF4-FFF2-40B4-BE49-F238E27FC236}">
                  <a16:creationId xmlns:a16="http://schemas.microsoft.com/office/drawing/2014/main" id="{05B81459-A11B-7625-F3FC-232A94B49E79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5;p15">
              <a:extLst>
                <a:ext uri="{FF2B5EF4-FFF2-40B4-BE49-F238E27FC236}">
                  <a16:creationId xmlns:a16="http://schemas.microsoft.com/office/drawing/2014/main" id="{80227B55-C2DB-4C04-CBF7-D8E42F9C0F30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6;p15">
              <a:extLst>
                <a:ext uri="{FF2B5EF4-FFF2-40B4-BE49-F238E27FC236}">
                  <a16:creationId xmlns:a16="http://schemas.microsoft.com/office/drawing/2014/main" id="{9D2C7214-30F2-0519-D64C-8A14A98B7EF1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7;p15">
              <a:extLst>
                <a:ext uri="{FF2B5EF4-FFF2-40B4-BE49-F238E27FC236}">
                  <a16:creationId xmlns:a16="http://schemas.microsoft.com/office/drawing/2014/main" id="{A5864A31-F9CF-BBEA-7C8B-8F68686D7420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8;p15">
              <a:extLst>
                <a:ext uri="{FF2B5EF4-FFF2-40B4-BE49-F238E27FC236}">
                  <a16:creationId xmlns:a16="http://schemas.microsoft.com/office/drawing/2014/main" id="{5E12E7D4-A9BF-F08C-9D2B-8879A4315F20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9;p15">
              <a:extLst>
                <a:ext uri="{FF2B5EF4-FFF2-40B4-BE49-F238E27FC236}">
                  <a16:creationId xmlns:a16="http://schemas.microsoft.com/office/drawing/2014/main" id="{E4ACF65B-C901-EAE7-CD18-8A4D9CC0B7B3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80;p15">
              <a:extLst>
                <a:ext uri="{FF2B5EF4-FFF2-40B4-BE49-F238E27FC236}">
                  <a16:creationId xmlns:a16="http://schemas.microsoft.com/office/drawing/2014/main" id="{A3473CAD-28CB-1B63-E8C6-8BE4FDA4EE51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81;p15">
              <a:extLst>
                <a:ext uri="{FF2B5EF4-FFF2-40B4-BE49-F238E27FC236}">
                  <a16:creationId xmlns:a16="http://schemas.microsoft.com/office/drawing/2014/main" id="{FBE5A637-A760-EFC9-B63B-D7017A4D31D1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82;p15">
              <a:extLst>
                <a:ext uri="{FF2B5EF4-FFF2-40B4-BE49-F238E27FC236}">
                  <a16:creationId xmlns:a16="http://schemas.microsoft.com/office/drawing/2014/main" id="{1E6EE7FD-CD30-909D-274B-91B70116A7F1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83;p15">
              <a:extLst>
                <a:ext uri="{FF2B5EF4-FFF2-40B4-BE49-F238E27FC236}">
                  <a16:creationId xmlns:a16="http://schemas.microsoft.com/office/drawing/2014/main" id="{A0E25CE6-9A09-2FC8-E49F-302B3940CE98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84;p15">
              <a:extLst>
                <a:ext uri="{FF2B5EF4-FFF2-40B4-BE49-F238E27FC236}">
                  <a16:creationId xmlns:a16="http://schemas.microsoft.com/office/drawing/2014/main" id="{03EE7552-FC62-CB68-7EC3-66293F16D349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85;p15">
              <a:extLst>
                <a:ext uri="{FF2B5EF4-FFF2-40B4-BE49-F238E27FC236}">
                  <a16:creationId xmlns:a16="http://schemas.microsoft.com/office/drawing/2014/main" id="{EC5DF360-AD97-C5C5-404D-FA7776F60E28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86;p15">
              <a:extLst>
                <a:ext uri="{FF2B5EF4-FFF2-40B4-BE49-F238E27FC236}">
                  <a16:creationId xmlns:a16="http://schemas.microsoft.com/office/drawing/2014/main" id="{B99FA46E-63B7-A12F-B222-96DC5CD8B171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87;p15">
              <a:extLst>
                <a:ext uri="{FF2B5EF4-FFF2-40B4-BE49-F238E27FC236}">
                  <a16:creationId xmlns:a16="http://schemas.microsoft.com/office/drawing/2014/main" id="{5F4F0C5C-6B0D-69E0-2BDD-C0DE5BFF9E8D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88;p15">
              <a:extLst>
                <a:ext uri="{FF2B5EF4-FFF2-40B4-BE49-F238E27FC236}">
                  <a16:creationId xmlns:a16="http://schemas.microsoft.com/office/drawing/2014/main" id="{A3BD92B2-65BE-DAAA-3D3D-8745B7EDAB7F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89;p15">
              <a:extLst>
                <a:ext uri="{FF2B5EF4-FFF2-40B4-BE49-F238E27FC236}">
                  <a16:creationId xmlns:a16="http://schemas.microsoft.com/office/drawing/2014/main" id="{9F7DC4C8-159E-C6B2-9BD9-59C31E08AF59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90;p15">
              <a:extLst>
                <a:ext uri="{FF2B5EF4-FFF2-40B4-BE49-F238E27FC236}">
                  <a16:creationId xmlns:a16="http://schemas.microsoft.com/office/drawing/2014/main" id="{360C4F4E-E65D-707C-C5EC-73DB132842B5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91;p15">
              <a:extLst>
                <a:ext uri="{FF2B5EF4-FFF2-40B4-BE49-F238E27FC236}">
                  <a16:creationId xmlns:a16="http://schemas.microsoft.com/office/drawing/2014/main" id="{0A2C350A-CEA3-A87F-D27E-82DE34A5D668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92;p15">
              <a:extLst>
                <a:ext uri="{FF2B5EF4-FFF2-40B4-BE49-F238E27FC236}">
                  <a16:creationId xmlns:a16="http://schemas.microsoft.com/office/drawing/2014/main" id="{A32299B2-EF90-4574-9525-EBB03591CE35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93;p15">
              <a:extLst>
                <a:ext uri="{FF2B5EF4-FFF2-40B4-BE49-F238E27FC236}">
                  <a16:creationId xmlns:a16="http://schemas.microsoft.com/office/drawing/2014/main" id="{DC9E677A-5D8C-67DE-A778-AE6C785BB9CF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94;p15">
              <a:extLst>
                <a:ext uri="{FF2B5EF4-FFF2-40B4-BE49-F238E27FC236}">
                  <a16:creationId xmlns:a16="http://schemas.microsoft.com/office/drawing/2014/main" id="{BF488AAC-9C25-1C9B-A350-13FC43762712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95;p15">
              <a:extLst>
                <a:ext uri="{FF2B5EF4-FFF2-40B4-BE49-F238E27FC236}">
                  <a16:creationId xmlns:a16="http://schemas.microsoft.com/office/drawing/2014/main" id="{51212AC2-FA74-F3E4-75C1-E789BB6A548A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96;p15">
              <a:extLst>
                <a:ext uri="{FF2B5EF4-FFF2-40B4-BE49-F238E27FC236}">
                  <a16:creationId xmlns:a16="http://schemas.microsoft.com/office/drawing/2014/main" id="{E704C7D4-1741-20FE-9F71-AE6E38CAA720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97;p15">
              <a:extLst>
                <a:ext uri="{FF2B5EF4-FFF2-40B4-BE49-F238E27FC236}">
                  <a16:creationId xmlns:a16="http://schemas.microsoft.com/office/drawing/2014/main" id="{05E71D1E-4122-480C-9A22-D6AE39EA40CC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98;p15">
              <a:extLst>
                <a:ext uri="{FF2B5EF4-FFF2-40B4-BE49-F238E27FC236}">
                  <a16:creationId xmlns:a16="http://schemas.microsoft.com/office/drawing/2014/main" id="{072DB4A9-3A50-EEF2-77CA-A7305D188E00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99;p15">
              <a:extLst>
                <a:ext uri="{FF2B5EF4-FFF2-40B4-BE49-F238E27FC236}">
                  <a16:creationId xmlns:a16="http://schemas.microsoft.com/office/drawing/2014/main" id="{C986B413-68A2-FE31-2E51-6C2CAD116891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00;p15">
              <a:extLst>
                <a:ext uri="{FF2B5EF4-FFF2-40B4-BE49-F238E27FC236}">
                  <a16:creationId xmlns:a16="http://schemas.microsoft.com/office/drawing/2014/main" id="{DF4EFAF5-BDBE-B5C5-0CB4-55667BAE20D7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01;p15">
              <a:extLst>
                <a:ext uri="{FF2B5EF4-FFF2-40B4-BE49-F238E27FC236}">
                  <a16:creationId xmlns:a16="http://schemas.microsoft.com/office/drawing/2014/main" id="{6A445B96-6FEF-80F3-77A5-23ABC901FEF0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02;p15">
              <a:extLst>
                <a:ext uri="{FF2B5EF4-FFF2-40B4-BE49-F238E27FC236}">
                  <a16:creationId xmlns:a16="http://schemas.microsoft.com/office/drawing/2014/main" id="{C54A9ACC-5E77-D09E-A1EB-D93796F3E8DC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03;p15">
              <a:extLst>
                <a:ext uri="{FF2B5EF4-FFF2-40B4-BE49-F238E27FC236}">
                  <a16:creationId xmlns:a16="http://schemas.microsoft.com/office/drawing/2014/main" id="{198A276D-BAFB-1440-92D8-71FE3668AE54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04;p15">
              <a:extLst>
                <a:ext uri="{FF2B5EF4-FFF2-40B4-BE49-F238E27FC236}">
                  <a16:creationId xmlns:a16="http://schemas.microsoft.com/office/drawing/2014/main" id="{53B02DE8-DE4B-03C7-5813-4080B2298BC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05;p15">
              <a:extLst>
                <a:ext uri="{FF2B5EF4-FFF2-40B4-BE49-F238E27FC236}">
                  <a16:creationId xmlns:a16="http://schemas.microsoft.com/office/drawing/2014/main" id="{1426808D-CE45-13A5-7A6C-4E3FFAA67BAC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06;p15">
              <a:extLst>
                <a:ext uri="{FF2B5EF4-FFF2-40B4-BE49-F238E27FC236}">
                  <a16:creationId xmlns:a16="http://schemas.microsoft.com/office/drawing/2014/main" id="{C994F03D-60EF-3E72-4AE0-FB313B7D4DE1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07;p15">
              <a:extLst>
                <a:ext uri="{FF2B5EF4-FFF2-40B4-BE49-F238E27FC236}">
                  <a16:creationId xmlns:a16="http://schemas.microsoft.com/office/drawing/2014/main" id="{5EB59226-6FF2-73F5-8D0D-1861A47EA396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08;p15">
              <a:extLst>
                <a:ext uri="{FF2B5EF4-FFF2-40B4-BE49-F238E27FC236}">
                  <a16:creationId xmlns:a16="http://schemas.microsoft.com/office/drawing/2014/main" id="{0C93843A-7DA4-D17F-9765-96C9379122EC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09;p15">
              <a:extLst>
                <a:ext uri="{FF2B5EF4-FFF2-40B4-BE49-F238E27FC236}">
                  <a16:creationId xmlns:a16="http://schemas.microsoft.com/office/drawing/2014/main" id="{027F9E15-DD00-5C0D-822B-F67995FE7510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10;p15">
              <a:extLst>
                <a:ext uri="{FF2B5EF4-FFF2-40B4-BE49-F238E27FC236}">
                  <a16:creationId xmlns:a16="http://schemas.microsoft.com/office/drawing/2014/main" id="{D9CBD432-2D36-E680-F807-5B6CC127E6AD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11;p15">
              <a:extLst>
                <a:ext uri="{FF2B5EF4-FFF2-40B4-BE49-F238E27FC236}">
                  <a16:creationId xmlns:a16="http://schemas.microsoft.com/office/drawing/2014/main" id="{BF3DFE54-CFEE-DA42-32BE-1CE0C65F9EAC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12;p15">
              <a:extLst>
                <a:ext uri="{FF2B5EF4-FFF2-40B4-BE49-F238E27FC236}">
                  <a16:creationId xmlns:a16="http://schemas.microsoft.com/office/drawing/2014/main" id="{E2263136-C14F-11C8-C212-86D172313811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13;p15">
              <a:extLst>
                <a:ext uri="{FF2B5EF4-FFF2-40B4-BE49-F238E27FC236}">
                  <a16:creationId xmlns:a16="http://schemas.microsoft.com/office/drawing/2014/main" id="{3D3BB0D5-C95C-DFDE-B5C3-AFC96B4204DF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14;p15">
              <a:extLst>
                <a:ext uri="{FF2B5EF4-FFF2-40B4-BE49-F238E27FC236}">
                  <a16:creationId xmlns:a16="http://schemas.microsoft.com/office/drawing/2014/main" id="{0D0FEDD1-CCC7-1A4C-DDE1-FA9A7C65A1D3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15;p15">
              <a:extLst>
                <a:ext uri="{FF2B5EF4-FFF2-40B4-BE49-F238E27FC236}">
                  <a16:creationId xmlns:a16="http://schemas.microsoft.com/office/drawing/2014/main" id="{3164DD9E-09C7-311E-F270-356EF2F2E69B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16;p15">
              <a:extLst>
                <a:ext uri="{FF2B5EF4-FFF2-40B4-BE49-F238E27FC236}">
                  <a16:creationId xmlns:a16="http://schemas.microsoft.com/office/drawing/2014/main" id="{FB7CA92A-8043-3C34-275B-E1B42C387D92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17;p15">
              <a:extLst>
                <a:ext uri="{FF2B5EF4-FFF2-40B4-BE49-F238E27FC236}">
                  <a16:creationId xmlns:a16="http://schemas.microsoft.com/office/drawing/2014/main" id="{E9906A96-A5E0-EA6A-3087-9C5FA51DD339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18;p15">
              <a:extLst>
                <a:ext uri="{FF2B5EF4-FFF2-40B4-BE49-F238E27FC236}">
                  <a16:creationId xmlns:a16="http://schemas.microsoft.com/office/drawing/2014/main" id="{C42F9380-DAF2-F221-1E32-019A867F548A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19;p15">
              <a:extLst>
                <a:ext uri="{FF2B5EF4-FFF2-40B4-BE49-F238E27FC236}">
                  <a16:creationId xmlns:a16="http://schemas.microsoft.com/office/drawing/2014/main" id="{4AFA4A44-6CD8-3B4C-CD48-46A1AA37AE06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20;p15">
              <a:extLst>
                <a:ext uri="{FF2B5EF4-FFF2-40B4-BE49-F238E27FC236}">
                  <a16:creationId xmlns:a16="http://schemas.microsoft.com/office/drawing/2014/main" id="{7F85ECB0-35E8-000E-1C0E-A10D013EB8C2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21;p15">
              <a:extLst>
                <a:ext uri="{FF2B5EF4-FFF2-40B4-BE49-F238E27FC236}">
                  <a16:creationId xmlns:a16="http://schemas.microsoft.com/office/drawing/2014/main" id="{D6BC26ED-731E-D247-1463-B092AEDD5DA1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22;p15">
              <a:extLst>
                <a:ext uri="{FF2B5EF4-FFF2-40B4-BE49-F238E27FC236}">
                  <a16:creationId xmlns:a16="http://schemas.microsoft.com/office/drawing/2014/main" id="{279085FF-511A-2B8F-79F3-91ACFFC06604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23;p15">
              <a:extLst>
                <a:ext uri="{FF2B5EF4-FFF2-40B4-BE49-F238E27FC236}">
                  <a16:creationId xmlns:a16="http://schemas.microsoft.com/office/drawing/2014/main" id="{E77723E0-E38F-A62B-8B2A-D3A65D4FEC55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24;p15">
              <a:extLst>
                <a:ext uri="{FF2B5EF4-FFF2-40B4-BE49-F238E27FC236}">
                  <a16:creationId xmlns:a16="http://schemas.microsoft.com/office/drawing/2014/main" id="{33249E73-83BA-FD62-2CEA-0BA7BCB253C6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125;p15">
              <a:extLst>
                <a:ext uri="{FF2B5EF4-FFF2-40B4-BE49-F238E27FC236}">
                  <a16:creationId xmlns:a16="http://schemas.microsoft.com/office/drawing/2014/main" id="{503A8504-3F9D-3712-B6D3-3204B081D73B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126;p15">
              <a:extLst>
                <a:ext uri="{FF2B5EF4-FFF2-40B4-BE49-F238E27FC236}">
                  <a16:creationId xmlns:a16="http://schemas.microsoft.com/office/drawing/2014/main" id="{502B94DE-1FC0-F8BD-8049-CF3EAB1E7A0B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127;p15">
              <a:extLst>
                <a:ext uri="{FF2B5EF4-FFF2-40B4-BE49-F238E27FC236}">
                  <a16:creationId xmlns:a16="http://schemas.microsoft.com/office/drawing/2014/main" id="{A91117DE-5A53-EC39-A121-AA81FC8BECC3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128;p15">
              <a:extLst>
                <a:ext uri="{FF2B5EF4-FFF2-40B4-BE49-F238E27FC236}">
                  <a16:creationId xmlns:a16="http://schemas.microsoft.com/office/drawing/2014/main" id="{57F3AF31-8AD1-F351-FF21-0F9205520389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129;p15">
              <a:extLst>
                <a:ext uri="{FF2B5EF4-FFF2-40B4-BE49-F238E27FC236}">
                  <a16:creationId xmlns:a16="http://schemas.microsoft.com/office/drawing/2014/main" id="{04743719-4264-F440-082A-165B85A96F75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130;p15">
              <a:extLst>
                <a:ext uri="{FF2B5EF4-FFF2-40B4-BE49-F238E27FC236}">
                  <a16:creationId xmlns:a16="http://schemas.microsoft.com/office/drawing/2014/main" id="{FA35654B-E5C9-ACC7-8E37-E30487A69286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131;p15">
              <a:extLst>
                <a:ext uri="{FF2B5EF4-FFF2-40B4-BE49-F238E27FC236}">
                  <a16:creationId xmlns:a16="http://schemas.microsoft.com/office/drawing/2014/main" id="{C41AC56D-18AE-F085-C646-E7C1B18F4BA3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132;p15">
              <a:extLst>
                <a:ext uri="{FF2B5EF4-FFF2-40B4-BE49-F238E27FC236}">
                  <a16:creationId xmlns:a16="http://schemas.microsoft.com/office/drawing/2014/main" id="{BA33D26B-B103-06D2-A509-E045E2BC02B7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133;p15">
              <a:extLst>
                <a:ext uri="{FF2B5EF4-FFF2-40B4-BE49-F238E27FC236}">
                  <a16:creationId xmlns:a16="http://schemas.microsoft.com/office/drawing/2014/main" id="{7D9040CE-A7CB-B749-CCE7-9E766834907B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2125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>
          <a:extLst>
            <a:ext uri="{FF2B5EF4-FFF2-40B4-BE49-F238E27FC236}">
              <a16:creationId xmlns:a16="http://schemas.microsoft.com/office/drawing/2014/main" id="{DB1B9FC2-7D66-AE39-56D5-9D470D9A7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>
            <a:extLst>
              <a:ext uri="{FF2B5EF4-FFF2-40B4-BE49-F238E27FC236}">
                <a16:creationId xmlns:a16="http://schemas.microsoft.com/office/drawing/2014/main" id="{007C975A-053C-0419-3C72-1CBC552E2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it-IT" dirty="0"/>
              <a:t>Malware Sample </a:t>
            </a:r>
            <a:r>
              <a:rPr lang="it-IT" dirty="0" err="1"/>
              <a:t>Collector</a:t>
            </a:r>
            <a:endParaRPr dirty="0"/>
          </a:p>
        </p:txBody>
      </p:sp>
      <p:grpSp>
        <p:nvGrpSpPr>
          <p:cNvPr id="235" name="Google Shape;235;p18">
            <a:extLst>
              <a:ext uri="{FF2B5EF4-FFF2-40B4-BE49-F238E27FC236}">
                <a16:creationId xmlns:a16="http://schemas.microsoft.com/office/drawing/2014/main" id="{58CDF21C-E6F9-B802-7924-0C9571DD0458}"/>
              </a:ext>
            </a:extLst>
          </p:cNvPr>
          <p:cNvGrpSpPr/>
          <p:nvPr/>
        </p:nvGrpSpPr>
        <p:grpSpPr>
          <a:xfrm>
            <a:off x="7272425" y="3265621"/>
            <a:ext cx="1265700" cy="881674"/>
            <a:chOff x="3383892" y="2957248"/>
            <a:chExt cx="1265700" cy="881674"/>
          </a:xfrm>
        </p:grpSpPr>
        <p:sp>
          <p:nvSpPr>
            <p:cNvPr id="236" name="Google Shape;236;p18">
              <a:extLst>
                <a:ext uri="{FF2B5EF4-FFF2-40B4-BE49-F238E27FC236}">
                  <a16:creationId xmlns:a16="http://schemas.microsoft.com/office/drawing/2014/main" id="{9D4BDB05-E6C3-237E-B26C-5F2E6B400486}"/>
                </a:ext>
              </a:extLst>
            </p:cNvPr>
            <p:cNvSpPr txBox="1"/>
            <p:nvPr/>
          </p:nvSpPr>
          <p:spPr>
            <a:xfrm>
              <a:off x="3383892" y="295724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4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User Upload</a:t>
              </a:r>
              <a:endParaRPr dirty="0">
                <a:solidFill>
                  <a:schemeClr val="accent4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37" name="Google Shape;237;p18">
              <a:extLst>
                <a:ext uri="{FF2B5EF4-FFF2-40B4-BE49-F238E27FC236}">
                  <a16:creationId xmlns:a16="http://schemas.microsoft.com/office/drawing/2014/main" id="{269D5C1F-725F-C0BD-F2E1-4845182BBE87}"/>
                </a:ext>
              </a:extLst>
            </p:cNvPr>
            <p:cNvSpPr txBox="1"/>
            <p:nvPr/>
          </p:nvSpPr>
          <p:spPr>
            <a:xfrm>
              <a:off x="3383892" y="3304022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5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A simple User Interaction Portal.</a:t>
              </a:r>
              <a:endParaRPr sz="105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38" name="Google Shape;238;p18">
            <a:extLst>
              <a:ext uri="{FF2B5EF4-FFF2-40B4-BE49-F238E27FC236}">
                <a16:creationId xmlns:a16="http://schemas.microsoft.com/office/drawing/2014/main" id="{C2189038-3D47-CCDC-75B2-D23E053B002D}"/>
              </a:ext>
            </a:extLst>
          </p:cNvPr>
          <p:cNvGrpSpPr/>
          <p:nvPr/>
        </p:nvGrpSpPr>
        <p:grpSpPr>
          <a:xfrm>
            <a:off x="677475" y="3262048"/>
            <a:ext cx="1271888" cy="1120071"/>
            <a:chOff x="862288" y="2957250"/>
            <a:chExt cx="1271888" cy="1120071"/>
          </a:xfrm>
        </p:grpSpPr>
        <p:sp>
          <p:nvSpPr>
            <p:cNvPr id="239" name="Google Shape;239;p18">
              <a:extLst>
                <a:ext uri="{FF2B5EF4-FFF2-40B4-BE49-F238E27FC236}">
                  <a16:creationId xmlns:a16="http://schemas.microsoft.com/office/drawing/2014/main" id="{6047E858-FC8F-71AE-A86A-3B3F7EEF182F}"/>
                </a:ext>
              </a:extLst>
            </p:cNvPr>
            <p:cNvSpPr txBox="1"/>
            <p:nvPr/>
          </p:nvSpPr>
          <p:spPr>
            <a:xfrm>
              <a:off x="868476" y="2957250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2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VirusShare</a:t>
              </a:r>
              <a:endParaRPr dirty="0">
                <a:solidFill>
                  <a:schemeClr val="accent2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0" name="Google Shape;240;p18">
              <a:extLst>
                <a:ext uri="{FF2B5EF4-FFF2-40B4-BE49-F238E27FC236}">
                  <a16:creationId xmlns:a16="http://schemas.microsoft.com/office/drawing/2014/main" id="{2E1A8922-3451-8E09-2AED-475482F1C57A}"/>
                </a:ext>
              </a:extLst>
            </p:cNvPr>
            <p:cNvSpPr txBox="1"/>
            <p:nvPr/>
          </p:nvSpPr>
          <p:spPr>
            <a:xfrm>
              <a:off x="862288" y="3542421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050" dirty="0">
                  <a:latin typeface="Fira Sans" panose="020B0503050000020004" pitchFamily="34" charset="0"/>
                </a:rPr>
                <a:t>Offers a large repository of real-world malware samples for research and analysis.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1" name="Google Shape;241;p18">
            <a:extLst>
              <a:ext uri="{FF2B5EF4-FFF2-40B4-BE49-F238E27FC236}">
                <a16:creationId xmlns:a16="http://schemas.microsoft.com/office/drawing/2014/main" id="{9A68AD47-C292-99A9-E9E7-8D5E16F46693}"/>
              </a:ext>
            </a:extLst>
          </p:cNvPr>
          <p:cNvGrpSpPr/>
          <p:nvPr/>
        </p:nvGrpSpPr>
        <p:grpSpPr>
          <a:xfrm>
            <a:off x="677475" y="1594368"/>
            <a:ext cx="1271888" cy="1219857"/>
            <a:chOff x="2125423" y="1746767"/>
            <a:chExt cx="1271888" cy="1219857"/>
          </a:xfrm>
        </p:grpSpPr>
        <p:sp>
          <p:nvSpPr>
            <p:cNvPr id="242" name="Google Shape;242;p18">
              <a:extLst>
                <a:ext uri="{FF2B5EF4-FFF2-40B4-BE49-F238E27FC236}">
                  <a16:creationId xmlns:a16="http://schemas.microsoft.com/office/drawing/2014/main" id="{42316961-9CE4-D86F-7C7E-24565C309FE7}"/>
                </a:ext>
              </a:extLst>
            </p:cNvPr>
            <p:cNvSpPr txBox="1"/>
            <p:nvPr/>
          </p:nvSpPr>
          <p:spPr>
            <a:xfrm>
              <a:off x="2131611" y="1746767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3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VirusTotal</a:t>
              </a:r>
              <a:endParaRPr dirty="0">
                <a:solidFill>
                  <a:schemeClr val="accent3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3" name="Google Shape;243;p18">
              <a:extLst>
                <a:ext uri="{FF2B5EF4-FFF2-40B4-BE49-F238E27FC236}">
                  <a16:creationId xmlns:a16="http://schemas.microsoft.com/office/drawing/2014/main" id="{88A05770-2EF0-CA28-0683-1889B676C509}"/>
                </a:ext>
              </a:extLst>
            </p:cNvPr>
            <p:cNvSpPr txBox="1"/>
            <p:nvPr/>
          </p:nvSpPr>
          <p:spPr>
            <a:xfrm>
              <a:off x="2125423" y="2431724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/>
              <a:r>
                <a:rPr lang="en-US" sz="1050" dirty="0">
                  <a:latin typeface="Fira Sans" panose="020B0503050000020004" pitchFamily="34" charset="0"/>
                </a:rPr>
                <a:t>Provides multi-engine malware scanning and signature matching to verify suspicious files.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44" name="Google Shape;244;p18">
            <a:extLst>
              <a:ext uri="{FF2B5EF4-FFF2-40B4-BE49-F238E27FC236}">
                <a16:creationId xmlns:a16="http://schemas.microsoft.com/office/drawing/2014/main" id="{505EB090-4F2C-DA1B-DDF5-708A5D9FB6E6}"/>
              </a:ext>
            </a:extLst>
          </p:cNvPr>
          <p:cNvGrpSpPr/>
          <p:nvPr/>
        </p:nvGrpSpPr>
        <p:grpSpPr>
          <a:xfrm>
            <a:off x="7194637" y="1594368"/>
            <a:ext cx="1279434" cy="1269759"/>
            <a:chOff x="4645317" y="1746768"/>
            <a:chExt cx="1279434" cy="1269759"/>
          </a:xfrm>
        </p:grpSpPr>
        <p:sp>
          <p:nvSpPr>
            <p:cNvPr id="245" name="Google Shape;245;p18">
              <a:extLst>
                <a:ext uri="{FF2B5EF4-FFF2-40B4-BE49-F238E27FC236}">
                  <a16:creationId xmlns:a16="http://schemas.microsoft.com/office/drawing/2014/main" id="{43ACF271-3FCC-9DE2-E173-C280CAAE2350}"/>
                </a:ext>
              </a:extLst>
            </p:cNvPr>
            <p:cNvSpPr txBox="1"/>
            <p:nvPr/>
          </p:nvSpPr>
          <p:spPr>
            <a:xfrm>
              <a:off x="4645317" y="1746768"/>
              <a:ext cx="1265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accent5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Malware Bazaar</a:t>
              </a:r>
              <a:endParaRPr dirty="0">
                <a:solidFill>
                  <a:schemeClr val="accent5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246" name="Google Shape;246;p18">
              <a:extLst>
                <a:ext uri="{FF2B5EF4-FFF2-40B4-BE49-F238E27FC236}">
                  <a16:creationId xmlns:a16="http://schemas.microsoft.com/office/drawing/2014/main" id="{048E586F-554D-AC95-3AF9-729F92282789}"/>
                </a:ext>
              </a:extLst>
            </p:cNvPr>
            <p:cNvSpPr txBox="1"/>
            <p:nvPr/>
          </p:nvSpPr>
          <p:spPr>
            <a:xfrm>
              <a:off x="4659051" y="2481627"/>
              <a:ext cx="12657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r"/>
              <a:r>
                <a:rPr lang="en-US" sz="1050" dirty="0">
                  <a:latin typeface="Fira Sans" panose="020B0503050000020004" pitchFamily="34" charset="0"/>
                </a:rPr>
                <a:t>Distributes verified malware samples with metadata and threat intelligence tags.</a:t>
              </a:r>
              <a:endParaRPr sz="1050" dirty="0">
                <a:solidFill>
                  <a:schemeClr val="dk1"/>
                </a:solidFill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47" name="Google Shape;247;p18">
            <a:extLst>
              <a:ext uri="{FF2B5EF4-FFF2-40B4-BE49-F238E27FC236}">
                <a16:creationId xmlns:a16="http://schemas.microsoft.com/office/drawing/2014/main" id="{A37751F8-7AF4-E346-31B1-2FF935EE8FE8}"/>
              </a:ext>
            </a:extLst>
          </p:cNvPr>
          <p:cNvSpPr/>
          <p:nvPr/>
        </p:nvSpPr>
        <p:spPr>
          <a:xfrm>
            <a:off x="3129013" y="3310100"/>
            <a:ext cx="103900" cy="121475"/>
          </a:xfrm>
          <a:custGeom>
            <a:avLst/>
            <a:gdLst/>
            <a:ahLst/>
            <a:cxnLst/>
            <a:rect l="l" t="t" r="r" b="b"/>
            <a:pathLst>
              <a:path w="4156" h="4859" extrusionOk="0">
                <a:moveTo>
                  <a:pt x="2084" y="1"/>
                </a:moveTo>
                <a:lnTo>
                  <a:pt x="1310" y="1548"/>
                </a:lnTo>
                <a:lnTo>
                  <a:pt x="0" y="2429"/>
                </a:lnTo>
                <a:lnTo>
                  <a:pt x="1310" y="3311"/>
                </a:lnTo>
                <a:lnTo>
                  <a:pt x="2084" y="4858"/>
                </a:lnTo>
                <a:lnTo>
                  <a:pt x="2846" y="3311"/>
                </a:lnTo>
                <a:lnTo>
                  <a:pt x="4156" y="2429"/>
                </a:lnTo>
                <a:lnTo>
                  <a:pt x="2846" y="1548"/>
                </a:lnTo>
                <a:lnTo>
                  <a:pt x="208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>
            <a:extLst>
              <a:ext uri="{FF2B5EF4-FFF2-40B4-BE49-F238E27FC236}">
                <a16:creationId xmlns:a16="http://schemas.microsoft.com/office/drawing/2014/main" id="{9BFE2DCC-C368-621B-6D3E-332B121AC1A8}"/>
              </a:ext>
            </a:extLst>
          </p:cNvPr>
          <p:cNvSpPr/>
          <p:nvPr/>
        </p:nvSpPr>
        <p:spPr>
          <a:xfrm>
            <a:off x="3033763" y="3013350"/>
            <a:ext cx="55675" cy="65200"/>
          </a:xfrm>
          <a:custGeom>
            <a:avLst/>
            <a:gdLst/>
            <a:ahLst/>
            <a:cxnLst/>
            <a:rect l="l" t="t" r="r" b="b"/>
            <a:pathLst>
              <a:path w="2227" h="2608" extrusionOk="0">
                <a:moveTo>
                  <a:pt x="1108" y="0"/>
                </a:moveTo>
                <a:lnTo>
                  <a:pt x="715" y="834"/>
                </a:lnTo>
                <a:lnTo>
                  <a:pt x="0" y="1298"/>
                </a:lnTo>
                <a:lnTo>
                  <a:pt x="715" y="1774"/>
                </a:lnTo>
                <a:lnTo>
                  <a:pt x="1108" y="2608"/>
                </a:lnTo>
                <a:lnTo>
                  <a:pt x="1524" y="1774"/>
                </a:lnTo>
                <a:lnTo>
                  <a:pt x="2227" y="1298"/>
                </a:lnTo>
                <a:lnTo>
                  <a:pt x="1524" y="834"/>
                </a:lnTo>
                <a:lnTo>
                  <a:pt x="110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>
            <a:extLst>
              <a:ext uri="{FF2B5EF4-FFF2-40B4-BE49-F238E27FC236}">
                <a16:creationId xmlns:a16="http://schemas.microsoft.com/office/drawing/2014/main" id="{6E9E5271-AC96-3BC5-0731-705315ED7C9E}"/>
              </a:ext>
            </a:extLst>
          </p:cNvPr>
          <p:cNvSpPr/>
          <p:nvPr/>
        </p:nvSpPr>
        <p:spPr>
          <a:xfrm>
            <a:off x="3152813" y="2461775"/>
            <a:ext cx="56300" cy="65525"/>
          </a:xfrm>
          <a:custGeom>
            <a:avLst/>
            <a:gdLst/>
            <a:ahLst/>
            <a:cxnLst/>
            <a:rect l="l" t="t" r="r" b="b"/>
            <a:pathLst>
              <a:path w="2252" h="2621" extrusionOk="0">
                <a:moveTo>
                  <a:pt x="1132" y="1"/>
                </a:moveTo>
                <a:lnTo>
                  <a:pt x="715" y="834"/>
                </a:lnTo>
                <a:lnTo>
                  <a:pt x="1" y="1311"/>
                </a:lnTo>
                <a:lnTo>
                  <a:pt x="715" y="1787"/>
                </a:lnTo>
                <a:lnTo>
                  <a:pt x="1132" y="2620"/>
                </a:lnTo>
                <a:lnTo>
                  <a:pt x="1537" y="1787"/>
                </a:lnTo>
                <a:lnTo>
                  <a:pt x="2251" y="1311"/>
                </a:lnTo>
                <a:lnTo>
                  <a:pt x="1537" y="834"/>
                </a:lnTo>
                <a:lnTo>
                  <a:pt x="113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" name="Google Shape;250;p18">
            <a:extLst>
              <a:ext uri="{FF2B5EF4-FFF2-40B4-BE49-F238E27FC236}">
                <a16:creationId xmlns:a16="http://schemas.microsoft.com/office/drawing/2014/main" id="{455A04ED-8DE3-C397-223D-53A8073A1F62}"/>
              </a:ext>
            </a:extLst>
          </p:cNvPr>
          <p:cNvCxnSpPr/>
          <p:nvPr/>
        </p:nvCxnSpPr>
        <p:spPr>
          <a:xfrm>
            <a:off x="2039225" y="1801725"/>
            <a:ext cx="1577400" cy="8148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1" name="Google Shape;251;p18">
            <a:extLst>
              <a:ext uri="{FF2B5EF4-FFF2-40B4-BE49-F238E27FC236}">
                <a16:creationId xmlns:a16="http://schemas.microsoft.com/office/drawing/2014/main" id="{CE743FC8-1565-3487-CF52-7037C1B34E02}"/>
              </a:ext>
            </a:extLst>
          </p:cNvPr>
          <p:cNvCxnSpPr/>
          <p:nvPr/>
        </p:nvCxnSpPr>
        <p:spPr>
          <a:xfrm rot="10800000" flipH="1">
            <a:off x="1770075" y="2975375"/>
            <a:ext cx="1271100" cy="4935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2" name="Google Shape;252;p18">
            <a:extLst>
              <a:ext uri="{FF2B5EF4-FFF2-40B4-BE49-F238E27FC236}">
                <a16:creationId xmlns:a16="http://schemas.microsoft.com/office/drawing/2014/main" id="{0206D8C1-A6DE-1327-3CEE-6B1B7E10D0A8}"/>
              </a:ext>
            </a:extLst>
          </p:cNvPr>
          <p:cNvCxnSpPr/>
          <p:nvPr/>
        </p:nvCxnSpPr>
        <p:spPr>
          <a:xfrm flipH="1">
            <a:off x="5792275" y="1801725"/>
            <a:ext cx="1741800" cy="9270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253" name="Google Shape;253;p18">
            <a:extLst>
              <a:ext uri="{FF2B5EF4-FFF2-40B4-BE49-F238E27FC236}">
                <a16:creationId xmlns:a16="http://schemas.microsoft.com/office/drawing/2014/main" id="{B93BC8DB-BE1E-F1AD-0FAB-6FE5E1A60E47}"/>
              </a:ext>
            </a:extLst>
          </p:cNvPr>
          <p:cNvCxnSpPr/>
          <p:nvPr/>
        </p:nvCxnSpPr>
        <p:spPr>
          <a:xfrm rot="10800000">
            <a:off x="5956625" y="3132575"/>
            <a:ext cx="1315800" cy="3363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oval" w="med" len="med"/>
            <a:tailEnd type="none" w="med" len="med"/>
          </a:ln>
        </p:spPr>
      </p:cxnSp>
      <p:grpSp>
        <p:nvGrpSpPr>
          <p:cNvPr id="254" name="Google Shape;254;p18">
            <a:extLst>
              <a:ext uri="{FF2B5EF4-FFF2-40B4-BE49-F238E27FC236}">
                <a16:creationId xmlns:a16="http://schemas.microsoft.com/office/drawing/2014/main" id="{D0E80C2E-C399-5202-992E-52606B229E8C}"/>
              </a:ext>
            </a:extLst>
          </p:cNvPr>
          <p:cNvGrpSpPr/>
          <p:nvPr/>
        </p:nvGrpSpPr>
        <p:grpSpPr>
          <a:xfrm>
            <a:off x="3304221" y="2003663"/>
            <a:ext cx="2805991" cy="2091408"/>
            <a:chOff x="3304221" y="2003663"/>
            <a:chExt cx="2805991" cy="2091408"/>
          </a:xfrm>
        </p:grpSpPr>
        <p:sp>
          <p:nvSpPr>
            <p:cNvPr id="255" name="Google Shape;255;p18">
              <a:extLst>
                <a:ext uri="{FF2B5EF4-FFF2-40B4-BE49-F238E27FC236}">
                  <a16:creationId xmlns:a16="http://schemas.microsoft.com/office/drawing/2014/main" id="{D5530B4E-2740-72E8-73BE-C52C37380414}"/>
                </a:ext>
              </a:extLst>
            </p:cNvPr>
            <p:cNvSpPr/>
            <p:nvPr/>
          </p:nvSpPr>
          <p:spPr>
            <a:xfrm>
              <a:off x="3688313" y="2913925"/>
              <a:ext cx="37225" cy="37225"/>
            </a:xfrm>
            <a:custGeom>
              <a:avLst/>
              <a:gdLst/>
              <a:ahLst/>
              <a:cxnLst/>
              <a:rect l="l" t="t" r="r" b="b"/>
              <a:pathLst>
                <a:path w="1489" h="1489" extrusionOk="0">
                  <a:moveTo>
                    <a:pt x="750" y="0"/>
                  </a:moveTo>
                  <a:cubicBezTo>
                    <a:pt x="334" y="0"/>
                    <a:pt x="0" y="334"/>
                    <a:pt x="0" y="739"/>
                  </a:cubicBezTo>
                  <a:cubicBezTo>
                    <a:pt x="0" y="1155"/>
                    <a:pt x="334" y="1489"/>
                    <a:pt x="750" y="1489"/>
                  </a:cubicBezTo>
                  <a:cubicBezTo>
                    <a:pt x="1155" y="1489"/>
                    <a:pt x="1489" y="1155"/>
                    <a:pt x="1489" y="739"/>
                  </a:cubicBezTo>
                  <a:cubicBezTo>
                    <a:pt x="1489" y="334"/>
                    <a:pt x="1155" y="0"/>
                    <a:pt x="750" y="0"/>
                  </a:cubicBezTo>
                  <a:close/>
                </a:path>
              </a:pathLst>
            </a:custGeom>
            <a:solidFill>
              <a:srgbClr val="2D4C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8">
              <a:extLst>
                <a:ext uri="{FF2B5EF4-FFF2-40B4-BE49-F238E27FC236}">
                  <a16:creationId xmlns:a16="http://schemas.microsoft.com/office/drawing/2014/main" id="{FA7D698A-854B-6EB4-995D-C887CA0A9E06}"/>
                </a:ext>
              </a:extLst>
            </p:cNvPr>
            <p:cNvSpPr/>
            <p:nvPr/>
          </p:nvSpPr>
          <p:spPr>
            <a:xfrm>
              <a:off x="3831638" y="2556150"/>
              <a:ext cx="1636525" cy="1104325"/>
            </a:xfrm>
            <a:custGeom>
              <a:avLst/>
              <a:gdLst/>
              <a:ahLst/>
              <a:cxnLst/>
              <a:rect l="l" t="t" r="r" b="b"/>
              <a:pathLst>
                <a:path w="65461" h="44173" extrusionOk="0">
                  <a:moveTo>
                    <a:pt x="441" y="0"/>
                  </a:moveTo>
                  <a:cubicBezTo>
                    <a:pt x="203" y="0"/>
                    <a:pt x="0" y="191"/>
                    <a:pt x="0" y="429"/>
                  </a:cubicBezTo>
                  <a:lnTo>
                    <a:pt x="0" y="43732"/>
                  </a:lnTo>
                  <a:cubicBezTo>
                    <a:pt x="0" y="43970"/>
                    <a:pt x="203" y="44172"/>
                    <a:pt x="441" y="44172"/>
                  </a:cubicBezTo>
                  <a:lnTo>
                    <a:pt x="65032" y="44172"/>
                  </a:lnTo>
                  <a:cubicBezTo>
                    <a:pt x="65270" y="44172"/>
                    <a:pt x="65461" y="43970"/>
                    <a:pt x="65461" y="43732"/>
                  </a:cubicBezTo>
                  <a:lnTo>
                    <a:pt x="65461" y="429"/>
                  </a:lnTo>
                  <a:cubicBezTo>
                    <a:pt x="65461" y="191"/>
                    <a:pt x="65259" y="0"/>
                    <a:pt x="650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8">
              <a:extLst>
                <a:ext uri="{FF2B5EF4-FFF2-40B4-BE49-F238E27FC236}">
                  <a16:creationId xmlns:a16="http://schemas.microsoft.com/office/drawing/2014/main" id="{7DDD4F8F-9CF7-E721-402B-E1DFFF095124}"/>
                </a:ext>
              </a:extLst>
            </p:cNvPr>
            <p:cNvSpPr/>
            <p:nvPr/>
          </p:nvSpPr>
          <p:spPr>
            <a:xfrm>
              <a:off x="3899513" y="2622225"/>
              <a:ext cx="1500800" cy="972175"/>
            </a:xfrm>
            <a:custGeom>
              <a:avLst/>
              <a:gdLst/>
              <a:ahLst/>
              <a:cxnLst/>
              <a:rect l="l" t="t" r="r" b="b"/>
              <a:pathLst>
                <a:path w="60032" h="38887" extrusionOk="0">
                  <a:moveTo>
                    <a:pt x="405" y="0"/>
                  </a:moveTo>
                  <a:cubicBezTo>
                    <a:pt x="179" y="0"/>
                    <a:pt x="0" y="179"/>
                    <a:pt x="0" y="405"/>
                  </a:cubicBezTo>
                  <a:lnTo>
                    <a:pt x="0" y="38493"/>
                  </a:lnTo>
                  <a:cubicBezTo>
                    <a:pt x="0" y="38707"/>
                    <a:pt x="179" y="38886"/>
                    <a:pt x="405" y="38886"/>
                  </a:cubicBezTo>
                  <a:lnTo>
                    <a:pt x="59638" y="38886"/>
                  </a:lnTo>
                  <a:cubicBezTo>
                    <a:pt x="59853" y="38886"/>
                    <a:pt x="60031" y="38707"/>
                    <a:pt x="60031" y="38493"/>
                  </a:cubicBezTo>
                  <a:lnTo>
                    <a:pt x="60031" y="405"/>
                  </a:lnTo>
                  <a:cubicBezTo>
                    <a:pt x="60031" y="179"/>
                    <a:pt x="59853" y="0"/>
                    <a:pt x="596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8">
              <a:extLst>
                <a:ext uri="{FF2B5EF4-FFF2-40B4-BE49-F238E27FC236}">
                  <a16:creationId xmlns:a16="http://schemas.microsoft.com/office/drawing/2014/main" id="{29FD0D6B-DCF4-B1A1-ED25-EF695DD6A676}"/>
                </a:ext>
              </a:extLst>
            </p:cNvPr>
            <p:cNvSpPr/>
            <p:nvPr/>
          </p:nvSpPr>
          <p:spPr>
            <a:xfrm>
              <a:off x="3608088" y="3555075"/>
              <a:ext cx="2083625" cy="105700"/>
            </a:xfrm>
            <a:custGeom>
              <a:avLst/>
              <a:gdLst/>
              <a:ahLst/>
              <a:cxnLst/>
              <a:rect l="l" t="t" r="r" b="b"/>
              <a:pathLst>
                <a:path w="83345" h="4228" extrusionOk="0">
                  <a:moveTo>
                    <a:pt x="1" y="0"/>
                  </a:moveTo>
                  <a:lnTo>
                    <a:pt x="1" y="1608"/>
                  </a:lnTo>
                  <a:cubicBezTo>
                    <a:pt x="1" y="3048"/>
                    <a:pt x="1180" y="4227"/>
                    <a:pt x="2620" y="4227"/>
                  </a:cubicBezTo>
                  <a:lnTo>
                    <a:pt x="80725" y="4227"/>
                  </a:lnTo>
                  <a:cubicBezTo>
                    <a:pt x="82166" y="4227"/>
                    <a:pt x="83345" y="3048"/>
                    <a:pt x="83345" y="1608"/>
                  </a:cubicBezTo>
                  <a:lnTo>
                    <a:pt x="833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8">
              <a:extLst>
                <a:ext uri="{FF2B5EF4-FFF2-40B4-BE49-F238E27FC236}">
                  <a16:creationId xmlns:a16="http://schemas.microsoft.com/office/drawing/2014/main" id="{2877C7EA-6B35-C8E3-14C1-5E35D6B74C6C}"/>
                </a:ext>
              </a:extLst>
            </p:cNvPr>
            <p:cNvSpPr/>
            <p:nvPr/>
          </p:nvSpPr>
          <p:spPr>
            <a:xfrm>
              <a:off x="4385863" y="3555075"/>
              <a:ext cx="528675" cy="44675"/>
            </a:xfrm>
            <a:custGeom>
              <a:avLst/>
              <a:gdLst/>
              <a:ahLst/>
              <a:cxnLst/>
              <a:rect l="l" t="t" r="r" b="b"/>
              <a:pathLst>
                <a:path w="21147" h="1787" extrusionOk="0">
                  <a:moveTo>
                    <a:pt x="1" y="0"/>
                  </a:moveTo>
                  <a:lnTo>
                    <a:pt x="1" y="1120"/>
                  </a:lnTo>
                  <a:cubicBezTo>
                    <a:pt x="1" y="1489"/>
                    <a:pt x="298" y="1786"/>
                    <a:pt x="668" y="1786"/>
                  </a:cubicBezTo>
                  <a:lnTo>
                    <a:pt x="20468" y="1786"/>
                  </a:lnTo>
                  <a:cubicBezTo>
                    <a:pt x="20849" y="1786"/>
                    <a:pt x="21146" y="1489"/>
                    <a:pt x="21146" y="1120"/>
                  </a:cubicBezTo>
                  <a:lnTo>
                    <a:pt x="211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8">
              <a:extLst>
                <a:ext uri="{FF2B5EF4-FFF2-40B4-BE49-F238E27FC236}">
                  <a16:creationId xmlns:a16="http://schemas.microsoft.com/office/drawing/2014/main" id="{A8487A51-179D-5BE1-3FF6-52F3985B7B69}"/>
                </a:ext>
              </a:extLst>
            </p:cNvPr>
            <p:cNvSpPr/>
            <p:nvPr/>
          </p:nvSpPr>
          <p:spPr>
            <a:xfrm>
              <a:off x="4434988" y="2734425"/>
              <a:ext cx="429250" cy="708750"/>
            </a:xfrm>
            <a:custGeom>
              <a:avLst/>
              <a:gdLst/>
              <a:ahLst/>
              <a:cxnLst/>
              <a:rect l="l" t="t" r="r" b="b"/>
              <a:pathLst>
                <a:path w="17170" h="28350" extrusionOk="0">
                  <a:moveTo>
                    <a:pt x="9966" y="2466"/>
                  </a:moveTo>
                  <a:cubicBezTo>
                    <a:pt x="11764" y="2466"/>
                    <a:pt x="13240" y="3942"/>
                    <a:pt x="13240" y="5740"/>
                  </a:cubicBezTo>
                  <a:lnTo>
                    <a:pt x="13240" y="12824"/>
                  </a:lnTo>
                  <a:lnTo>
                    <a:pt x="3965" y="12824"/>
                  </a:lnTo>
                  <a:lnTo>
                    <a:pt x="3965" y="5740"/>
                  </a:lnTo>
                  <a:cubicBezTo>
                    <a:pt x="3965" y="3942"/>
                    <a:pt x="5442" y="2466"/>
                    <a:pt x="7239" y="2466"/>
                  </a:cubicBezTo>
                  <a:close/>
                  <a:moveTo>
                    <a:pt x="7227" y="1"/>
                  </a:moveTo>
                  <a:cubicBezTo>
                    <a:pt x="4072" y="1"/>
                    <a:pt x="1501" y="2585"/>
                    <a:pt x="1501" y="5740"/>
                  </a:cubicBezTo>
                  <a:lnTo>
                    <a:pt x="1501" y="12824"/>
                  </a:lnTo>
                  <a:lnTo>
                    <a:pt x="0" y="12824"/>
                  </a:lnTo>
                  <a:lnTo>
                    <a:pt x="0" y="28350"/>
                  </a:lnTo>
                  <a:lnTo>
                    <a:pt x="17169" y="28350"/>
                  </a:lnTo>
                  <a:lnTo>
                    <a:pt x="17169" y="12824"/>
                  </a:lnTo>
                  <a:lnTo>
                    <a:pt x="15681" y="12824"/>
                  </a:lnTo>
                  <a:lnTo>
                    <a:pt x="15681" y="5740"/>
                  </a:lnTo>
                  <a:cubicBezTo>
                    <a:pt x="15681" y="2585"/>
                    <a:pt x="13109" y="1"/>
                    <a:pt x="995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8">
              <a:extLst>
                <a:ext uri="{FF2B5EF4-FFF2-40B4-BE49-F238E27FC236}">
                  <a16:creationId xmlns:a16="http://schemas.microsoft.com/office/drawing/2014/main" id="{B4593C0C-ACDC-51E1-6652-5386647EC211}"/>
                </a:ext>
              </a:extLst>
            </p:cNvPr>
            <p:cNvSpPr/>
            <p:nvPr/>
          </p:nvSpPr>
          <p:spPr>
            <a:xfrm>
              <a:off x="4545113" y="3108600"/>
              <a:ext cx="209875" cy="276825"/>
            </a:xfrm>
            <a:custGeom>
              <a:avLst/>
              <a:gdLst/>
              <a:ahLst/>
              <a:cxnLst/>
              <a:rect l="l" t="t" r="r" b="b"/>
              <a:pathLst>
                <a:path w="8395" h="11073" extrusionOk="0">
                  <a:moveTo>
                    <a:pt x="4192" y="0"/>
                  </a:moveTo>
                  <a:cubicBezTo>
                    <a:pt x="1870" y="0"/>
                    <a:pt x="1" y="1869"/>
                    <a:pt x="1" y="4191"/>
                  </a:cubicBezTo>
                  <a:cubicBezTo>
                    <a:pt x="1" y="5787"/>
                    <a:pt x="894" y="7191"/>
                    <a:pt x="2191" y="7882"/>
                  </a:cubicBezTo>
                  <a:lnTo>
                    <a:pt x="2191" y="11073"/>
                  </a:lnTo>
                  <a:lnTo>
                    <a:pt x="6168" y="11073"/>
                  </a:lnTo>
                  <a:lnTo>
                    <a:pt x="6168" y="7882"/>
                  </a:lnTo>
                  <a:cubicBezTo>
                    <a:pt x="7502" y="7168"/>
                    <a:pt x="8395" y="5787"/>
                    <a:pt x="8395" y="4191"/>
                  </a:cubicBezTo>
                  <a:cubicBezTo>
                    <a:pt x="8395" y="1893"/>
                    <a:pt x="6513" y="0"/>
                    <a:pt x="419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8">
              <a:extLst>
                <a:ext uri="{FF2B5EF4-FFF2-40B4-BE49-F238E27FC236}">
                  <a16:creationId xmlns:a16="http://schemas.microsoft.com/office/drawing/2014/main" id="{48877C7E-23D7-D457-B30F-CA3B742C11ED}"/>
                </a:ext>
              </a:extLst>
            </p:cNvPr>
            <p:cNvSpPr/>
            <p:nvPr/>
          </p:nvSpPr>
          <p:spPr>
            <a:xfrm>
              <a:off x="5578888" y="2640375"/>
              <a:ext cx="55975" cy="65500"/>
            </a:xfrm>
            <a:custGeom>
              <a:avLst/>
              <a:gdLst/>
              <a:ahLst/>
              <a:cxnLst/>
              <a:rect l="l" t="t" r="r" b="b"/>
              <a:pathLst>
                <a:path w="2239" h="2620" extrusionOk="0">
                  <a:moveTo>
                    <a:pt x="1119" y="1"/>
                  </a:moveTo>
                  <a:lnTo>
                    <a:pt x="714" y="834"/>
                  </a:lnTo>
                  <a:lnTo>
                    <a:pt x="0" y="1310"/>
                  </a:lnTo>
                  <a:lnTo>
                    <a:pt x="714" y="1787"/>
                  </a:lnTo>
                  <a:lnTo>
                    <a:pt x="1119" y="2620"/>
                  </a:lnTo>
                  <a:lnTo>
                    <a:pt x="1536" y="1787"/>
                  </a:lnTo>
                  <a:lnTo>
                    <a:pt x="2238" y="1310"/>
                  </a:lnTo>
                  <a:lnTo>
                    <a:pt x="1536" y="834"/>
                  </a:lnTo>
                  <a:lnTo>
                    <a:pt x="11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8">
              <a:extLst>
                <a:ext uri="{FF2B5EF4-FFF2-40B4-BE49-F238E27FC236}">
                  <a16:creationId xmlns:a16="http://schemas.microsoft.com/office/drawing/2014/main" id="{C820C439-4186-B9DA-F76B-052AE42F9356}"/>
                </a:ext>
              </a:extLst>
            </p:cNvPr>
            <p:cNvSpPr/>
            <p:nvPr/>
          </p:nvSpPr>
          <p:spPr>
            <a:xfrm>
              <a:off x="5794688" y="2406425"/>
              <a:ext cx="103900" cy="121475"/>
            </a:xfrm>
            <a:custGeom>
              <a:avLst/>
              <a:gdLst/>
              <a:ahLst/>
              <a:cxnLst/>
              <a:rect l="l" t="t" r="r" b="b"/>
              <a:pathLst>
                <a:path w="4156" h="4859" extrusionOk="0">
                  <a:moveTo>
                    <a:pt x="2084" y="0"/>
                  </a:moveTo>
                  <a:lnTo>
                    <a:pt x="1310" y="1548"/>
                  </a:lnTo>
                  <a:lnTo>
                    <a:pt x="0" y="2429"/>
                  </a:lnTo>
                  <a:lnTo>
                    <a:pt x="1310" y="3310"/>
                  </a:lnTo>
                  <a:lnTo>
                    <a:pt x="2084" y="4858"/>
                  </a:lnTo>
                  <a:lnTo>
                    <a:pt x="2846" y="3310"/>
                  </a:lnTo>
                  <a:lnTo>
                    <a:pt x="4155" y="2429"/>
                  </a:lnTo>
                  <a:lnTo>
                    <a:pt x="2846" y="1548"/>
                  </a:lnTo>
                  <a:lnTo>
                    <a:pt x="20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8">
              <a:extLst>
                <a:ext uri="{FF2B5EF4-FFF2-40B4-BE49-F238E27FC236}">
                  <a16:creationId xmlns:a16="http://schemas.microsoft.com/office/drawing/2014/main" id="{3C30F746-5887-5F35-23B6-0AFD47F8891C}"/>
                </a:ext>
              </a:extLst>
            </p:cNvPr>
            <p:cNvSpPr/>
            <p:nvPr/>
          </p:nvSpPr>
          <p:spPr>
            <a:xfrm>
              <a:off x="5900338" y="256982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44" y="3108"/>
                  </a:lnTo>
                  <a:lnTo>
                    <a:pt x="1" y="4894"/>
                  </a:lnTo>
                  <a:lnTo>
                    <a:pt x="2644" y="6668"/>
                  </a:lnTo>
                  <a:lnTo>
                    <a:pt x="4192" y="9776"/>
                  </a:lnTo>
                  <a:lnTo>
                    <a:pt x="5728" y="6668"/>
                  </a:lnTo>
                  <a:lnTo>
                    <a:pt x="8395" y="4894"/>
                  </a:lnTo>
                  <a:lnTo>
                    <a:pt x="5728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8">
              <a:extLst>
                <a:ext uri="{FF2B5EF4-FFF2-40B4-BE49-F238E27FC236}">
                  <a16:creationId xmlns:a16="http://schemas.microsoft.com/office/drawing/2014/main" id="{B585AC94-0E2F-5709-8ACE-69EEB3357615}"/>
                </a:ext>
              </a:extLst>
            </p:cNvPr>
            <p:cNvSpPr/>
            <p:nvPr/>
          </p:nvSpPr>
          <p:spPr>
            <a:xfrm>
              <a:off x="3664938" y="2640375"/>
              <a:ext cx="56000" cy="65500"/>
            </a:xfrm>
            <a:custGeom>
              <a:avLst/>
              <a:gdLst/>
              <a:ahLst/>
              <a:cxnLst/>
              <a:rect l="l" t="t" r="r" b="b"/>
              <a:pathLst>
                <a:path w="2240" h="2620" extrusionOk="0">
                  <a:moveTo>
                    <a:pt x="1120" y="1"/>
                  </a:moveTo>
                  <a:lnTo>
                    <a:pt x="703" y="834"/>
                  </a:lnTo>
                  <a:lnTo>
                    <a:pt x="1" y="1310"/>
                  </a:lnTo>
                  <a:lnTo>
                    <a:pt x="703" y="1787"/>
                  </a:lnTo>
                  <a:lnTo>
                    <a:pt x="1120" y="2620"/>
                  </a:lnTo>
                  <a:lnTo>
                    <a:pt x="1525" y="1787"/>
                  </a:lnTo>
                  <a:lnTo>
                    <a:pt x="2239" y="1310"/>
                  </a:lnTo>
                  <a:lnTo>
                    <a:pt x="1525" y="834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8">
              <a:extLst>
                <a:ext uri="{FF2B5EF4-FFF2-40B4-BE49-F238E27FC236}">
                  <a16:creationId xmlns:a16="http://schemas.microsoft.com/office/drawing/2014/main" id="{CAF54053-53E7-D32F-3E9E-750D09C78379}"/>
                </a:ext>
              </a:extLst>
            </p:cNvPr>
            <p:cNvSpPr/>
            <p:nvPr/>
          </p:nvSpPr>
          <p:spPr>
            <a:xfrm>
              <a:off x="3401213" y="2406425"/>
              <a:ext cx="103925" cy="121475"/>
            </a:xfrm>
            <a:custGeom>
              <a:avLst/>
              <a:gdLst/>
              <a:ahLst/>
              <a:cxnLst/>
              <a:rect l="l" t="t" r="r" b="b"/>
              <a:pathLst>
                <a:path w="4157" h="4859" extrusionOk="0">
                  <a:moveTo>
                    <a:pt x="2073" y="0"/>
                  </a:moveTo>
                  <a:lnTo>
                    <a:pt x="1311" y="1548"/>
                  </a:lnTo>
                  <a:lnTo>
                    <a:pt x="1" y="2429"/>
                  </a:lnTo>
                  <a:lnTo>
                    <a:pt x="1311" y="3310"/>
                  </a:lnTo>
                  <a:lnTo>
                    <a:pt x="2073" y="4858"/>
                  </a:lnTo>
                  <a:lnTo>
                    <a:pt x="2847" y="3310"/>
                  </a:lnTo>
                  <a:lnTo>
                    <a:pt x="4156" y="2429"/>
                  </a:lnTo>
                  <a:lnTo>
                    <a:pt x="2847" y="1548"/>
                  </a:lnTo>
                  <a:lnTo>
                    <a:pt x="20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8">
              <a:extLst>
                <a:ext uri="{FF2B5EF4-FFF2-40B4-BE49-F238E27FC236}">
                  <a16:creationId xmlns:a16="http://schemas.microsoft.com/office/drawing/2014/main" id="{A31C6F44-B16E-B4A3-9C58-1B637D7C9B2F}"/>
                </a:ext>
              </a:extLst>
            </p:cNvPr>
            <p:cNvSpPr/>
            <p:nvPr/>
          </p:nvSpPr>
          <p:spPr>
            <a:xfrm>
              <a:off x="3852613" y="2493625"/>
              <a:ext cx="209875" cy="244400"/>
            </a:xfrm>
            <a:custGeom>
              <a:avLst/>
              <a:gdLst/>
              <a:ahLst/>
              <a:cxnLst/>
              <a:rect l="l" t="t" r="r" b="b"/>
              <a:pathLst>
                <a:path w="8395" h="9776" extrusionOk="0">
                  <a:moveTo>
                    <a:pt x="4192" y="1"/>
                  </a:moveTo>
                  <a:lnTo>
                    <a:pt x="2656" y="3108"/>
                  </a:lnTo>
                  <a:lnTo>
                    <a:pt x="1" y="4894"/>
                  </a:lnTo>
                  <a:lnTo>
                    <a:pt x="2656" y="6668"/>
                  </a:lnTo>
                  <a:lnTo>
                    <a:pt x="4192" y="9776"/>
                  </a:lnTo>
                  <a:lnTo>
                    <a:pt x="5739" y="6668"/>
                  </a:lnTo>
                  <a:lnTo>
                    <a:pt x="8394" y="4894"/>
                  </a:lnTo>
                  <a:lnTo>
                    <a:pt x="5739" y="3108"/>
                  </a:lnTo>
                  <a:lnTo>
                    <a:pt x="41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8">
              <a:extLst>
                <a:ext uri="{FF2B5EF4-FFF2-40B4-BE49-F238E27FC236}">
                  <a16:creationId xmlns:a16="http://schemas.microsoft.com/office/drawing/2014/main" id="{42DA4A48-158B-280A-CCA0-B57EAB05B351}"/>
                </a:ext>
              </a:extLst>
            </p:cNvPr>
            <p:cNvSpPr/>
            <p:nvPr/>
          </p:nvSpPr>
          <p:spPr>
            <a:xfrm>
              <a:off x="4840993" y="2003663"/>
              <a:ext cx="824578" cy="926988"/>
            </a:xfrm>
            <a:custGeom>
              <a:avLst/>
              <a:gdLst/>
              <a:ahLst/>
              <a:cxnLst/>
              <a:rect l="l" t="t" r="r" b="b"/>
              <a:pathLst>
                <a:path w="23004" h="25861" extrusionOk="0">
                  <a:moveTo>
                    <a:pt x="11502" y="0"/>
                  </a:moveTo>
                  <a:cubicBezTo>
                    <a:pt x="11502" y="0"/>
                    <a:pt x="7764" y="5620"/>
                    <a:pt x="310" y="6406"/>
                  </a:cubicBezTo>
                  <a:cubicBezTo>
                    <a:pt x="310" y="6406"/>
                    <a:pt x="1" y="20789"/>
                    <a:pt x="11502" y="25861"/>
                  </a:cubicBezTo>
                  <a:cubicBezTo>
                    <a:pt x="23004" y="20801"/>
                    <a:pt x="22694" y="6406"/>
                    <a:pt x="22694" y="6406"/>
                  </a:cubicBezTo>
                  <a:cubicBezTo>
                    <a:pt x="15217" y="5620"/>
                    <a:pt x="11502" y="0"/>
                    <a:pt x="115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8">
              <a:extLst>
                <a:ext uri="{FF2B5EF4-FFF2-40B4-BE49-F238E27FC236}">
                  <a16:creationId xmlns:a16="http://schemas.microsoft.com/office/drawing/2014/main" id="{EAFFE26D-F3F5-B913-6D51-6180E29A59BD}"/>
                </a:ext>
              </a:extLst>
            </p:cNvPr>
            <p:cNvSpPr/>
            <p:nvPr/>
          </p:nvSpPr>
          <p:spPr>
            <a:xfrm>
              <a:off x="4991651" y="2173929"/>
              <a:ext cx="521975" cy="586030"/>
            </a:xfrm>
            <a:custGeom>
              <a:avLst/>
              <a:gdLst/>
              <a:ahLst/>
              <a:cxnLst/>
              <a:rect l="l" t="t" r="r" b="b"/>
              <a:pathLst>
                <a:path w="14562" h="16349" extrusionOk="0">
                  <a:moveTo>
                    <a:pt x="7287" y="1"/>
                  </a:moveTo>
                  <a:cubicBezTo>
                    <a:pt x="7287" y="1"/>
                    <a:pt x="4918" y="3561"/>
                    <a:pt x="203" y="4049"/>
                  </a:cubicBezTo>
                  <a:cubicBezTo>
                    <a:pt x="203" y="4049"/>
                    <a:pt x="1" y="13145"/>
                    <a:pt x="7287" y="16348"/>
                  </a:cubicBezTo>
                  <a:cubicBezTo>
                    <a:pt x="14562" y="13157"/>
                    <a:pt x="14372" y="4049"/>
                    <a:pt x="14372" y="4049"/>
                  </a:cubicBezTo>
                  <a:cubicBezTo>
                    <a:pt x="9645" y="3549"/>
                    <a:pt x="7287" y="1"/>
                    <a:pt x="72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8">
              <a:extLst>
                <a:ext uri="{FF2B5EF4-FFF2-40B4-BE49-F238E27FC236}">
                  <a16:creationId xmlns:a16="http://schemas.microsoft.com/office/drawing/2014/main" id="{DF6D752E-EF28-8341-7019-F3EC9D1C2219}"/>
                </a:ext>
              </a:extLst>
            </p:cNvPr>
            <p:cNvSpPr/>
            <p:nvPr/>
          </p:nvSpPr>
          <p:spPr>
            <a:xfrm>
              <a:off x="5111841" y="2339320"/>
              <a:ext cx="338162" cy="297513"/>
            </a:xfrm>
            <a:custGeom>
              <a:avLst/>
              <a:gdLst/>
              <a:ahLst/>
              <a:cxnLst/>
              <a:rect l="l" t="t" r="r" b="b"/>
              <a:pathLst>
                <a:path w="9434" h="8300" extrusionOk="0">
                  <a:moveTo>
                    <a:pt x="8605" y="0"/>
                  </a:moveTo>
                  <a:cubicBezTo>
                    <a:pt x="8424" y="0"/>
                    <a:pt x="8242" y="79"/>
                    <a:pt x="8113" y="269"/>
                  </a:cubicBezTo>
                  <a:cubicBezTo>
                    <a:pt x="6697" y="2400"/>
                    <a:pt x="5304" y="4531"/>
                    <a:pt x="3887" y="6674"/>
                  </a:cubicBezTo>
                  <a:cubicBezTo>
                    <a:pt x="2994" y="5531"/>
                    <a:pt x="2101" y="4376"/>
                    <a:pt x="1208" y="3245"/>
                  </a:cubicBezTo>
                  <a:cubicBezTo>
                    <a:pt x="1094" y="3100"/>
                    <a:pt x="958" y="3039"/>
                    <a:pt x="825" y="3039"/>
                  </a:cubicBezTo>
                  <a:cubicBezTo>
                    <a:pt x="402" y="3039"/>
                    <a:pt x="0" y="3650"/>
                    <a:pt x="362" y="4102"/>
                  </a:cubicBezTo>
                  <a:cubicBezTo>
                    <a:pt x="1398" y="5436"/>
                    <a:pt x="2458" y="6781"/>
                    <a:pt x="3494" y="8115"/>
                  </a:cubicBezTo>
                  <a:cubicBezTo>
                    <a:pt x="3596" y="8245"/>
                    <a:pt x="3734" y="8299"/>
                    <a:pt x="3874" y="8299"/>
                  </a:cubicBezTo>
                  <a:cubicBezTo>
                    <a:pt x="4093" y="8299"/>
                    <a:pt x="4318" y="8169"/>
                    <a:pt x="4434" y="7996"/>
                  </a:cubicBezTo>
                  <a:cubicBezTo>
                    <a:pt x="5994" y="5626"/>
                    <a:pt x="7554" y="3245"/>
                    <a:pt x="9125" y="888"/>
                  </a:cubicBezTo>
                  <a:cubicBezTo>
                    <a:pt x="9434" y="429"/>
                    <a:pt x="9025" y="0"/>
                    <a:pt x="8605" y="0"/>
                  </a:cubicBezTo>
                  <a:close/>
                </a:path>
              </a:pathLst>
            </a:custGeom>
            <a:solidFill>
              <a:srgbClr val="F6F6F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>
              <a:extLst>
                <a:ext uri="{FF2B5EF4-FFF2-40B4-BE49-F238E27FC236}">
                  <a16:creationId xmlns:a16="http://schemas.microsoft.com/office/drawing/2014/main" id="{59CF7FB5-1618-EC32-386D-44613E5B5E08}"/>
                </a:ext>
              </a:extLst>
            </p:cNvPr>
            <p:cNvGrpSpPr/>
            <p:nvPr/>
          </p:nvGrpSpPr>
          <p:grpSpPr>
            <a:xfrm>
              <a:off x="3304221" y="3386316"/>
              <a:ext cx="588856" cy="708755"/>
              <a:chOff x="3503950" y="3310100"/>
              <a:chExt cx="770149" cy="926961"/>
            </a:xfrm>
          </p:grpSpPr>
          <p:sp>
            <p:nvSpPr>
              <p:cNvPr id="272" name="Google Shape;272;p18">
                <a:extLst>
                  <a:ext uri="{FF2B5EF4-FFF2-40B4-BE49-F238E27FC236}">
                    <a16:creationId xmlns:a16="http://schemas.microsoft.com/office/drawing/2014/main" id="{65AE9ACE-9999-98A3-21F2-AADF55A193F0}"/>
                  </a:ext>
                </a:extLst>
              </p:cNvPr>
              <p:cNvSpPr/>
              <p:nvPr/>
            </p:nvSpPr>
            <p:spPr>
              <a:xfrm>
                <a:off x="3503950" y="3310100"/>
                <a:ext cx="770149" cy="926961"/>
              </a:xfrm>
              <a:custGeom>
                <a:avLst/>
                <a:gdLst/>
                <a:ahLst/>
                <a:cxnLst/>
                <a:rect l="l" t="t" r="r" b="b"/>
                <a:pathLst>
                  <a:path w="23516" h="28302" extrusionOk="0">
                    <a:moveTo>
                      <a:pt x="11764" y="0"/>
                    </a:moveTo>
                    <a:cubicBezTo>
                      <a:pt x="5834" y="2711"/>
                      <a:pt x="2268" y="3071"/>
                      <a:pt x="793" y="3071"/>
                    </a:cubicBezTo>
                    <a:cubicBezTo>
                      <a:pt x="260" y="3071"/>
                      <a:pt x="0" y="3024"/>
                      <a:pt x="0" y="3024"/>
                    </a:cubicBezTo>
                    <a:lnTo>
                      <a:pt x="0" y="18300"/>
                    </a:lnTo>
                    <a:cubicBezTo>
                      <a:pt x="1691" y="25194"/>
                      <a:pt x="11764" y="28301"/>
                      <a:pt x="11764" y="28301"/>
                    </a:cubicBezTo>
                    <a:cubicBezTo>
                      <a:pt x="11764" y="28301"/>
                      <a:pt x="21836" y="25194"/>
                      <a:pt x="23515" y="18300"/>
                    </a:cubicBezTo>
                    <a:lnTo>
                      <a:pt x="23515" y="3036"/>
                    </a:lnTo>
                    <a:cubicBezTo>
                      <a:pt x="23515" y="3036"/>
                      <a:pt x="23255" y="3083"/>
                      <a:pt x="22724" y="3083"/>
                    </a:cubicBezTo>
                    <a:cubicBezTo>
                      <a:pt x="21250" y="3083"/>
                      <a:pt x="17681" y="2722"/>
                      <a:pt x="117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>
                <a:extLst>
                  <a:ext uri="{FF2B5EF4-FFF2-40B4-BE49-F238E27FC236}">
                    <a16:creationId xmlns:a16="http://schemas.microsoft.com/office/drawing/2014/main" id="{4969E751-B35B-926E-6F49-3FE39418FBD3}"/>
                  </a:ext>
                </a:extLst>
              </p:cNvPr>
              <p:cNvSpPr/>
              <p:nvPr/>
            </p:nvSpPr>
            <p:spPr>
              <a:xfrm>
                <a:off x="3624833" y="3455911"/>
                <a:ext cx="528389" cy="636086"/>
              </a:xfrm>
              <a:custGeom>
                <a:avLst/>
                <a:gdLst/>
                <a:ahLst/>
                <a:cxnLst/>
                <a:rect l="l" t="t" r="r" b="b"/>
                <a:pathLst>
                  <a:path w="16134" h="19421" extrusionOk="0">
                    <a:moveTo>
                      <a:pt x="8073" y="1"/>
                    </a:moveTo>
                    <a:cubicBezTo>
                      <a:pt x="4025" y="1846"/>
                      <a:pt x="1581" y="2094"/>
                      <a:pt x="560" y="2094"/>
                    </a:cubicBezTo>
                    <a:cubicBezTo>
                      <a:pt x="184" y="2094"/>
                      <a:pt x="0" y="2061"/>
                      <a:pt x="0" y="2061"/>
                    </a:cubicBezTo>
                    <a:lnTo>
                      <a:pt x="0" y="12562"/>
                    </a:lnTo>
                    <a:cubicBezTo>
                      <a:pt x="1155" y="17289"/>
                      <a:pt x="8073" y="19420"/>
                      <a:pt x="8073" y="19420"/>
                    </a:cubicBezTo>
                    <a:cubicBezTo>
                      <a:pt x="8073" y="19420"/>
                      <a:pt x="14990" y="17277"/>
                      <a:pt x="16133" y="12562"/>
                    </a:cubicBezTo>
                    <a:lnTo>
                      <a:pt x="16133" y="2061"/>
                    </a:lnTo>
                    <a:cubicBezTo>
                      <a:pt x="16133" y="2061"/>
                      <a:pt x="15950" y="2094"/>
                      <a:pt x="15574" y="2094"/>
                    </a:cubicBezTo>
                    <a:cubicBezTo>
                      <a:pt x="14553" y="2094"/>
                      <a:pt x="12111" y="1846"/>
                      <a:pt x="80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74" name="Google Shape;274;p18">
                <a:extLst>
                  <a:ext uri="{FF2B5EF4-FFF2-40B4-BE49-F238E27FC236}">
                    <a16:creationId xmlns:a16="http://schemas.microsoft.com/office/drawing/2014/main" id="{F0D76CBA-502A-EEB3-74D9-F7790E4969C9}"/>
                  </a:ext>
                </a:extLst>
              </p:cNvPr>
              <p:cNvSpPr/>
              <p:nvPr/>
            </p:nvSpPr>
            <p:spPr>
              <a:xfrm>
                <a:off x="3714047" y="3605782"/>
                <a:ext cx="349574" cy="307120"/>
              </a:xfrm>
              <a:custGeom>
                <a:avLst/>
                <a:gdLst/>
                <a:ahLst/>
                <a:cxnLst/>
                <a:rect l="l" t="t" r="r" b="b"/>
                <a:pathLst>
                  <a:path w="10674" h="9377" extrusionOk="0">
                    <a:moveTo>
                      <a:pt x="9718" y="1"/>
                    </a:moveTo>
                    <a:cubicBezTo>
                      <a:pt x="9511" y="1"/>
                      <a:pt x="9303" y="91"/>
                      <a:pt x="9159" y="307"/>
                    </a:cubicBezTo>
                    <a:lnTo>
                      <a:pt x="4384" y="7534"/>
                    </a:lnTo>
                    <a:cubicBezTo>
                      <a:pt x="3360" y="6236"/>
                      <a:pt x="2348" y="4950"/>
                      <a:pt x="1360" y="3664"/>
                    </a:cubicBezTo>
                    <a:cubicBezTo>
                      <a:pt x="1231" y="3501"/>
                      <a:pt x="1078" y="3433"/>
                      <a:pt x="927" y="3433"/>
                    </a:cubicBezTo>
                    <a:cubicBezTo>
                      <a:pt x="452" y="3433"/>
                      <a:pt x="1" y="4110"/>
                      <a:pt x="407" y="4617"/>
                    </a:cubicBezTo>
                    <a:cubicBezTo>
                      <a:pt x="1598" y="6141"/>
                      <a:pt x="2765" y="7653"/>
                      <a:pt x="3956" y="9177"/>
                    </a:cubicBezTo>
                    <a:cubicBezTo>
                      <a:pt x="4068" y="9317"/>
                      <a:pt x="4225" y="9377"/>
                      <a:pt x="4387" y="9377"/>
                    </a:cubicBezTo>
                    <a:cubicBezTo>
                      <a:pt x="4636" y="9377"/>
                      <a:pt x="4897" y="9236"/>
                      <a:pt x="5027" y="9034"/>
                    </a:cubicBezTo>
                    <a:cubicBezTo>
                      <a:pt x="6801" y="6355"/>
                      <a:pt x="8575" y="3676"/>
                      <a:pt x="10349" y="985"/>
                    </a:cubicBezTo>
                    <a:cubicBezTo>
                      <a:pt x="10673" y="479"/>
                      <a:pt x="10197" y="1"/>
                      <a:pt x="9718" y="1"/>
                    </a:cubicBezTo>
                    <a:close/>
                  </a:path>
                </a:pathLst>
              </a:custGeom>
              <a:solidFill>
                <a:srgbClr val="F6F6F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C1ED8FF2-B302-3E54-35D8-3E492E4BBFB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4AE601AF-51E4-112A-42B8-A9F7E1CD548C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436AB2DB-76C2-F4EA-27D5-18A02A593450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8D8032F2-253D-5DD4-255D-956BBF9D41E0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33B20943-F577-5AAB-EE25-D56299B8E4B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36A60BF7-A8C0-0376-E51D-2C4E507D5DDE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3638C9EC-9F93-2D8B-CDCD-5BDD5E428C09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49ADEDB8-7A5F-D051-86FD-E4AB3576D0C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A59F51E5-3AC2-F20D-D5FD-69A2954071CD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FB82C3F6-AE52-692D-E40A-B76C0D4210DD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F1452CFE-DFFC-F0F5-B3EB-92E6CA2DD18D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BF394FD9-D09D-9109-3436-7643DBC88DBF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BCED557B-55D8-F5D4-C28B-ACA2AAE91320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962C4557-B9DA-A22B-D016-5312F87DCCA0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75EFD568-858F-3CF0-2BAF-118906CB8E0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5402C97-EB24-28C2-6E3D-8AAB574E1384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2E73A1AB-7927-9DE9-9C89-FCB2D070E7A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5811A0BF-1426-5866-3635-CA3F27CE3D3D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A3C835E1-C1E1-F5FE-FED0-3EB8A1AF4AE1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722F1C6F-A852-42C4-F02D-79278CBE7C10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41D8389-E0BB-8B08-59D3-91BA17A884AE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165DCB16-FB52-1062-96CA-52833C1AE872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4ED9114E-C062-808B-BCA0-9366D64BB643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969A2BE5-A693-CDB9-126E-CB97489F7F02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5D084B40-FC2C-FA5E-F567-E6D18FF4EF75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F0BAC0E4-9438-4CBB-9D98-E9BFBBEE88D4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C95711C4-4A57-B36A-4F2A-46C07E964363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AE8FBA81-D9A1-CC91-0EA0-ECB4BD0A87B3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27;p15">
              <a:extLst>
                <a:ext uri="{FF2B5EF4-FFF2-40B4-BE49-F238E27FC236}">
                  <a16:creationId xmlns:a16="http://schemas.microsoft.com/office/drawing/2014/main" id="{0B0D8BB2-B394-99E2-3566-082EF147321E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28;p15">
              <a:extLst>
                <a:ext uri="{FF2B5EF4-FFF2-40B4-BE49-F238E27FC236}">
                  <a16:creationId xmlns:a16="http://schemas.microsoft.com/office/drawing/2014/main" id="{2F9CAD35-ECC4-9241-F898-4E1F1DE68E1D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29;p15">
              <a:extLst>
                <a:ext uri="{FF2B5EF4-FFF2-40B4-BE49-F238E27FC236}">
                  <a16:creationId xmlns:a16="http://schemas.microsoft.com/office/drawing/2014/main" id="{AEC5FCD3-762A-8AC7-9F1C-7D8E2AAE8CDA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130;p15">
              <a:extLst>
                <a:ext uri="{FF2B5EF4-FFF2-40B4-BE49-F238E27FC236}">
                  <a16:creationId xmlns:a16="http://schemas.microsoft.com/office/drawing/2014/main" id="{2FFE2DA9-3DD6-ADFA-DDEA-56447C603CE5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131;p15">
              <a:extLst>
                <a:ext uri="{FF2B5EF4-FFF2-40B4-BE49-F238E27FC236}">
                  <a16:creationId xmlns:a16="http://schemas.microsoft.com/office/drawing/2014/main" id="{55EDBB90-30AD-56CA-1849-3A303CCE99B5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132;p15">
              <a:extLst>
                <a:ext uri="{FF2B5EF4-FFF2-40B4-BE49-F238E27FC236}">
                  <a16:creationId xmlns:a16="http://schemas.microsoft.com/office/drawing/2014/main" id="{AB82B6C4-4F6F-B0FF-C8B8-D9A5C8AC12D4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133;p15">
              <a:extLst>
                <a:ext uri="{FF2B5EF4-FFF2-40B4-BE49-F238E27FC236}">
                  <a16:creationId xmlns:a16="http://schemas.microsoft.com/office/drawing/2014/main" id="{7000A887-F2E1-2A5E-A61C-F070A17398E1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6332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462940C7-CBC3-336F-CF7B-E8158E4F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690;p40">
            <a:extLst>
              <a:ext uri="{FF2B5EF4-FFF2-40B4-BE49-F238E27FC236}">
                <a16:creationId xmlns:a16="http://schemas.microsoft.com/office/drawing/2014/main" id="{1C5C6947-5B31-4768-7983-6BB748A4731A}"/>
              </a:ext>
            </a:extLst>
          </p:cNvPr>
          <p:cNvSpPr/>
          <p:nvPr/>
        </p:nvSpPr>
        <p:spPr>
          <a:xfrm>
            <a:off x="149967" y="2555241"/>
            <a:ext cx="3736233" cy="2018710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71" name="Gruppo 470">
            <a:extLst>
              <a:ext uri="{FF2B5EF4-FFF2-40B4-BE49-F238E27FC236}">
                <a16:creationId xmlns:a16="http://schemas.microsoft.com/office/drawing/2014/main" id="{65705300-8139-2EE2-1534-21F9BC10F854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72" name="Google Shape;68;p15">
              <a:extLst>
                <a:ext uri="{FF2B5EF4-FFF2-40B4-BE49-F238E27FC236}">
                  <a16:creationId xmlns:a16="http://schemas.microsoft.com/office/drawing/2014/main" id="{CC14DC54-07F6-31DE-890A-E2EF144317EF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69;p15">
              <a:extLst>
                <a:ext uri="{FF2B5EF4-FFF2-40B4-BE49-F238E27FC236}">
                  <a16:creationId xmlns:a16="http://schemas.microsoft.com/office/drawing/2014/main" id="{60C2E37D-3301-AD97-2EA0-95D480D792CC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4" name="Gruppo 473">
              <a:extLst>
                <a:ext uri="{FF2B5EF4-FFF2-40B4-BE49-F238E27FC236}">
                  <a16:creationId xmlns:a16="http://schemas.microsoft.com/office/drawing/2014/main" id="{1F9CD80E-A3F6-CC44-06A8-C9C35EC32A2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475" name="Google Shape;65;p15">
                <a:extLst>
                  <a:ext uri="{FF2B5EF4-FFF2-40B4-BE49-F238E27FC236}">
                    <a16:creationId xmlns:a16="http://schemas.microsoft.com/office/drawing/2014/main" id="{2F15E8AB-8B76-4220-06B9-3FD92516EF6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66;p15">
                <a:extLst>
                  <a:ext uri="{FF2B5EF4-FFF2-40B4-BE49-F238E27FC236}">
                    <a16:creationId xmlns:a16="http://schemas.microsoft.com/office/drawing/2014/main" id="{58560C71-DB71-F42C-19AC-AF440D8B565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67;p15">
                <a:extLst>
                  <a:ext uri="{FF2B5EF4-FFF2-40B4-BE49-F238E27FC236}">
                    <a16:creationId xmlns:a16="http://schemas.microsoft.com/office/drawing/2014/main" id="{2B0AE019-6379-13DF-C55A-C7E86A15499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70;p15">
                <a:extLst>
                  <a:ext uri="{FF2B5EF4-FFF2-40B4-BE49-F238E27FC236}">
                    <a16:creationId xmlns:a16="http://schemas.microsoft.com/office/drawing/2014/main" id="{9DCA7AE9-A17C-7A76-2C59-015B326A3AE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9" name="Gruppo 478">
            <a:extLst>
              <a:ext uri="{FF2B5EF4-FFF2-40B4-BE49-F238E27FC236}">
                <a16:creationId xmlns:a16="http://schemas.microsoft.com/office/drawing/2014/main" id="{ABBCE90E-E8FC-B31E-D01C-2B9AB2857845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480" name="Google Shape;73;p15">
              <a:extLst>
                <a:ext uri="{FF2B5EF4-FFF2-40B4-BE49-F238E27FC236}">
                  <a16:creationId xmlns:a16="http://schemas.microsoft.com/office/drawing/2014/main" id="{A31A0848-7A2C-449B-84F2-0BB5FCFDF9F8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75;p15">
              <a:extLst>
                <a:ext uri="{FF2B5EF4-FFF2-40B4-BE49-F238E27FC236}">
                  <a16:creationId xmlns:a16="http://schemas.microsoft.com/office/drawing/2014/main" id="{63C61244-CE0F-DF43-CEE6-58E6358208BF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76;p15">
              <a:extLst>
                <a:ext uri="{FF2B5EF4-FFF2-40B4-BE49-F238E27FC236}">
                  <a16:creationId xmlns:a16="http://schemas.microsoft.com/office/drawing/2014/main" id="{3F455133-1366-C428-317A-3C661B81200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71;p15">
              <a:extLst>
                <a:ext uri="{FF2B5EF4-FFF2-40B4-BE49-F238E27FC236}">
                  <a16:creationId xmlns:a16="http://schemas.microsoft.com/office/drawing/2014/main" id="{24B1B73C-1559-0328-3D75-A4CAB823AFF6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72;p15">
              <a:extLst>
                <a:ext uri="{FF2B5EF4-FFF2-40B4-BE49-F238E27FC236}">
                  <a16:creationId xmlns:a16="http://schemas.microsoft.com/office/drawing/2014/main" id="{A581514F-31A3-7DAD-8F04-09C0087AEB4A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74;p15">
              <a:extLst>
                <a:ext uri="{FF2B5EF4-FFF2-40B4-BE49-F238E27FC236}">
                  <a16:creationId xmlns:a16="http://schemas.microsoft.com/office/drawing/2014/main" id="{39900ACE-420C-B8E9-5836-E0A1E35816FA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ruppo 485">
            <a:extLst>
              <a:ext uri="{FF2B5EF4-FFF2-40B4-BE49-F238E27FC236}">
                <a16:creationId xmlns:a16="http://schemas.microsoft.com/office/drawing/2014/main" id="{F68FEA25-EC6B-4701-9727-DE9291FE4B8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487" name="Google Shape;122;p15">
              <a:extLst>
                <a:ext uri="{FF2B5EF4-FFF2-40B4-BE49-F238E27FC236}">
                  <a16:creationId xmlns:a16="http://schemas.microsoft.com/office/drawing/2014/main" id="{1F205CA8-BF99-F1BA-BFFC-C048BD6B2BCC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123;p15">
              <a:extLst>
                <a:ext uri="{FF2B5EF4-FFF2-40B4-BE49-F238E27FC236}">
                  <a16:creationId xmlns:a16="http://schemas.microsoft.com/office/drawing/2014/main" id="{BB98319D-213C-19F4-F19A-4F2719B12E4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24;p15">
              <a:extLst>
                <a:ext uri="{FF2B5EF4-FFF2-40B4-BE49-F238E27FC236}">
                  <a16:creationId xmlns:a16="http://schemas.microsoft.com/office/drawing/2014/main" id="{1B0B3E14-810B-2C0E-0186-4B3210441D45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25;p15">
              <a:extLst>
                <a:ext uri="{FF2B5EF4-FFF2-40B4-BE49-F238E27FC236}">
                  <a16:creationId xmlns:a16="http://schemas.microsoft.com/office/drawing/2014/main" id="{18D0CF26-AA8B-7CF0-E516-713CA8429F0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ruppo 490">
            <a:extLst>
              <a:ext uri="{FF2B5EF4-FFF2-40B4-BE49-F238E27FC236}">
                <a16:creationId xmlns:a16="http://schemas.microsoft.com/office/drawing/2014/main" id="{A6318B49-0004-C103-9A7C-DD70456374C7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492" name="Google Shape;57;p15">
              <a:extLst>
                <a:ext uri="{FF2B5EF4-FFF2-40B4-BE49-F238E27FC236}">
                  <a16:creationId xmlns:a16="http://schemas.microsoft.com/office/drawing/2014/main" id="{31170121-AF23-5279-EECD-D0771A61191F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58;p15">
              <a:extLst>
                <a:ext uri="{FF2B5EF4-FFF2-40B4-BE49-F238E27FC236}">
                  <a16:creationId xmlns:a16="http://schemas.microsoft.com/office/drawing/2014/main" id="{8B0DBE56-D6C4-385B-44A5-D96AD502E3D7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59;p15">
              <a:extLst>
                <a:ext uri="{FF2B5EF4-FFF2-40B4-BE49-F238E27FC236}">
                  <a16:creationId xmlns:a16="http://schemas.microsoft.com/office/drawing/2014/main" id="{1249ABE0-9354-8472-85E4-3AD5C8BD5F8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60;p15">
              <a:extLst>
                <a:ext uri="{FF2B5EF4-FFF2-40B4-BE49-F238E27FC236}">
                  <a16:creationId xmlns:a16="http://schemas.microsoft.com/office/drawing/2014/main" id="{7BA79B87-3D5C-4258-AD43-819B38D4F7C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61;p15">
              <a:extLst>
                <a:ext uri="{FF2B5EF4-FFF2-40B4-BE49-F238E27FC236}">
                  <a16:creationId xmlns:a16="http://schemas.microsoft.com/office/drawing/2014/main" id="{61F96F4A-1AF4-A63E-3805-720F1D58971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62;p15">
              <a:extLst>
                <a:ext uri="{FF2B5EF4-FFF2-40B4-BE49-F238E27FC236}">
                  <a16:creationId xmlns:a16="http://schemas.microsoft.com/office/drawing/2014/main" id="{AC3F092A-8EE1-C08D-25F6-641453928D5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63;p15">
              <a:extLst>
                <a:ext uri="{FF2B5EF4-FFF2-40B4-BE49-F238E27FC236}">
                  <a16:creationId xmlns:a16="http://schemas.microsoft.com/office/drawing/2014/main" id="{4663A1B6-24E8-FF67-32A1-3516436344EF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127;p15">
              <a:extLst>
                <a:ext uri="{FF2B5EF4-FFF2-40B4-BE49-F238E27FC236}">
                  <a16:creationId xmlns:a16="http://schemas.microsoft.com/office/drawing/2014/main" id="{36B41247-DCC9-5960-903A-13E28EA3137A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128;p15">
              <a:extLst>
                <a:ext uri="{FF2B5EF4-FFF2-40B4-BE49-F238E27FC236}">
                  <a16:creationId xmlns:a16="http://schemas.microsoft.com/office/drawing/2014/main" id="{3659EB67-05FE-FAFE-D643-601E85513BF5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29;p15">
              <a:extLst>
                <a:ext uri="{FF2B5EF4-FFF2-40B4-BE49-F238E27FC236}">
                  <a16:creationId xmlns:a16="http://schemas.microsoft.com/office/drawing/2014/main" id="{BEB3B5B4-2B16-0716-970B-28C9BE7F9DF6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30;p15">
              <a:extLst>
                <a:ext uri="{FF2B5EF4-FFF2-40B4-BE49-F238E27FC236}">
                  <a16:creationId xmlns:a16="http://schemas.microsoft.com/office/drawing/2014/main" id="{1C9A66A0-8D8A-F8D4-1B26-9D6898E80B1D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31;p15">
              <a:extLst>
                <a:ext uri="{FF2B5EF4-FFF2-40B4-BE49-F238E27FC236}">
                  <a16:creationId xmlns:a16="http://schemas.microsoft.com/office/drawing/2014/main" id="{E02FEDF6-107A-B97D-3B5F-704821FEB965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32;p15">
              <a:extLst>
                <a:ext uri="{FF2B5EF4-FFF2-40B4-BE49-F238E27FC236}">
                  <a16:creationId xmlns:a16="http://schemas.microsoft.com/office/drawing/2014/main" id="{F99C5030-755F-30F7-F234-1240B268B8CE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133;p15">
              <a:extLst>
                <a:ext uri="{FF2B5EF4-FFF2-40B4-BE49-F238E27FC236}">
                  <a16:creationId xmlns:a16="http://schemas.microsoft.com/office/drawing/2014/main" id="{E579A789-6748-2E5F-4BDD-0086C28E5279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itolo 3">
            <a:extLst>
              <a:ext uri="{FF2B5EF4-FFF2-40B4-BE49-F238E27FC236}">
                <a16:creationId xmlns:a16="http://schemas.microsoft.com/office/drawing/2014/main" id="{6CA23968-03E7-FD7D-B450-0372E012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FastAPI</a:t>
            </a:r>
            <a:r>
              <a:rPr lang="it-IT" dirty="0"/>
              <a:t> Server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0ABAACD-D554-A078-E456-9B8DB0F95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9" y="2120097"/>
            <a:ext cx="5038636" cy="2402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9EB9D58-29F8-8162-40D1-33AA647CD54A}"/>
              </a:ext>
            </a:extLst>
          </p:cNvPr>
          <p:cNvSpPr txBox="1"/>
          <p:nvPr/>
        </p:nvSpPr>
        <p:spPr>
          <a:xfrm>
            <a:off x="994517" y="1129183"/>
            <a:ext cx="6951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>
                <a:latin typeface="Fira Sans" panose="020B0503050000020004" pitchFamily="34" charset="0"/>
              </a:rPr>
              <a:t>The </a:t>
            </a:r>
            <a:r>
              <a:rPr lang="it-IT" b="1" dirty="0" err="1">
                <a:latin typeface="Fira Sans" panose="020B0503050000020004" pitchFamily="34" charset="0"/>
              </a:rPr>
              <a:t>FastAPI</a:t>
            </a:r>
            <a:r>
              <a:rPr lang="it-IT" dirty="0">
                <a:latin typeface="Fira Sans" panose="020B0503050000020004" pitchFamily="34" charset="0"/>
              </a:rPr>
              <a:t> server </a:t>
            </a:r>
            <a:r>
              <a:rPr lang="it-IT" dirty="0" err="1">
                <a:latin typeface="Fira Sans" panose="020B0503050000020004" pitchFamily="34" charset="0"/>
              </a:rPr>
              <a:t>provides</a:t>
            </a:r>
            <a:r>
              <a:rPr lang="it-IT" dirty="0">
                <a:latin typeface="Fira Sans" panose="020B0503050000020004" pitchFamily="34" charset="0"/>
              </a:rPr>
              <a:t> a </a:t>
            </a:r>
            <a:r>
              <a:rPr lang="it-IT" dirty="0" err="1">
                <a:latin typeface="Fira Sans" panose="020B0503050000020004" pitchFamily="34" charset="0"/>
              </a:rPr>
              <a:t>RESTful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interface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that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allows</a:t>
            </a:r>
            <a:r>
              <a:rPr lang="it-IT" dirty="0">
                <a:latin typeface="Fira Sans" panose="020B0503050000020004" pitchFamily="34" charset="0"/>
              </a:rPr>
              <a:t> interaction </a:t>
            </a:r>
            <a:r>
              <a:rPr lang="it-IT" dirty="0" err="1">
                <a:latin typeface="Fira Sans" panose="020B0503050000020004" pitchFamily="34" charset="0"/>
              </a:rPr>
              <a:t>between</a:t>
            </a:r>
            <a:r>
              <a:rPr lang="it-IT" dirty="0">
                <a:latin typeface="Fira Sans" panose="020B0503050000020004" pitchFamily="34" charset="0"/>
              </a:rPr>
              <a:t> the </a:t>
            </a:r>
            <a:r>
              <a:rPr lang="it-IT" dirty="0" err="1">
                <a:latin typeface="Fira Sans" panose="020B0503050000020004" pitchFamily="34" charset="0"/>
              </a:rPr>
              <a:t>internal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modules</a:t>
            </a:r>
            <a:r>
              <a:rPr lang="it-IT" dirty="0">
                <a:latin typeface="Fira Sans" panose="020B0503050000020004" pitchFamily="34" charset="0"/>
              </a:rPr>
              <a:t> of the framework.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2DC8BBC-93FC-27E2-473E-3A2F4473606A}"/>
              </a:ext>
            </a:extLst>
          </p:cNvPr>
          <p:cNvSpPr txBox="1"/>
          <p:nvPr/>
        </p:nvSpPr>
        <p:spPr>
          <a:xfrm>
            <a:off x="98898" y="2555242"/>
            <a:ext cx="39061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>
                <a:latin typeface="Fira Sans" panose="020B0503050000020004" pitchFamily="34" charset="0"/>
              </a:rPr>
              <a:t>It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exposes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dedicated</a:t>
            </a:r>
            <a:r>
              <a:rPr lang="it-IT" dirty="0">
                <a:latin typeface="Fira Sans" panose="020B0503050000020004" pitchFamily="34" charset="0"/>
              </a:rPr>
              <a:t> endpoints for </a:t>
            </a:r>
            <a:r>
              <a:rPr lang="it-IT" dirty="0" err="1">
                <a:latin typeface="Fira Sans" panose="020B0503050000020004" pitchFamily="34" charset="0"/>
              </a:rPr>
              <a:t>collecting</a:t>
            </a:r>
            <a:r>
              <a:rPr lang="it-IT" dirty="0">
                <a:latin typeface="Fira Sans" panose="020B0503050000020004" pitchFamily="34" charset="0"/>
              </a:rPr>
              <a:t> malware samples, </a:t>
            </a:r>
            <a:r>
              <a:rPr lang="it-IT" dirty="0" err="1">
                <a:latin typeface="Fira Sans" panose="020B0503050000020004" pitchFamily="34" charset="0"/>
              </a:rPr>
              <a:t>retrieving</a:t>
            </a:r>
            <a:r>
              <a:rPr lang="it-IT" dirty="0">
                <a:latin typeface="Fira Sans" panose="020B0503050000020004" pitchFamily="34" charset="0"/>
              </a:rPr>
              <a:t> metadata, and </a:t>
            </a:r>
            <a:r>
              <a:rPr lang="it-IT" dirty="0" err="1">
                <a:latin typeface="Fira Sans" panose="020B0503050000020004" pitchFamily="34" charset="0"/>
              </a:rPr>
              <a:t>communicating</a:t>
            </a:r>
            <a:r>
              <a:rPr lang="it-IT" dirty="0">
                <a:latin typeface="Fira Sans" panose="020B0503050000020004" pitchFamily="34" charset="0"/>
              </a:rPr>
              <a:t> with </a:t>
            </a:r>
            <a:r>
              <a:rPr lang="it-IT" dirty="0" err="1">
                <a:latin typeface="Fira Sans" panose="020B0503050000020004" pitchFamily="34" charset="0"/>
              </a:rPr>
              <a:t>external</a:t>
            </a:r>
            <a:r>
              <a:rPr lang="it-IT" dirty="0">
                <a:latin typeface="Fira Sans" panose="020B0503050000020004" pitchFamily="34" charset="0"/>
              </a:rPr>
              <a:t> </a:t>
            </a:r>
            <a:r>
              <a:rPr lang="it-IT" dirty="0" err="1">
                <a:latin typeface="Fira Sans" panose="020B0503050000020004" pitchFamily="34" charset="0"/>
              </a:rPr>
              <a:t>portals</a:t>
            </a:r>
            <a:r>
              <a:rPr lang="it-IT" dirty="0">
                <a:latin typeface="Fira Sans" panose="020B0503050000020004" pitchFamily="34" charset="0"/>
              </a:rPr>
              <a:t> (</a:t>
            </a:r>
            <a:r>
              <a:rPr lang="it-IT" b="1" dirty="0" err="1">
                <a:latin typeface="Fira Sans" panose="020B0503050000020004" pitchFamily="34" charset="0"/>
              </a:rPr>
              <a:t>VirusTotal</a:t>
            </a:r>
            <a:r>
              <a:rPr lang="it-IT" b="1" dirty="0">
                <a:latin typeface="Fira Sans" panose="020B0503050000020004" pitchFamily="34" charset="0"/>
              </a:rPr>
              <a:t>, </a:t>
            </a:r>
            <a:r>
              <a:rPr lang="it-IT" b="1" dirty="0" err="1">
                <a:latin typeface="Fira Sans" panose="020B0503050000020004" pitchFamily="34" charset="0"/>
              </a:rPr>
              <a:t>VirusShare</a:t>
            </a:r>
            <a:r>
              <a:rPr lang="it-IT" b="1" dirty="0">
                <a:latin typeface="Fira Sans" panose="020B0503050000020004" pitchFamily="34" charset="0"/>
              </a:rPr>
              <a:t>, </a:t>
            </a:r>
            <a:r>
              <a:rPr lang="it-IT" b="1" dirty="0" err="1">
                <a:latin typeface="Fira Sans" panose="020B0503050000020004" pitchFamily="34" charset="0"/>
              </a:rPr>
              <a:t>MalwareBazaar</a:t>
            </a:r>
            <a:r>
              <a:rPr lang="it-IT" dirty="0">
                <a:latin typeface="Fira Sans" panose="020B0503050000020004" pitchFamily="34" charset="0"/>
              </a:rPr>
              <a:t>).</a:t>
            </a:r>
            <a:endParaRPr lang="it-IT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8AD78AD8-B640-CB68-491F-DCA89CC86C4A}"/>
              </a:ext>
            </a:extLst>
          </p:cNvPr>
          <p:cNvSpPr txBox="1"/>
          <p:nvPr/>
        </p:nvSpPr>
        <p:spPr>
          <a:xfrm>
            <a:off x="98896" y="3619844"/>
            <a:ext cx="38859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automatically generated </a:t>
            </a:r>
            <a:r>
              <a:rPr lang="en-US" b="1" dirty="0">
                <a:latin typeface="Fira Sans" panose="020B0503050000020004" pitchFamily="34" charset="0"/>
              </a:rPr>
              <a:t>Swagger UI</a:t>
            </a:r>
            <a:r>
              <a:rPr lang="en-US" dirty="0">
                <a:latin typeface="Fira Sans" panose="020B0503050000020004" pitchFamily="34" charset="0"/>
              </a:rPr>
              <a:t> simplifies testing and documentation of all available APIs, ensuring modular, secure, and isolated communication.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20" name="Google Shape;1691;p40">
            <a:extLst>
              <a:ext uri="{FF2B5EF4-FFF2-40B4-BE49-F238E27FC236}">
                <a16:creationId xmlns:a16="http://schemas.microsoft.com/office/drawing/2014/main" id="{991BBB3F-3608-8BD1-D299-905429657F15}"/>
              </a:ext>
            </a:extLst>
          </p:cNvPr>
          <p:cNvSpPr/>
          <p:nvPr/>
        </p:nvSpPr>
        <p:spPr>
          <a:xfrm>
            <a:off x="149967" y="2106186"/>
            <a:ext cx="3736233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 can do </a:t>
            </a:r>
            <a:r>
              <a:rPr lang="en-US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FastAPI</a:t>
            </a:r>
            <a:r>
              <a:rPr lang="en-US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for the SMAAF?</a:t>
            </a:r>
          </a:p>
        </p:txBody>
      </p:sp>
    </p:spTree>
    <p:extLst>
      <p:ext uri="{BB962C8B-B14F-4D97-AF65-F5344CB8AC3E}">
        <p14:creationId xmlns:p14="http://schemas.microsoft.com/office/powerpoint/2010/main" val="3613507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1690;p40">
            <a:extLst>
              <a:ext uri="{FF2B5EF4-FFF2-40B4-BE49-F238E27FC236}">
                <a16:creationId xmlns:a16="http://schemas.microsoft.com/office/drawing/2014/main" id="{393EA743-E1E3-6B87-9D92-45CCD71CE599}"/>
              </a:ext>
            </a:extLst>
          </p:cNvPr>
          <p:cNvSpPr/>
          <p:nvPr/>
        </p:nvSpPr>
        <p:spPr>
          <a:xfrm>
            <a:off x="356219" y="1563973"/>
            <a:ext cx="1817671" cy="286602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54" name="Google Shape;1690;p40">
            <a:extLst>
              <a:ext uri="{FF2B5EF4-FFF2-40B4-BE49-F238E27FC236}">
                <a16:creationId xmlns:a16="http://schemas.microsoft.com/office/drawing/2014/main" id="{D140D823-7A2F-46E7-692F-680515F3DFB7}"/>
              </a:ext>
            </a:extLst>
          </p:cNvPr>
          <p:cNvSpPr/>
          <p:nvPr/>
        </p:nvSpPr>
        <p:spPr>
          <a:xfrm>
            <a:off x="7143739" y="1563973"/>
            <a:ext cx="1817671" cy="286602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53BCAF6-36F5-1048-E6AB-50FB9D4E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Isolated</a:t>
            </a:r>
            <a:r>
              <a:rPr lang="it-IT" dirty="0"/>
              <a:t> </a:t>
            </a:r>
            <a:r>
              <a:rPr lang="it-IT" dirty="0" err="1"/>
              <a:t>Environments</a:t>
            </a:r>
            <a:endParaRPr lang="it-IT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A970278E-EA90-5BA8-D927-7C022A70A8F6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" name="Google Shape;68;p15">
              <a:extLst>
                <a:ext uri="{FF2B5EF4-FFF2-40B4-BE49-F238E27FC236}">
                  <a16:creationId xmlns:a16="http://schemas.microsoft.com/office/drawing/2014/main" id="{F52DC3F9-BA99-5FCD-E6C3-912299F6361B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9;p15">
              <a:extLst>
                <a:ext uri="{FF2B5EF4-FFF2-40B4-BE49-F238E27FC236}">
                  <a16:creationId xmlns:a16="http://schemas.microsoft.com/office/drawing/2014/main" id="{40742647-2C8D-4D98-2DBF-1051C45AD4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BD56CEE6-1F98-7717-56B7-62035457B125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D51CE1D6-6DDB-8E46-09AE-D32C8DC87FCB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41CF1838-5E20-FDA7-6490-C50D5553B312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7;p15">
                <a:extLst>
                  <a:ext uri="{FF2B5EF4-FFF2-40B4-BE49-F238E27FC236}">
                    <a16:creationId xmlns:a16="http://schemas.microsoft.com/office/drawing/2014/main" id="{3F21A3F4-5440-AD24-ECF1-03A6D0635234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70;p15">
                <a:extLst>
                  <a:ext uri="{FF2B5EF4-FFF2-40B4-BE49-F238E27FC236}">
                    <a16:creationId xmlns:a16="http://schemas.microsoft.com/office/drawing/2014/main" id="{405853BF-48AF-0461-6ACB-0A23C853B845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698552C1-F374-BA6E-DBC4-3BE484C62E81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2" name="Google Shape;73;p15">
              <a:extLst>
                <a:ext uri="{FF2B5EF4-FFF2-40B4-BE49-F238E27FC236}">
                  <a16:creationId xmlns:a16="http://schemas.microsoft.com/office/drawing/2014/main" id="{9FD46CBD-C287-F72F-BB5F-2AE2CDB7029B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5;p15">
              <a:extLst>
                <a:ext uri="{FF2B5EF4-FFF2-40B4-BE49-F238E27FC236}">
                  <a16:creationId xmlns:a16="http://schemas.microsoft.com/office/drawing/2014/main" id="{CBE1B093-709B-6D3B-324E-3873BCE200D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6;p15">
              <a:extLst>
                <a:ext uri="{FF2B5EF4-FFF2-40B4-BE49-F238E27FC236}">
                  <a16:creationId xmlns:a16="http://schemas.microsoft.com/office/drawing/2014/main" id="{A3103EE3-7E41-C817-ADF0-B2BFD95E0C7A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1;p15">
              <a:extLst>
                <a:ext uri="{FF2B5EF4-FFF2-40B4-BE49-F238E27FC236}">
                  <a16:creationId xmlns:a16="http://schemas.microsoft.com/office/drawing/2014/main" id="{0BC81D42-64B6-37BD-FF13-FF59EF4B6B9A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2;p15">
              <a:extLst>
                <a:ext uri="{FF2B5EF4-FFF2-40B4-BE49-F238E27FC236}">
                  <a16:creationId xmlns:a16="http://schemas.microsoft.com/office/drawing/2014/main" id="{58EC2405-CF7C-3766-4AB1-1213FAA42036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4;p15">
              <a:extLst>
                <a:ext uri="{FF2B5EF4-FFF2-40B4-BE49-F238E27FC236}">
                  <a16:creationId xmlns:a16="http://schemas.microsoft.com/office/drawing/2014/main" id="{B0DCB2B5-6EBF-6E30-56AF-11418A4D073C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F3DD5091-7368-21F5-1A40-9804E6CBC3AC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9" name="Google Shape;122;p15">
              <a:extLst>
                <a:ext uri="{FF2B5EF4-FFF2-40B4-BE49-F238E27FC236}">
                  <a16:creationId xmlns:a16="http://schemas.microsoft.com/office/drawing/2014/main" id="{6FEEDD57-D43C-FA18-3B1E-D07BCEBED3B3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3;p15">
              <a:extLst>
                <a:ext uri="{FF2B5EF4-FFF2-40B4-BE49-F238E27FC236}">
                  <a16:creationId xmlns:a16="http://schemas.microsoft.com/office/drawing/2014/main" id="{90656BC3-535A-58AD-877A-5D29D7E8013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4;p15">
              <a:extLst>
                <a:ext uri="{FF2B5EF4-FFF2-40B4-BE49-F238E27FC236}">
                  <a16:creationId xmlns:a16="http://schemas.microsoft.com/office/drawing/2014/main" id="{52239C4F-A03F-712D-3B97-DBC9076A50B6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;p15">
              <a:extLst>
                <a:ext uri="{FF2B5EF4-FFF2-40B4-BE49-F238E27FC236}">
                  <a16:creationId xmlns:a16="http://schemas.microsoft.com/office/drawing/2014/main" id="{8A0EF578-A94F-4719-5EAE-9E84779BA20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C88DEEE8-2A8E-A0B2-2B0F-8FB3858F3F5B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4" name="Google Shape;57;p15">
              <a:extLst>
                <a:ext uri="{FF2B5EF4-FFF2-40B4-BE49-F238E27FC236}">
                  <a16:creationId xmlns:a16="http://schemas.microsoft.com/office/drawing/2014/main" id="{42C6764D-2B8B-766D-89E7-84013E2392B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;p15">
              <a:extLst>
                <a:ext uri="{FF2B5EF4-FFF2-40B4-BE49-F238E27FC236}">
                  <a16:creationId xmlns:a16="http://schemas.microsoft.com/office/drawing/2014/main" id="{260E24CB-BFF4-FBCE-0DEB-D5AAA8716C40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;p15">
              <a:extLst>
                <a:ext uri="{FF2B5EF4-FFF2-40B4-BE49-F238E27FC236}">
                  <a16:creationId xmlns:a16="http://schemas.microsoft.com/office/drawing/2014/main" id="{EC0C6502-F69B-8AF0-7001-36EADA659EB7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0;p15">
              <a:extLst>
                <a:ext uri="{FF2B5EF4-FFF2-40B4-BE49-F238E27FC236}">
                  <a16:creationId xmlns:a16="http://schemas.microsoft.com/office/drawing/2014/main" id="{216A3004-E45B-8B13-07CA-A1C9187916A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1;p15">
              <a:extLst>
                <a:ext uri="{FF2B5EF4-FFF2-40B4-BE49-F238E27FC236}">
                  <a16:creationId xmlns:a16="http://schemas.microsoft.com/office/drawing/2014/main" id="{E15D1A4E-3EDE-AA1A-75FB-10C85EED315A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2;p15">
              <a:extLst>
                <a:ext uri="{FF2B5EF4-FFF2-40B4-BE49-F238E27FC236}">
                  <a16:creationId xmlns:a16="http://schemas.microsoft.com/office/drawing/2014/main" id="{203F1E88-9A6D-F4A8-DDAC-FE367CBDAD7F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3;p15">
              <a:extLst>
                <a:ext uri="{FF2B5EF4-FFF2-40B4-BE49-F238E27FC236}">
                  <a16:creationId xmlns:a16="http://schemas.microsoft.com/office/drawing/2014/main" id="{482DCF29-9F8C-AA10-6199-2F631FB44C52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7;p15">
              <a:extLst>
                <a:ext uri="{FF2B5EF4-FFF2-40B4-BE49-F238E27FC236}">
                  <a16:creationId xmlns:a16="http://schemas.microsoft.com/office/drawing/2014/main" id="{458CEB77-7081-754D-B0D2-4552DD943E20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8;p15">
              <a:extLst>
                <a:ext uri="{FF2B5EF4-FFF2-40B4-BE49-F238E27FC236}">
                  <a16:creationId xmlns:a16="http://schemas.microsoft.com/office/drawing/2014/main" id="{9DF6C540-743C-6379-7AB3-4A7B9279CA9A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9;p15">
              <a:extLst>
                <a:ext uri="{FF2B5EF4-FFF2-40B4-BE49-F238E27FC236}">
                  <a16:creationId xmlns:a16="http://schemas.microsoft.com/office/drawing/2014/main" id="{C820A14A-C2C9-CEA4-2441-79229EAEE641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0;p15">
              <a:extLst>
                <a:ext uri="{FF2B5EF4-FFF2-40B4-BE49-F238E27FC236}">
                  <a16:creationId xmlns:a16="http://schemas.microsoft.com/office/drawing/2014/main" id="{8FB180F1-E4DC-36AE-D659-31519955BB72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1;p15">
              <a:extLst>
                <a:ext uri="{FF2B5EF4-FFF2-40B4-BE49-F238E27FC236}">
                  <a16:creationId xmlns:a16="http://schemas.microsoft.com/office/drawing/2014/main" id="{B2993256-3F40-CEAE-FE93-F3766DAA337D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2;p15">
              <a:extLst>
                <a:ext uri="{FF2B5EF4-FFF2-40B4-BE49-F238E27FC236}">
                  <a16:creationId xmlns:a16="http://schemas.microsoft.com/office/drawing/2014/main" id="{7E41EDEA-966E-1423-34F9-E30ADA7D3C6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3;p15">
              <a:extLst>
                <a:ext uri="{FF2B5EF4-FFF2-40B4-BE49-F238E27FC236}">
                  <a16:creationId xmlns:a16="http://schemas.microsoft.com/office/drawing/2014/main" id="{5FEB740D-B284-FD7A-3621-FC918001D4C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246;p18">
            <a:extLst>
              <a:ext uri="{FF2B5EF4-FFF2-40B4-BE49-F238E27FC236}">
                <a16:creationId xmlns:a16="http://schemas.microsoft.com/office/drawing/2014/main" id="{ECD050DB-7A8B-FA32-9106-3C4CD25D310D}"/>
              </a:ext>
            </a:extLst>
          </p:cNvPr>
          <p:cNvSpPr txBox="1"/>
          <p:nvPr/>
        </p:nvSpPr>
        <p:spPr>
          <a:xfrm>
            <a:off x="325550" y="1448358"/>
            <a:ext cx="1868616" cy="310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1" dirty="0"/>
              <a:t>Containers (Docker)</a:t>
            </a:r>
            <a:r>
              <a:rPr lang="en-US" dirty="0"/>
              <a:t> provide lightweight and fast deployment for automation tasks, enabling multiple collectors to run independently with shared host resources. They are ideal for scalable and modular API-based operations.</a:t>
            </a:r>
            <a:endParaRPr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49" name="Google Shape;246;p18">
            <a:extLst>
              <a:ext uri="{FF2B5EF4-FFF2-40B4-BE49-F238E27FC236}">
                <a16:creationId xmlns:a16="http://schemas.microsoft.com/office/drawing/2014/main" id="{26CB1BFF-D487-F058-5EB2-E0B095223F54}"/>
              </a:ext>
            </a:extLst>
          </p:cNvPr>
          <p:cNvSpPr txBox="1"/>
          <p:nvPr/>
        </p:nvSpPr>
        <p:spPr>
          <a:xfrm>
            <a:off x="7085292" y="1446603"/>
            <a:ext cx="1868616" cy="3100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-US" b="1" dirty="0"/>
              <a:t>Virtual Environments (VMs)</a:t>
            </a:r>
            <a:r>
              <a:rPr lang="en-US" dirty="0"/>
              <a:t> offer deeper isolation with dedicated operating systems, making them suitable for analyzing high-risk samples or performing more resource-intensive tasks.</a:t>
            </a:r>
            <a:endParaRPr dirty="0">
              <a:solidFill>
                <a:schemeClr val="dk1"/>
              </a:solidFill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FF6EBD84-DF20-3B3D-D791-B04DFD6AB73E}"/>
              </a:ext>
            </a:extLst>
          </p:cNvPr>
          <p:cNvSpPr txBox="1"/>
          <p:nvPr/>
        </p:nvSpPr>
        <p:spPr>
          <a:xfrm>
            <a:off x="2354582" y="10065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" panose="020B0503050000020004" pitchFamily="34" charset="0"/>
              </a:rPr>
              <a:t>The framework uses isolated environments to ensure secure handling of malware samples.</a:t>
            </a:r>
            <a:endParaRPr lang="it-IT" dirty="0">
              <a:latin typeface="Fira Sans" panose="020B0503050000020004" pitchFamily="34" charset="0"/>
            </a:endParaRPr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CEABDF9A-FA2B-193B-2586-7F6EF4EAD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384" y="1901061"/>
            <a:ext cx="4268892" cy="2191852"/>
          </a:xfrm>
          <a:prstGeom prst="rect">
            <a:avLst/>
          </a:prstGeom>
        </p:spPr>
      </p:pic>
      <p:sp>
        <p:nvSpPr>
          <p:cNvPr id="58" name="Google Shape;1691;p40">
            <a:extLst>
              <a:ext uri="{FF2B5EF4-FFF2-40B4-BE49-F238E27FC236}">
                <a16:creationId xmlns:a16="http://schemas.microsoft.com/office/drawing/2014/main" id="{C50FDE48-F58A-04F1-712B-38C2F914B056}"/>
              </a:ext>
            </a:extLst>
          </p:cNvPr>
          <p:cNvSpPr/>
          <p:nvPr/>
        </p:nvSpPr>
        <p:spPr>
          <a:xfrm>
            <a:off x="356719" y="1135132"/>
            <a:ext cx="1817172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Containers</a:t>
            </a:r>
          </a:p>
        </p:txBody>
      </p:sp>
      <p:sp>
        <p:nvSpPr>
          <p:cNvPr id="59" name="Google Shape;1691;p40">
            <a:extLst>
              <a:ext uri="{FF2B5EF4-FFF2-40B4-BE49-F238E27FC236}">
                <a16:creationId xmlns:a16="http://schemas.microsoft.com/office/drawing/2014/main" id="{67072016-17CF-47BF-790B-65899A126744}"/>
              </a:ext>
            </a:extLst>
          </p:cNvPr>
          <p:cNvSpPr/>
          <p:nvPr/>
        </p:nvSpPr>
        <p:spPr>
          <a:xfrm>
            <a:off x="7151680" y="1115822"/>
            <a:ext cx="1817172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Virtual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Environments</a:t>
            </a:r>
            <a:endParaRPr lang="it-IT" dirty="0">
              <a:solidFill>
                <a:schemeClr val="bg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9357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690;p40">
            <a:extLst>
              <a:ext uri="{FF2B5EF4-FFF2-40B4-BE49-F238E27FC236}">
                <a16:creationId xmlns:a16="http://schemas.microsoft.com/office/drawing/2014/main" id="{36F819DC-909F-00A7-3F18-3F8A1C6860CC}"/>
              </a:ext>
            </a:extLst>
          </p:cNvPr>
          <p:cNvSpPr/>
          <p:nvPr/>
        </p:nvSpPr>
        <p:spPr>
          <a:xfrm>
            <a:off x="3428486" y="1987437"/>
            <a:ext cx="5464054" cy="229073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48A20CA-7C6D-A525-7F0D-116EC2A2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Ghidra</a:t>
            </a:r>
            <a:endParaRPr lang="it-IT" dirty="0"/>
          </a:p>
        </p:txBody>
      </p:sp>
      <p:pic>
        <p:nvPicPr>
          <p:cNvPr id="3" name="Immagine 2" descr="Immagine che contiene Elementi grafici, simbolo, clipart, Carattere&#10;&#10;Il contenuto generato dall'IA potrebbe non essere corretto.">
            <a:extLst>
              <a:ext uri="{FF2B5EF4-FFF2-40B4-BE49-F238E27FC236}">
                <a16:creationId xmlns:a16="http://schemas.microsoft.com/office/drawing/2014/main" id="{7CADEBC0-BBE5-F98C-C240-B75072561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89" y="1213413"/>
            <a:ext cx="2716673" cy="2716673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AB52DCA7-9336-2ACC-D0FF-076F72AC86C0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45AEF39B-096D-0D3A-EB90-71F2DAF20BDB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1E46189D-113B-7B81-0159-CE3BBB8102FB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FD647EF7-D1E6-B243-1803-6EDDE5C9BD9C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DD984D22-A6BB-950C-71FA-09DDC7452C07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F081581C-FBA2-17C9-FFC8-DAAEE965410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5933765D-33BD-D7C4-B10D-D7DB09E5C822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C01CB91F-FBEF-97A4-210B-2B02476081A7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BDD923F2-1592-8052-716B-5E07FCB6993F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A4B0D05F-819A-D1C0-EC44-479FC860BD50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9C140E29-086F-CCF6-D7F9-5A2427FBAC0A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D0FC522F-0C29-B82A-9445-5F54CFB83671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77283EB6-D93B-1A22-3BF7-1FE660E07260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9EC52089-C3A2-E31F-E1D2-B90266C2B507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DDF68567-D307-B874-257D-3A73C649191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18392EC-87D7-8922-27D2-62E58E110138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F94AFE64-ACBD-91F8-7B75-851DE8F7DAE7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ED3A9997-5F32-2F4C-931F-A71273EAADCF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A13677FE-2355-AC56-DA3D-3524E96C6F9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14F4AB25-DF30-A16B-0410-765CC93EF52F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AD6B39B6-3FC0-5E69-8BF7-3843261275D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653AEF90-A9AE-58E0-9DD6-5024DC0FC5C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0AC38BD9-05D7-33DE-D4BF-47633449B5C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5B08689B-FF74-1C5C-F9F1-54E242D997FB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70F6F1AA-C4B4-27BA-2C5E-BBED65682D52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417B7B5E-2C9A-9B5A-0A12-4D6BE6ABDCBF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8D4CBF4E-3A7F-F135-29B7-2F600CD35120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C9540C91-DEDC-C6D2-A525-0961007641DA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2CF19148-44B1-F463-0C41-2ACF38522B3D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05A58D35-AF67-7907-3990-1F5D90172F52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B8148DC7-4922-F036-139D-778B6136FEDB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A0DFBBFB-A312-4EB9-05C3-355CB01027F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6F762D2C-CB67-3C3D-9479-D5C0F7FBB539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86AD1521-71C9-D14E-3F87-D77B748F7A36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5C8423D5-0DE1-A4B4-D662-C161986E674A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7332ECB-C010-6CF3-3B8D-CC8B79947177}"/>
              </a:ext>
            </a:extLst>
          </p:cNvPr>
          <p:cNvSpPr txBox="1"/>
          <p:nvPr/>
        </p:nvSpPr>
        <p:spPr>
          <a:xfrm>
            <a:off x="2331836" y="8653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Fira Sans Medium" panose="020B0603050000020004" pitchFamily="34" charset="0"/>
              </a:rPr>
              <a:t>Open-source disassembler &amp; </a:t>
            </a:r>
            <a:r>
              <a:rPr lang="en-US" dirty="0" err="1">
                <a:latin typeface="Fira Sans Medium" panose="020B0603050000020004" pitchFamily="34" charset="0"/>
              </a:rPr>
              <a:t>decompiler</a:t>
            </a:r>
            <a:r>
              <a:rPr lang="en-US" dirty="0">
                <a:latin typeface="Fira Sans Medium" panose="020B0603050000020004" pitchFamily="34" charset="0"/>
              </a:rPr>
              <a:t> with powerful headless automation.</a:t>
            </a:r>
            <a:endParaRPr lang="it-IT" dirty="0">
              <a:latin typeface="Fira Sans Medium" panose="020B0603050000020004" pitchFamily="34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23DA2FD6-D6DB-A4C7-B65C-C6F7D4E8A6EE}"/>
              </a:ext>
            </a:extLst>
          </p:cNvPr>
          <p:cNvSpPr txBox="1"/>
          <p:nvPr/>
        </p:nvSpPr>
        <p:spPr>
          <a:xfrm>
            <a:off x="10954" y="4835723"/>
            <a:ext cx="1716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The </a:t>
            </a:r>
            <a:r>
              <a:rPr lang="it-IT" dirty="0" err="1">
                <a:hlinkClick r:id="rId3"/>
              </a:rPr>
              <a:t>Ghidra</a:t>
            </a:r>
            <a:r>
              <a:rPr lang="it-IT" dirty="0">
                <a:hlinkClick r:id="rId3"/>
              </a:rPr>
              <a:t> Project</a:t>
            </a:r>
            <a:endParaRPr lang="it-IT" dirty="0"/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789A9250-F03B-91A9-2335-D90F5A60C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24" y="1987437"/>
            <a:ext cx="57626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executables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(PE, ELF, APK)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assembly and C-like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pseudocode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(x86, x64, ARM, MIPS, etc.)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headless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batch processing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Python/Java scripting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custom export and feature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2" name="Google Shape;1691;p40">
            <a:extLst>
              <a:ext uri="{FF2B5EF4-FFF2-40B4-BE49-F238E27FC236}">
                <a16:creationId xmlns:a16="http://schemas.microsoft.com/office/drawing/2014/main" id="{CBE634B0-69B0-F111-B1E8-838465098D29}"/>
              </a:ext>
            </a:extLst>
          </p:cNvPr>
          <p:cNvSpPr/>
          <p:nvPr/>
        </p:nvSpPr>
        <p:spPr>
          <a:xfrm>
            <a:off x="3428486" y="1546579"/>
            <a:ext cx="5464054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Ghidra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9760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690;p40">
            <a:extLst>
              <a:ext uri="{FF2B5EF4-FFF2-40B4-BE49-F238E27FC236}">
                <a16:creationId xmlns:a16="http://schemas.microsoft.com/office/drawing/2014/main" id="{8D9878D7-CFA4-AE8A-D80A-086727F87710}"/>
              </a:ext>
            </a:extLst>
          </p:cNvPr>
          <p:cNvSpPr/>
          <p:nvPr/>
        </p:nvSpPr>
        <p:spPr>
          <a:xfrm>
            <a:off x="3428486" y="1987437"/>
            <a:ext cx="5464054" cy="2290738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4758A44-F1A4-9B2B-4F2E-DEB2A908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</p:spPr>
        <p:txBody>
          <a:bodyPr/>
          <a:lstStyle/>
          <a:p>
            <a:r>
              <a:rPr lang="it-IT" dirty="0"/>
              <a:t>radare2</a:t>
            </a:r>
          </a:p>
        </p:txBody>
      </p:sp>
      <p:pic>
        <p:nvPicPr>
          <p:cNvPr id="3" name="Immagine 2" descr="Immagine che contiene Elementi grafici, Carattere, simbolo, logo&#10;&#10;Il contenuto generato dall'IA potrebbe non essere corretto.">
            <a:extLst>
              <a:ext uri="{FF2B5EF4-FFF2-40B4-BE49-F238E27FC236}">
                <a16:creationId xmlns:a16="http://schemas.microsoft.com/office/drawing/2014/main" id="{3DD91BF8-5652-AA2D-A8EC-A8B743AF0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4898"/>
            <a:ext cx="3378578" cy="1693704"/>
          </a:xfrm>
          <a:prstGeom prst="rect">
            <a:avLst/>
          </a:prstGeom>
        </p:spPr>
      </p:pic>
      <p:grpSp>
        <p:nvGrpSpPr>
          <p:cNvPr id="4" name="Gruppo 3">
            <a:extLst>
              <a:ext uri="{FF2B5EF4-FFF2-40B4-BE49-F238E27FC236}">
                <a16:creationId xmlns:a16="http://schemas.microsoft.com/office/drawing/2014/main" id="{8EB079E3-72EF-EE7F-055B-4D08DF371F2C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5" name="Google Shape;68;p15">
              <a:extLst>
                <a:ext uri="{FF2B5EF4-FFF2-40B4-BE49-F238E27FC236}">
                  <a16:creationId xmlns:a16="http://schemas.microsoft.com/office/drawing/2014/main" id="{A6752A74-9EBF-F053-2685-1C7E82AB04D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9;p15">
              <a:extLst>
                <a:ext uri="{FF2B5EF4-FFF2-40B4-BE49-F238E27FC236}">
                  <a16:creationId xmlns:a16="http://schemas.microsoft.com/office/drawing/2014/main" id="{31732E40-322B-AE6A-27AE-B7B936978D3D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728A8639-3938-D9ED-7FC0-7BC002953499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8" name="Google Shape;65;p15">
                <a:extLst>
                  <a:ext uri="{FF2B5EF4-FFF2-40B4-BE49-F238E27FC236}">
                    <a16:creationId xmlns:a16="http://schemas.microsoft.com/office/drawing/2014/main" id="{A00B55B6-A61B-A83F-EBC5-04C1D6FA2D69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66;p15">
                <a:extLst>
                  <a:ext uri="{FF2B5EF4-FFF2-40B4-BE49-F238E27FC236}">
                    <a16:creationId xmlns:a16="http://schemas.microsoft.com/office/drawing/2014/main" id="{453C1D0A-0E90-D206-A0CF-D654CD337B7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65B8F210-ED8D-3EB6-B74D-B34AEDCFD18B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AAD99527-701C-10CF-9FD3-E106B4E24BA1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850689DB-E180-1E69-181A-9608FE59B582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515F1648-C24A-A297-40CA-92BC7C0BEEE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D5EEDD04-C214-487E-8FF8-3CBE0FD814B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204DAB61-370A-9BD1-3F4A-E1F44ED3870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9FB681C6-60AC-D348-8B3F-A320B3568777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C5A4621A-6DB9-6F04-F66D-6B71E16885F1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C49315E0-C094-806C-40FC-850A6AE17F03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89F29010-FEAE-E528-F4D3-20126B0ED42E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440C29EA-DC75-5D36-9CAA-2832DAC25315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D5086A62-B1C4-3532-C5CC-C4A861E85521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9C171239-BF4E-2DD7-1980-BE194C9FD5BB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61DABB0D-922B-96F9-AB19-480E11742E24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D5E7A145-9EB2-F6FB-4627-86C876E8E451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EEEED44F-A504-7D06-C124-2FD00F025ADA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D1749C6D-F393-4711-753B-FE1CCC2758F2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86814EB0-4985-439E-361F-CB98B2CB44BD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A51018DB-DF9C-798E-2268-CA9669E5283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F57141FB-82A2-B3DE-F32D-2A62656FB48B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72D86D66-82A7-418D-97F1-2B596221AF5F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AB2C0E3C-949D-A0D7-CE73-9CF4684954B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9D735637-4163-3F81-C775-EC96B1323630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2F75D52D-62C0-89ED-19C1-D03AA53361D0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D60D2F11-9CB5-16DB-53D6-2D63296A43B8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0D58DEE4-853A-8E07-9EF9-634EA04A166E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40BE2E1F-F6A8-568D-3F89-65B019B2E5D4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599EA85F-1051-EF58-4D3D-A46CCF084EC7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A87407CB-AD13-E2DA-6B36-AD08856EC127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4361840-F867-8D2F-2742-96E25F07AD3D}"/>
              </a:ext>
            </a:extLst>
          </p:cNvPr>
          <p:cNvSpPr txBox="1"/>
          <p:nvPr/>
        </p:nvSpPr>
        <p:spPr>
          <a:xfrm>
            <a:off x="0" y="4835723"/>
            <a:ext cx="17554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hlinkClick r:id="rId3"/>
              </a:rPr>
              <a:t>The radare2 Project</a:t>
            </a:r>
            <a:endParaRPr lang="it-IT" dirty="0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D85DF66F-6863-D169-8A79-851429E0B338}"/>
              </a:ext>
            </a:extLst>
          </p:cNvPr>
          <p:cNvSpPr txBox="1"/>
          <p:nvPr/>
        </p:nvSpPr>
        <p:spPr>
          <a:xfrm>
            <a:off x="2331836" y="86532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Command-line framework for fast, scriptable binary analysis and feature extraction.</a:t>
            </a:r>
            <a:endParaRPr lang="it-IT" b="1" dirty="0"/>
          </a:p>
        </p:txBody>
      </p:sp>
      <p:sp>
        <p:nvSpPr>
          <p:cNvPr id="47" name="Rectangle 2">
            <a:extLst>
              <a:ext uri="{FF2B5EF4-FFF2-40B4-BE49-F238E27FC236}">
                <a16:creationId xmlns:a16="http://schemas.microsoft.com/office/drawing/2014/main" id="{8E86A78A-F751-C172-DB77-A557D9E9C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578" y="1961245"/>
            <a:ext cx="576542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Extracts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.text / .data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sections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,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symbols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, and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function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tables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Opens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analyzes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binaries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in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headless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mode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for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automation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Detects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imports, exports, and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strings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(ASCII/Unicode)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Identifies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</a:t>
            </a:r>
            <a:r>
              <a:rPr lang="it-IT" altLang="it-IT" b="1" dirty="0" err="1">
                <a:solidFill>
                  <a:schemeClr val="tx1"/>
                </a:solidFill>
                <a:latin typeface="Fira Sans" panose="020B0503050000020004" pitchFamily="34" charset="0"/>
              </a:rPr>
              <a:t>architecture</a:t>
            </a:r>
            <a:r>
              <a:rPr lang="it-IT" altLang="it-IT" b="1" dirty="0">
                <a:solidFill>
                  <a:schemeClr val="tx1"/>
                </a:solidFill>
                <a:latin typeface="Fira Sans" panose="020B0503050000020004" pitchFamily="34" charset="0"/>
              </a:rPr>
              <a:t> and entry points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from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headers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Fira Sans" panose="020B0503050000020004" pitchFamily="34" charset="0"/>
              </a:rPr>
              <a:t>disassembly</a:t>
            </a:r>
            <a:r>
              <a:rPr lang="it-IT" altLang="it-IT" dirty="0">
                <a:solidFill>
                  <a:schemeClr val="tx1"/>
                </a:solidFill>
                <a:latin typeface="Fira Sans" panose="020B05030500000200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dirty="0">
                <a:latin typeface="Fira Sans" panose="020B0503050000020004" pitchFamily="34" charset="0"/>
              </a:rPr>
              <a:t>Ideal for </a:t>
            </a:r>
            <a:r>
              <a:rPr lang="en-US" b="1" dirty="0">
                <a:latin typeface="Fira Sans" panose="020B0503050000020004" pitchFamily="34" charset="0"/>
              </a:rPr>
              <a:t>scalable and parallel sample processing</a:t>
            </a:r>
            <a:r>
              <a:rPr lang="en-US" dirty="0">
                <a:latin typeface="Fira Sans" panose="020B0503050000020004" pitchFamily="34" charset="0"/>
              </a:rPr>
              <a:t>.</a:t>
            </a:r>
            <a:endParaRPr lang="it-IT" altLang="it-IT" dirty="0">
              <a:solidFill>
                <a:schemeClr val="tx1"/>
              </a:solidFill>
              <a:latin typeface="Fira Sans" panose="020B0503050000020004" pitchFamily="34" charset="0"/>
            </a:endParaRPr>
          </a:p>
        </p:txBody>
      </p:sp>
      <p:sp>
        <p:nvSpPr>
          <p:cNvPr id="54" name="Google Shape;1691;p40">
            <a:extLst>
              <a:ext uri="{FF2B5EF4-FFF2-40B4-BE49-F238E27FC236}">
                <a16:creationId xmlns:a16="http://schemas.microsoft.com/office/drawing/2014/main" id="{45A1EAA1-12E7-3A10-CD89-E3CCE1EEC0CC}"/>
              </a:ext>
            </a:extLst>
          </p:cNvPr>
          <p:cNvSpPr/>
          <p:nvPr/>
        </p:nvSpPr>
        <p:spPr>
          <a:xfrm>
            <a:off x="3428486" y="1546579"/>
            <a:ext cx="5464054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radare2?</a:t>
            </a:r>
          </a:p>
        </p:txBody>
      </p:sp>
    </p:spTree>
    <p:extLst>
      <p:ext uri="{BB962C8B-B14F-4D97-AF65-F5344CB8AC3E}">
        <p14:creationId xmlns:p14="http://schemas.microsoft.com/office/powerpoint/2010/main" val="1156845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690;p40">
            <a:extLst>
              <a:ext uri="{FF2B5EF4-FFF2-40B4-BE49-F238E27FC236}">
                <a16:creationId xmlns:a16="http://schemas.microsoft.com/office/drawing/2014/main" id="{70D34FD2-AB7E-AE6C-C40F-552C3450E9FA}"/>
              </a:ext>
            </a:extLst>
          </p:cNvPr>
          <p:cNvSpPr/>
          <p:nvPr/>
        </p:nvSpPr>
        <p:spPr>
          <a:xfrm>
            <a:off x="169105" y="1640749"/>
            <a:ext cx="4063920" cy="3210125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9DCE179-7A08-F2F8-CA15-663B7500C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Recovered</a:t>
            </a:r>
            <a:r>
              <a:rPr lang="it-IT" dirty="0"/>
              <a:t> Data</a:t>
            </a:r>
          </a:p>
        </p:txBody>
      </p:sp>
      <p:pic>
        <p:nvPicPr>
          <p:cNvPr id="5" name="Immagine 4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2CC53347-FF9F-60C5-BBB7-E4C87F357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74" y="1216674"/>
            <a:ext cx="4382726" cy="317461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39966E4D-7B38-1801-D970-42E6940C10FE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F1291882-3410-0C77-A74A-5BE2A45D82C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;p15">
              <a:extLst>
                <a:ext uri="{FF2B5EF4-FFF2-40B4-BE49-F238E27FC236}">
                  <a16:creationId xmlns:a16="http://schemas.microsoft.com/office/drawing/2014/main" id="{D54F4A08-0700-4B8F-AB0C-816D2A3E38D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3F618D7-5249-869A-E108-81B155074D60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0" name="Google Shape;65;p15">
                <a:extLst>
                  <a:ext uri="{FF2B5EF4-FFF2-40B4-BE49-F238E27FC236}">
                    <a16:creationId xmlns:a16="http://schemas.microsoft.com/office/drawing/2014/main" id="{D40DB3B9-F845-E3BB-D609-381B8B4B1958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6;p15">
                <a:extLst>
                  <a:ext uri="{FF2B5EF4-FFF2-40B4-BE49-F238E27FC236}">
                    <a16:creationId xmlns:a16="http://schemas.microsoft.com/office/drawing/2014/main" id="{30697797-6BD7-A222-DDF3-D0D330664B7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7;p15">
                <a:extLst>
                  <a:ext uri="{FF2B5EF4-FFF2-40B4-BE49-F238E27FC236}">
                    <a16:creationId xmlns:a16="http://schemas.microsoft.com/office/drawing/2014/main" id="{90C74A7F-2B6F-0581-A86D-0AB4D3B7CD7E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0;p15">
                <a:extLst>
                  <a:ext uri="{FF2B5EF4-FFF2-40B4-BE49-F238E27FC236}">
                    <a16:creationId xmlns:a16="http://schemas.microsoft.com/office/drawing/2014/main" id="{D2CCF775-5BB3-C52E-1303-363A7B7E9E65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426D6A1-9128-A091-13E1-D399C3C726C9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5" name="Google Shape;73;p15">
              <a:extLst>
                <a:ext uri="{FF2B5EF4-FFF2-40B4-BE49-F238E27FC236}">
                  <a16:creationId xmlns:a16="http://schemas.microsoft.com/office/drawing/2014/main" id="{FF66B575-CCFD-5EBB-F133-D0BEDF0C01C9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;p15">
              <a:extLst>
                <a:ext uri="{FF2B5EF4-FFF2-40B4-BE49-F238E27FC236}">
                  <a16:creationId xmlns:a16="http://schemas.microsoft.com/office/drawing/2014/main" id="{B456AC23-DDA8-CE19-231A-F84FA9797465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6;p15">
              <a:extLst>
                <a:ext uri="{FF2B5EF4-FFF2-40B4-BE49-F238E27FC236}">
                  <a16:creationId xmlns:a16="http://schemas.microsoft.com/office/drawing/2014/main" id="{167A550D-1645-2CC7-FCB5-DA625DEC33DE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;p15">
              <a:extLst>
                <a:ext uri="{FF2B5EF4-FFF2-40B4-BE49-F238E27FC236}">
                  <a16:creationId xmlns:a16="http://schemas.microsoft.com/office/drawing/2014/main" id="{E19ED2E1-94DB-AE1B-E72D-3C12B516FDA9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;p15">
              <a:extLst>
                <a:ext uri="{FF2B5EF4-FFF2-40B4-BE49-F238E27FC236}">
                  <a16:creationId xmlns:a16="http://schemas.microsoft.com/office/drawing/2014/main" id="{50818C58-0B1D-F105-F1DE-45B84780E052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357CE973-DEA2-2EE8-9F62-A3B8811AEEF3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1FD80764-605B-85FC-78A2-54D422DE4ADD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2" name="Google Shape;122;p15">
              <a:extLst>
                <a:ext uri="{FF2B5EF4-FFF2-40B4-BE49-F238E27FC236}">
                  <a16:creationId xmlns:a16="http://schemas.microsoft.com/office/drawing/2014/main" id="{EC17F887-499D-531A-8289-A726D1502729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;p15">
              <a:extLst>
                <a:ext uri="{FF2B5EF4-FFF2-40B4-BE49-F238E27FC236}">
                  <a16:creationId xmlns:a16="http://schemas.microsoft.com/office/drawing/2014/main" id="{1392893B-1553-7AD4-211A-4B89F61F5AF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;p15">
              <a:extLst>
                <a:ext uri="{FF2B5EF4-FFF2-40B4-BE49-F238E27FC236}">
                  <a16:creationId xmlns:a16="http://schemas.microsoft.com/office/drawing/2014/main" id="{40B76118-BF1B-2656-6AE6-627136A75DAF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;p15">
              <a:extLst>
                <a:ext uri="{FF2B5EF4-FFF2-40B4-BE49-F238E27FC236}">
                  <a16:creationId xmlns:a16="http://schemas.microsoft.com/office/drawing/2014/main" id="{03691C69-A51C-FB31-8DEF-02863D9713E9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1F240639-4233-723D-5A9E-F24D99DD2F8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7" name="Google Shape;57;p15">
              <a:extLst>
                <a:ext uri="{FF2B5EF4-FFF2-40B4-BE49-F238E27FC236}">
                  <a16:creationId xmlns:a16="http://schemas.microsoft.com/office/drawing/2014/main" id="{C57A3F42-AD21-36CA-DE24-97EEE82F5AF3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;p15">
              <a:extLst>
                <a:ext uri="{FF2B5EF4-FFF2-40B4-BE49-F238E27FC236}">
                  <a16:creationId xmlns:a16="http://schemas.microsoft.com/office/drawing/2014/main" id="{AAD874E4-CF81-CC0E-F5D8-B5A8D0CBD315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;p15">
              <a:extLst>
                <a:ext uri="{FF2B5EF4-FFF2-40B4-BE49-F238E27FC236}">
                  <a16:creationId xmlns:a16="http://schemas.microsoft.com/office/drawing/2014/main" id="{FD6DFDBE-C7CE-47F5-8854-467BA8EC0F04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0;p15">
              <a:extLst>
                <a:ext uri="{FF2B5EF4-FFF2-40B4-BE49-F238E27FC236}">
                  <a16:creationId xmlns:a16="http://schemas.microsoft.com/office/drawing/2014/main" id="{9521242F-895F-47E0-DE3F-4A1A2ECE8223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;p15">
              <a:extLst>
                <a:ext uri="{FF2B5EF4-FFF2-40B4-BE49-F238E27FC236}">
                  <a16:creationId xmlns:a16="http://schemas.microsoft.com/office/drawing/2014/main" id="{2297F0A8-3219-2B60-58B5-0722426CBF74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2;p15">
              <a:extLst>
                <a:ext uri="{FF2B5EF4-FFF2-40B4-BE49-F238E27FC236}">
                  <a16:creationId xmlns:a16="http://schemas.microsoft.com/office/drawing/2014/main" id="{20DBF809-392D-729A-442B-68A2EC061C95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3;p15">
              <a:extLst>
                <a:ext uri="{FF2B5EF4-FFF2-40B4-BE49-F238E27FC236}">
                  <a16:creationId xmlns:a16="http://schemas.microsoft.com/office/drawing/2014/main" id="{344439EB-AF9C-1584-00E0-5F9170D4F089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7;p15">
              <a:extLst>
                <a:ext uri="{FF2B5EF4-FFF2-40B4-BE49-F238E27FC236}">
                  <a16:creationId xmlns:a16="http://schemas.microsoft.com/office/drawing/2014/main" id="{4D39D362-B801-DCAE-F2BE-C67887361095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8;p15">
              <a:extLst>
                <a:ext uri="{FF2B5EF4-FFF2-40B4-BE49-F238E27FC236}">
                  <a16:creationId xmlns:a16="http://schemas.microsoft.com/office/drawing/2014/main" id="{17990A31-13ED-8D08-982A-A66F3598C729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9;p15">
              <a:extLst>
                <a:ext uri="{FF2B5EF4-FFF2-40B4-BE49-F238E27FC236}">
                  <a16:creationId xmlns:a16="http://schemas.microsoft.com/office/drawing/2014/main" id="{A7802D53-3DE3-9B9A-69A4-CBC8D8532A00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;p15">
              <a:extLst>
                <a:ext uri="{FF2B5EF4-FFF2-40B4-BE49-F238E27FC236}">
                  <a16:creationId xmlns:a16="http://schemas.microsoft.com/office/drawing/2014/main" id="{8F83741D-165E-7781-354C-92117C82B59A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;p15">
              <a:extLst>
                <a:ext uri="{FF2B5EF4-FFF2-40B4-BE49-F238E27FC236}">
                  <a16:creationId xmlns:a16="http://schemas.microsoft.com/office/drawing/2014/main" id="{E65DB7B2-CC7A-ABB8-AB5C-EBDD9F36F0E2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;p15">
              <a:extLst>
                <a:ext uri="{FF2B5EF4-FFF2-40B4-BE49-F238E27FC236}">
                  <a16:creationId xmlns:a16="http://schemas.microsoft.com/office/drawing/2014/main" id="{ED1140DC-51ED-6727-AD95-3AB2E4F727D7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;p15">
              <a:extLst>
                <a:ext uri="{FF2B5EF4-FFF2-40B4-BE49-F238E27FC236}">
                  <a16:creationId xmlns:a16="http://schemas.microsoft.com/office/drawing/2014/main" id="{7C9D14CB-DC4C-1FD8-8AB1-753FEBB90392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84993A8-5101-ACC1-544F-3CFCCE497C2C}"/>
              </a:ext>
            </a:extLst>
          </p:cNvPr>
          <p:cNvSpPr txBox="1"/>
          <p:nvPr/>
        </p:nvSpPr>
        <p:spPr>
          <a:xfrm>
            <a:off x="130296" y="1583818"/>
            <a:ext cx="422131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During disassembly, the module extracts and reconstructs memory sections from the binary file.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.text</a:t>
            </a:r>
            <a:r>
              <a:rPr lang="en-US" dirty="0"/>
              <a:t> → executable code recovered for instruction flow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.data</a:t>
            </a:r>
            <a:r>
              <a:rPr lang="en-US" dirty="0"/>
              <a:t> → initialized global/static variables read from disk.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.</a:t>
            </a:r>
            <a:r>
              <a:rPr lang="en-US" b="1" dirty="0" err="1"/>
              <a:t>bss</a:t>
            </a:r>
            <a:r>
              <a:rPr lang="en-US" dirty="0"/>
              <a:t> → uninitialized data, allocated at program start.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heap / stack</a:t>
            </a:r>
            <a:r>
              <a:rPr lang="en-US" dirty="0"/>
              <a:t> → dynamically allocated regions identified for behavior prediction.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These recovered sections allow the framework to map code, data, and memory references for deeper static analysis.</a:t>
            </a:r>
          </a:p>
        </p:txBody>
      </p:sp>
      <p:sp>
        <p:nvSpPr>
          <p:cNvPr id="45" name="Google Shape;1691;p40">
            <a:extLst>
              <a:ext uri="{FF2B5EF4-FFF2-40B4-BE49-F238E27FC236}">
                <a16:creationId xmlns:a16="http://schemas.microsoft.com/office/drawing/2014/main" id="{22405058-CB6A-0C28-36BE-20F7C97BF459}"/>
              </a:ext>
            </a:extLst>
          </p:cNvPr>
          <p:cNvSpPr/>
          <p:nvPr/>
        </p:nvSpPr>
        <p:spPr>
          <a:xfrm>
            <a:off x="169105" y="1196749"/>
            <a:ext cx="4063920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we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need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84550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690;p40">
            <a:extLst>
              <a:ext uri="{FF2B5EF4-FFF2-40B4-BE49-F238E27FC236}">
                <a16:creationId xmlns:a16="http://schemas.microsoft.com/office/drawing/2014/main" id="{FC4F1647-2AFC-C668-6008-5A1E620987C5}"/>
              </a:ext>
            </a:extLst>
          </p:cNvPr>
          <p:cNvSpPr/>
          <p:nvPr/>
        </p:nvSpPr>
        <p:spPr>
          <a:xfrm>
            <a:off x="3940628" y="1777745"/>
            <a:ext cx="4158527" cy="1751272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B52853-6EC7-6E0C-CBC0-99450ADA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String</a:t>
            </a:r>
            <a:r>
              <a:rPr lang="it-IT" dirty="0"/>
              <a:t> and Signature </a:t>
            </a:r>
            <a:r>
              <a:rPr lang="it-IT" dirty="0" err="1"/>
              <a:t>Extractor</a:t>
            </a:r>
            <a:endParaRPr lang="it-IT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E40AB95-A492-DF7F-9CD1-2DC3B72ADC38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1" name="Google Shape;68;p15">
              <a:extLst>
                <a:ext uri="{FF2B5EF4-FFF2-40B4-BE49-F238E27FC236}">
                  <a16:creationId xmlns:a16="http://schemas.microsoft.com/office/drawing/2014/main" id="{D0E9AFBA-960A-75C6-ACEA-7B71A0CA5458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69;p15">
              <a:extLst>
                <a:ext uri="{FF2B5EF4-FFF2-40B4-BE49-F238E27FC236}">
                  <a16:creationId xmlns:a16="http://schemas.microsoft.com/office/drawing/2014/main" id="{6BC462CF-87A6-2AF5-C017-D880423E96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73356FC5-3B59-E781-93C3-74005DF020AF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4" name="Google Shape;65;p15">
                <a:extLst>
                  <a:ext uri="{FF2B5EF4-FFF2-40B4-BE49-F238E27FC236}">
                    <a16:creationId xmlns:a16="http://schemas.microsoft.com/office/drawing/2014/main" id="{D9E2FA51-6218-DB6D-059B-EB4A05618EB3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6;p15">
                <a:extLst>
                  <a:ext uri="{FF2B5EF4-FFF2-40B4-BE49-F238E27FC236}">
                    <a16:creationId xmlns:a16="http://schemas.microsoft.com/office/drawing/2014/main" id="{516A62C6-9986-9BD9-4B27-C131D71AB2C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7;p15">
                <a:extLst>
                  <a:ext uri="{FF2B5EF4-FFF2-40B4-BE49-F238E27FC236}">
                    <a16:creationId xmlns:a16="http://schemas.microsoft.com/office/drawing/2014/main" id="{C6B1746E-141B-7A21-0909-0F6473E9F248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70;p15">
                <a:extLst>
                  <a:ext uri="{FF2B5EF4-FFF2-40B4-BE49-F238E27FC236}">
                    <a16:creationId xmlns:a16="http://schemas.microsoft.com/office/drawing/2014/main" id="{83A7DDAD-44DD-141C-2882-DDB32321FFA4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4F4747DC-3B5A-C428-2A22-A936C9C4B33C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9" name="Google Shape;73;p15">
              <a:extLst>
                <a:ext uri="{FF2B5EF4-FFF2-40B4-BE49-F238E27FC236}">
                  <a16:creationId xmlns:a16="http://schemas.microsoft.com/office/drawing/2014/main" id="{319C8731-38AE-387A-C0F5-1370B84E062B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5;p15">
              <a:extLst>
                <a:ext uri="{FF2B5EF4-FFF2-40B4-BE49-F238E27FC236}">
                  <a16:creationId xmlns:a16="http://schemas.microsoft.com/office/drawing/2014/main" id="{8F2BCF3F-41E8-1C32-5211-129F7A69398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6;p15">
              <a:extLst>
                <a:ext uri="{FF2B5EF4-FFF2-40B4-BE49-F238E27FC236}">
                  <a16:creationId xmlns:a16="http://schemas.microsoft.com/office/drawing/2014/main" id="{114F2306-00E8-F435-A0BC-A6BCD55D0273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1;p15">
              <a:extLst>
                <a:ext uri="{FF2B5EF4-FFF2-40B4-BE49-F238E27FC236}">
                  <a16:creationId xmlns:a16="http://schemas.microsoft.com/office/drawing/2014/main" id="{4B57EB60-79FF-8BBE-9C8E-E45F86883F9C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2;p15">
              <a:extLst>
                <a:ext uri="{FF2B5EF4-FFF2-40B4-BE49-F238E27FC236}">
                  <a16:creationId xmlns:a16="http://schemas.microsoft.com/office/drawing/2014/main" id="{A351B6F3-8CBE-8FE2-3B58-F2FCF8428FA2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4;p15">
              <a:extLst>
                <a:ext uri="{FF2B5EF4-FFF2-40B4-BE49-F238E27FC236}">
                  <a16:creationId xmlns:a16="http://schemas.microsoft.com/office/drawing/2014/main" id="{541737B5-6779-4E17-44A8-DB23C37C79EA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934DE3B9-09AF-B045-447E-AC207EC403A9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6" name="Google Shape;122;p15">
              <a:extLst>
                <a:ext uri="{FF2B5EF4-FFF2-40B4-BE49-F238E27FC236}">
                  <a16:creationId xmlns:a16="http://schemas.microsoft.com/office/drawing/2014/main" id="{2CD5FDB2-1CF6-45B7-555E-B1C6AA932783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;p15">
              <a:extLst>
                <a:ext uri="{FF2B5EF4-FFF2-40B4-BE49-F238E27FC236}">
                  <a16:creationId xmlns:a16="http://schemas.microsoft.com/office/drawing/2014/main" id="{97596A25-5EBA-6050-FFE6-E6721326E0E8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4;p15">
              <a:extLst>
                <a:ext uri="{FF2B5EF4-FFF2-40B4-BE49-F238E27FC236}">
                  <a16:creationId xmlns:a16="http://schemas.microsoft.com/office/drawing/2014/main" id="{3BC2F4DE-6803-4804-A9B2-0154C244F8B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5;p15">
              <a:extLst>
                <a:ext uri="{FF2B5EF4-FFF2-40B4-BE49-F238E27FC236}">
                  <a16:creationId xmlns:a16="http://schemas.microsoft.com/office/drawing/2014/main" id="{55082CA1-94C4-B3A6-B64C-A90B50D0E90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873891C9-3E5B-92CB-09BA-C4C9FC983C0F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31" name="Google Shape;57;p15">
              <a:extLst>
                <a:ext uri="{FF2B5EF4-FFF2-40B4-BE49-F238E27FC236}">
                  <a16:creationId xmlns:a16="http://schemas.microsoft.com/office/drawing/2014/main" id="{7E4E2912-82F6-4FAB-AA81-28DE0D1B26A8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8;p15">
              <a:extLst>
                <a:ext uri="{FF2B5EF4-FFF2-40B4-BE49-F238E27FC236}">
                  <a16:creationId xmlns:a16="http://schemas.microsoft.com/office/drawing/2014/main" id="{8D4D9F45-2B66-49D1-E9BB-F3B73782FD0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;p15">
              <a:extLst>
                <a:ext uri="{FF2B5EF4-FFF2-40B4-BE49-F238E27FC236}">
                  <a16:creationId xmlns:a16="http://schemas.microsoft.com/office/drawing/2014/main" id="{FEB8FFEA-5205-BD2C-6AAB-B855085EE1BE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0;p15">
              <a:extLst>
                <a:ext uri="{FF2B5EF4-FFF2-40B4-BE49-F238E27FC236}">
                  <a16:creationId xmlns:a16="http://schemas.microsoft.com/office/drawing/2014/main" id="{D9F1ED02-60B2-F35A-1463-C33216F5EEDF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1;p15">
              <a:extLst>
                <a:ext uri="{FF2B5EF4-FFF2-40B4-BE49-F238E27FC236}">
                  <a16:creationId xmlns:a16="http://schemas.microsoft.com/office/drawing/2014/main" id="{E45738C6-F941-C9DB-4A77-FC9DCE77276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2;p15">
              <a:extLst>
                <a:ext uri="{FF2B5EF4-FFF2-40B4-BE49-F238E27FC236}">
                  <a16:creationId xmlns:a16="http://schemas.microsoft.com/office/drawing/2014/main" id="{C52E7CEA-D1EE-927E-81C9-2060F5EC175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3;p15">
              <a:extLst>
                <a:ext uri="{FF2B5EF4-FFF2-40B4-BE49-F238E27FC236}">
                  <a16:creationId xmlns:a16="http://schemas.microsoft.com/office/drawing/2014/main" id="{D4F1D0F8-F060-FBAC-2B82-8CCDEE3BE5A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7;p15">
              <a:extLst>
                <a:ext uri="{FF2B5EF4-FFF2-40B4-BE49-F238E27FC236}">
                  <a16:creationId xmlns:a16="http://schemas.microsoft.com/office/drawing/2014/main" id="{1DE6D76E-3E10-EFCA-62BA-28EF4CACFFB2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8;p15">
              <a:extLst>
                <a:ext uri="{FF2B5EF4-FFF2-40B4-BE49-F238E27FC236}">
                  <a16:creationId xmlns:a16="http://schemas.microsoft.com/office/drawing/2014/main" id="{B9BCDC01-F81B-384A-B6A6-4654274C1A13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9;p15">
              <a:extLst>
                <a:ext uri="{FF2B5EF4-FFF2-40B4-BE49-F238E27FC236}">
                  <a16:creationId xmlns:a16="http://schemas.microsoft.com/office/drawing/2014/main" id="{B83A4B55-73B3-D694-EFCA-DC9D42977D4E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30;p15">
              <a:extLst>
                <a:ext uri="{FF2B5EF4-FFF2-40B4-BE49-F238E27FC236}">
                  <a16:creationId xmlns:a16="http://schemas.microsoft.com/office/drawing/2014/main" id="{9671F34B-5F63-84F7-3256-BB418088595D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31;p15">
              <a:extLst>
                <a:ext uri="{FF2B5EF4-FFF2-40B4-BE49-F238E27FC236}">
                  <a16:creationId xmlns:a16="http://schemas.microsoft.com/office/drawing/2014/main" id="{B9BBA196-1779-9D28-4B92-C1AB0C66373B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2;p15">
              <a:extLst>
                <a:ext uri="{FF2B5EF4-FFF2-40B4-BE49-F238E27FC236}">
                  <a16:creationId xmlns:a16="http://schemas.microsoft.com/office/drawing/2014/main" id="{8930DA3B-8EA9-CE8C-70DE-5A601C4003E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3;p15">
              <a:extLst>
                <a:ext uri="{FF2B5EF4-FFF2-40B4-BE49-F238E27FC236}">
                  <a16:creationId xmlns:a16="http://schemas.microsoft.com/office/drawing/2014/main" id="{4BFBBDC5-CC4E-01F3-E00C-2C35F59AB545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8" name="Immagine 47" descr="Immagine che contiene Carattere, simbol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BA3FB085-166B-A3AB-F232-FA22C8E4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2" y="1707346"/>
            <a:ext cx="2440165" cy="897026"/>
          </a:xfrm>
          <a:prstGeom prst="rect">
            <a:avLst/>
          </a:prstGeom>
        </p:spPr>
      </p:pic>
      <p:pic>
        <p:nvPicPr>
          <p:cNvPr id="52" name="Immagine 51" descr="Immagine che contiene testo, Carattere, logo, bianco&#10;&#10;Il contenuto generato dall'IA potrebbe non essere corretto.">
            <a:extLst>
              <a:ext uri="{FF2B5EF4-FFF2-40B4-BE49-F238E27FC236}">
                <a16:creationId xmlns:a16="http://schemas.microsoft.com/office/drawing/2014/main" id="{C64EF0CF-604C-584A-1AAF-9AE74927B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92" y="2702215"/>
            <a:ext cx="2440165" cy="826802"/>
          </a:xfrm>
          <a:prstGeom prst="rect">
            <a:avLst/>
          </a:prstGeom>
        </p:spPr>
      </p:pic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68EBF0A8-EA65-5EF7-5EA6-92AA2A991970}"/>
              </a:ext>
            </a:extLst>
          </p:cNvPr>
          <p:cNvSpPr txBox="1"/>
          <p:nvPr/>
        </p:nvSpPr>
        <p:spPr>
          <a:xfrm>
            <a:off x="2331836" y="865325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Fira Sans" panose="020B0503050000020004" pitchFamily="34" charset="0"/>
              </a:rPr>
              <a:t>The String and Signature Extractor module identifies readable and obfuscated strings from the disassembled binary.</a:t>
            </a:r>
            <a:endParaRPr lang="it-IT" b="1" dirty="0">
              <a:latin typeface="Fira Sans" panose="020B0503050000020004" pitchFamily="34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D5DC8E66-0728-5E51-68A9-4C129A1A4BCF}"/>
              </a:ext>
            </a:extLst>
          </p:cNvPr>
          <p:cNvSpPr txBox="1"/>
          <p:nvPr/>
        </p:nvSpPr>
        <p:spPr>
          <a:xfrm>
            <a:off x="3868447" y="2746284"/>
            <a:ext cx="42307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Strings (or rabin2):</a:t>
            </a:r>
            <a:r>
              <a:rPr lang="en-US" dirty="0">
                <a:latin typeface="Fira Sans" panose="020B0503050000020004" pitchFamily="34" charset="0"/>
              </a:rPr>
              <a:t> extracts plain ASCII and Unicode text embedded in the binary (URLs, IPs, registry keys, function names).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3F44F39A-B71B-3853-B92F-3B9CEFA9F660}"/>
              </a:ext>
            </a:extLst>
          </p:cNvPr>
          <p:cNvSpPr txBox="1"/>
          <p:nvPr/>
        </p:nvSpPr>
        <p:spPr>
          <a:xfrm>
            <a:off x="3868447" y="1792128"/>
            <a:ext cx="42307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Fira Sans" panose="020B0503050000020004" pitchFamily="34" charset="0"/>
              </a:rPr>
              <a:t>FLOSS (FireEye Labs):</a:t>
            </a:r>
            <a:r>
              <a:rPr lang="en-US" dirty="0">
                <a:latin typeface="Fira Sans" panose="020B0503050000020004" pitchFamily="34" charset="0"/>
              </a:rPr>
              <a:t> automatically detects and decodes obfuscated or dynamically constructed strings used by malware.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450227F-25F1-8C21-5D4D-78CDA3BEA249}"/>
              </a:ext>
            </a:extLst>
          </p:cNvPr>
          <p:cNvSpPr txBox="1"/>
          <p:nvPr/>
        </p:nvSpPr>
        <p:spPr>
          <a:xfrm>
            <a:off x="224972" y="3900507"/>
            <a:ext cx="86940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extracted strings are analyzed for </a:t>
            </a:r>
            <a:r>
              <a:rPr lang="en-US" b="1" dirty="0"/>
              <a:t>Indicators of Compromise (IOCs)</a:t>
            </a:r>
            <a:r>
              <a:rPr lang="en-US" dirty="0"/>
              <a:t> and matched against </a:t>
            </a:r>
            <a:r>
              <a:rPr lang="en-US" b="1" dirty="0"/>
              <a:t>YARA rules</a:t>
            </a:r>
            <a:r>
              <a:rPr lang="en-US" dirty="0"/>
              <a:t> to detect known malware families.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1190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1690;p40">
            <a:extLst>
              <a:ext uri="{FF2B5EF4-FFF2-40B4-BE49-F238E27FC236}">
                <a16:creationId xmlns:a16="http://schemas.microsoft.com/office/drawing/2014/main" id="{BC1AD632-5A45-B80D-42E4-D9924D7455B7}"/>
              </a:ext>
            </a:extLst>
          </p:cNvPr>
          <p:cNvSpPr/>
          <p:nvPr/>
        </p:nvSpPr>
        <p:spPr>
          <a:xfrm>
            <a:off x="579031" y="2253581"/>
            <a:ext cx="3799017" cy="2748156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D07E11-1634-E02D-0BEC-DD0E6484D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YARA Rules</a:t>
            </a:r>
          </a:p>
        </p:txBody>
      </p:sp>
      <p:pic>
        <p:nvPicPr>
          <p:cNvPr id="3" name="Immagine 2" descr="Immagine che contiene Elementi grafici, Carattere, rosso, schermata&#10;&#10;Il contenuto generato dall'IA potrebbe non essere corretto.">
            <a:extLst>
              <a:ext uri="{FF2B5EF4-FFF2-40B4-BE49-F238E27FC236}">
                <a16:creationId xmlns:a16="http://schemas.microsoft.com/office/drawing/2014/main" id="{62FBE5D3-2B08-8259-A958-9F06318C6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94" y="764568"/>
            <a:ext cx="2847518" cy="95916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866E628-712E-2518-F5DE-80498E3CD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293" y="998810"/>
            <a:ext cx="3749650" cy="3617880"/>
          </a:xfrm>
          <a:prstGeom prst="rect">
            <a:avLst/>
          </a:prstGeom>
        </p:spPr>
      </p:pic>
      <p:grpSp>
        <p:nvGrpSpPr>
          <p:cNvPr id="6" name="Gruppo 5">
            <a:extLst>
              <a:ext uri="{FF2B5EF4-FFF2-40B4-BE49-F238E27FC236}">
                <a16:creationId xmlns:a16="http://schemas.microsoft.com/office/drawing/2014/main" id="{3503CC2E-4E48-276A-D888-FA1A041FA6C0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902F43F2-9E4C-B824-8E59-13DBD4802257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69;p15">
              <a:extLst>
                <a:ext uri="{FF2B5EF4-FFF2-40B4-BE49-F238E27FC236}">
                  <a16:creationId xmlns:a16="http://schemas.microsoft.com/office/drawing/2014/main" id="{5CFC21AA-FBCA-6CE6-B9C0-A0D3FCE135EB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094237B-3E87-3D82-0FC5-4602437D22BD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0" name="Google Shape;65;p15">
                <a:extLst>
                  <a:ext uri="{FF2B5EF4-FFF2-40B4-BE49-F238E27FC236}">
                    <a16:creationId xmlns:a16="http://schemas.microsoft.com/office/drawing/2014/main" id="{3F472702-32D4-2E34-1C0A-016905025AEF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66;p15">
                <a:extLst>
                  <a:ext uri="{FF2B5EF4-FFF2-40B4-BE49-F238E27FC236}">
                    <a16:creationId xmlns:a16="http://schemas.microsoft.com/office/drawing/2014/main" id="{70386A19-6FCA-F893-824D-ABAD2FD8408C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7;p15">
                <a:extLst>
                  <a:ext uri="{FF2B5EF4-FFF2-40B4-BE49-F238E27FC236}">
                    <a16:creationId xmlns:a16="http://schemas.microsoft.com/office/drawing/2014/main" id="{52A3B3B0-729E-6565-D47F-C95CF990089B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70;p15">
                <a:extLst>
                  <a:ext uri="{FF2B5EF4-FFF2-40B4-BE49-F238E27FC236}">
                    <a16:creationId xmlns:a16="http://schemas.microsoft.com/office/drawing/2014/main" id="{3D1A43D7-607D-D959-4435-C182C91EB529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0EB40E1E-6143-3BFF-FF74-F0E6471BAC93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5" name="Google Shape;73;p15">
              <a:extLst>
                <a:ext uri="{FF2B5EF4-FFF2-40B4-BE49-F238E27FC236}">
                  <a16:creationId xmlns:a16="http://schemas.microsoft.com/office/drawing/2014/main" id="{B34E4591-FAFB-B111-5C8D-E7989BD024B9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5;p15">
              <a:extLst>
                <a:ext uri="{FF2B5EF4-FFF2-40B4-BE49-F238E27FC236}">
                  <a16:creationId xmlns:a16="http://schemas.microsoft.com/office/drawing/2014/main" id="{96763FA5-A33C-CC6F-4FAD-AC184156EAEB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6;p15">
              <a:extLst>
                <a:ext uri="{FF2B5EF4-FFF2-40B4-BE49-F238E27FC236}">
                  <a16:creationId xmlns:a16="http://schemas.microsoft.com/office/drawing/2014/main" id="{FEA677A9-8AAA-2745-CEB9-1B5387CA9B29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1;p15">
              <a:extLst>
                <a:ext uri="{FF2B5EF4-FFF2-40B4-BE49-F238E27FC236}">
                  <a16:creationId xmlns:a16="http://schemas.microsoft.com/office/drawing/2014/main" id="{D1E7E6F4-1C0A-9562-52ED-6CE7A437CCF1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2;p15">
              <a:extLst>
                <a:ext uri="{FF2B5EF4-FFF2-40B4-BE49-F238E27FC236}">
                  <a16:creationId xmlns:a16="http://schemas.microsoft.com/office/drawing/2014/main" id="{9102ECD9-CF29-08FA-9DCB-40CB875010DC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4;p15">
              <a:extLst>
                <a:ext uri="{FF2B5EF4-FFF2-40B4-BE49-F238E27FC236}">
                  <a16:creationId xmlns:a16="http://schemas.microsoft.com/office/drawing/2014/main" id="{C2E9C0CD-E95A-4D06-9F6F-45EA5382326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AEBFE9D5-0CC7-CFE0-1F91-EB9247051353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2" name="Google Shape;122;p15">
              <a:extLst>
                <a:ext uri="{FF2B5EF4-FFF2-40B4-BE49-F238E27FC236}">
                  <a16:creationId xmlns:a16="http://schemas.microsoft.com/office/drawing/2014/main" id="{266192B5-1239-3246-EAA3-19A3EE6F941D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;p15">
              <a:extLst>
                <a:ext uri="{FF2B5EF4-FFF2-40B4-BE49-F238E27FC236}">
                  <a16:creationId xmlns:a16="http://schemas.microsoft.com/office/drawing/2014/main" id="{AD95E3F5-AE3D-FE75-CA4C-69820EB4DD75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4;p15">
              <a:extLst>
                <a:ext uri="{FF2B5EF4-FFF2-40B4-BE49-F238E27FC236}">
                  <a16:creationId xmlns:a16="http://schemas.microsoft.com/office/drawing/2014/main" id="{2902B50E-3AA2-902E-4ADD-A007E90335E3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;p15">
              <a:extLst>
                <a:ext uri="{FF2B5EF4-FFF2-40B4-BE49-F238E27FC236}">
                  <a16:creationId xmlns:a16="http://schemas.microsoft.com/office/drawing/2014/main" id="{D55692F5-F5AB-A31F-FBC1-0C4F05DACCA7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67E7E3BA-3E4F-65EF-72F5-6149B3B11470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7" name="Google Shape;57;p15">
              <a:extLst>
                <a:ext uri="{FF2B5EF4-FFF2-40B4-BE49-F238E27FC236}">
                  <a16:creationId xmlns:a16="http://schemas.microsoft.com/office/drawing/2014/main" id="{F3CBDB4D-1171-D2FF-F592-6759270F8756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;p15">
              <a:extLst>
                <a:ext uri="{FF2B5EF4-FFF2-40B4-BE49-F238E27FC236}">
                  <a16:creationId xmlns:a16="http://schemas.microsoft.com/office/drawing/2014/main" id="{F9922C32-118D-E430-D227-5E6198259796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;p15">
              <a:extLst>
                <a:ext uri="{FF2B5EF4-FFF2-40B4-BE49-F238E27FC236}">
                  <a16:creationId xmlns:a16="http://schemas.microsoft.com/office/drawing/2014/main" id="{A7C745F3-96EC-234D-D267-12C1A8A98A11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0;p15">
              <a:extLst>
                <a:ext uri="{FF2B5EF4-FFF2-40B4-BE49-F238E27FC236}">
                  <a16:creationId xmlns:a16="http://schemas.microsoft.com/office/drawing/2014/main" id="{3688E419-87B9-7DA2-4A7B-D4D007CAB06F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1;p15">
              <a:extLst>
                <a:ext uri="{FF2B5EF4-FFF2-40B4-BE49-F238E27FC236}">
                  <a16:creationId xmlns:a16="http://schemas.microsoft.com/office/drawing/2014/main" id="{E07FC86C-CDB8-C117-A1CD-D74F7CB6A83C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2;p15">
              <a:extLst>
                <a:ext uri="{FF2B5EF4-FFF2-40B4-BE49-F238E27FC236}">
                  <a16:creationId xmlns:a16="http://schemas.microsoft.com/office/drawing/2014/main" id="{9D1A9CDB-E671-6D86-019F-77ECCBF39AA9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3;p15">
              <a:extLst>
                <a:ext uri="{FF2B5EF4-FFF2-40B4-BE49-F238E27FC236}">
                  <a16:creationId xmlns:a16="http://schemas.microsoft.com/office/drawing/2014/main" id="{51886D56-80CC-BDD2-E4AA-65F966F1EB44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7;p15">
              <a:extLst>
                <a:ext uri="{FF2B5EF4-FFF2-40B4-BE49-F238E27FC236}">
                  <a16:creationId xmlns:a16="http://schemas.microsoft.com/office/drawing/2014/main" id="{45E2F4BB-3359-6BA9-B88C-13AA37312C23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8;p15">
              <a:extLst>
                <a:ext uri="{FF2B5EF4-FFF2-40B4-BE49-F238E27FC236}">
                  <a16:creationId xmlns:a16="http://schemas.microsoft.com/office/drawing/2014/main" id="{1FC6DDF5-25F3-4F91-12CA-F086CDE86B1B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9;p15">
              <a:extLst>
                <a:ext uri="{FF2B5EF4-FFF2-40B4-BE49-F238E27FC236}">
                  <a16:creationId xmlns:a16="http://schemas.microsoft.com/office/drawing/2014/main" id="{DD7A1FC3-83B0-9739-DDEB-DC557701DFB2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0;p15">
              <a:extLst>
                <a:ext uri="{FF2B5EF4-FFF2-40B4-BE49-F238E27FC236}">
                  <a16:creationId xmlns:a16="http://schemas.microsoft.com/office/drawing/2014/main" id="{1D026E5A-237F-82C2-6C08-4D96ABDBC35C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1;p15">
              <a:extLst>
                <a:ext uri="{FF2B5EF4-FFF2-40B4-BE49-F238E27FC236}">
                  <a16:creationId xmlns:a16="http://schemas.microsoft.com/office/drawing/2014/main" id="{907CD75D-6CA1-ED7C-4269-AAC8CA73550A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2;p15">
              <a:extLst>
                <a:ext uri="{FF2B5EF4-FFF2-40B4-BE49-F238E27FC236}">
                  <a16:creationId xmlns:a16="http://schemas.microsoft.com/office/drawing/2014/main" id="{D25EC8A7-44D9-C247-ED73-2870B42AD90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3;p15">
              <a:extLst>
                <a:ext uri="{FF2B5EF4-FFF2-40B4-BE49-F238E27FC236}">
                  <a16:creationId xmlns:a16="http://schemas.microsoft.com/office/drawing/2014/main" id="{DA2D1CEF-D4CD-D747-3263-2F39EF1F41DB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B1C90FA-E6F5-9B53-FFAD-3E2657AA0FDF}"/>
              </a:ext>
            </a:extLst>
          </p:cNvPr>
          <p:cNvSpPr txBox="1"/>
          <p:nvPr/>
        </p:nvSpPr>
        <p:spPr>
          <a:xfrm>
            <a:off x="579031" y="2355265"/>
            <a:ext cx="37990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Fira Sans" panose="020B0503050000020004" pitchFamily="34" charset="0"/>
              </a:rPr>
              <a:t>The </a:t>
            </a:r>
            <a:r>
              <a:rPr lang="en-US" sz="1200" b="1" dirty="0">
                <a:latin typeface="Fira Sans" panose="020B0503050000020004" pitchFamily="34" charset="0"/>
              </a:rPr>
              <a:t>YARA</a:t>
            </a:r>
            <a:r>
              <a:rPr lang="en-US" sz="1200" dirty="0">
                <a:latin typeface="Fira Sans" panose="020B0503050000020004" pitchFamily="34" charset="0"/>
              </a:rPr>
              <a:t> module is used to identify malware families and known behavioral patterns through static signature matching.</a:t>
            </a:r>
            <a:endParaRPr lang="it-IT" sz="1200" dirty="0">
              <a:latin typeface="Fira Sans" panose="020B05030500000200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6B0F492-B7B9-8C37-5072-72A8E04DBD1E}"/>
              </a:ext>
            </a:extLst>
          </p:cNvPr>
          <p:cNvSpPr txBox="1"/>
          <p:nvPr/>
        </p:nvSpPr>
        <p:spPr>
          <a:xfrm>
            <a:off x="579031" y="3103280"/>
            <a:ext cx="37926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Each </a:t>
            </a:r>
            <a:r>
              <a:rPr lang="en-US" sz="1200" b="1" dirty="0">
                <a:latin typeface="Fira Sans" panose="020B0503050000020004" pitchFamily="34" charset="0"/>
              </a:rPr>
              <a:t>YARA rule</a:t>
            </a:r>
            <a:r>
              <a:rPr lang="en-US" sz="1200" dirty="0">
                <a:latin typeface="Fira Sans" panose="020B0503050000020004" pitchFamily="34" charset="0"/>
              </a:rPr>
              <a:t> defines a set of </a:t>
            </a:r>
            <a:r>
              <a:rPr lang="en-US" sz="1200" b="1" dirty="0">
                <a:latin typeface="Fira Sans" panose="020B0503050000020004" pitchFamily="34" charset="0"/>
              </a:rPr>
              <a:t>string patterns, byte sequences, or code fragments</a:t>
            </a:r>
            <a:r>
              <a:rPr lang="en-US" sz="1200" dirty="0">
                <a:latin typeface="Fira Sans" panose="020B0503050000020004" pitchFamily="34" charset="0"/>
              </a:rPr>
              <a:t> associated with a specific threat.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5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The framework integrates </a:t>
            </a:r>
            <a:r>
              <a:rPr lang="en-US" sz="1200" b="1" dirty="0">
                <a:latin typeface="Fira Sans" panose="020B0503050000020004" pitchFamily="34" charset="0"/>
              </a:rPr>
              <a:t>custom rules</a:t>
            </a:r>
            <a:r>
              <a:rPr lang="en-US" sz="1200" dirty="0">
                <a:latin typeface="Fira Sans" panose="020B0503050000020004" pitchFamily="34" charset="0"/>
              </a:rPr>
              <a:t> and </a:t>
            </a:r>
            <a:r>
              <a:rPr lang="en-US" sz="1200" b="1" dirty="0">
                <a:latin typeface="Fira Sans" panose="020B0503050000020004" pitchFamily="34" charset="0"/>
              </a:rPr>
              <a:t>public feeds</a:t>
            </a:r>
            <a:r>
              <a:rPr lang="en-US" sz="1200" dirty="0">
                <a:latin typeface="Fira Sans" panose="020B0503050000020004" pitchFamily="34" charset="0"/>
              </a:rPr>
              <a:t> (e.g., </a:t>
            </a:r>
            <a:r>
              <a:rPr lang="en-US" sz="1200" dirty="0" err="1">
                <a:latin typeface="Fira Sans" panose="020B0503050000020004" pitchFamily="34" charset="0"/>
              </a:rPr>
              <a:t>VirusTotal</a:t>
            </a:r>
            <a:r>
              <a:rPr lang="en-US" sz="1200" dirty="0">
                <a:latin typeface="Fira Sans" panose="020B0503050000020004" pitchFamily="34" charset="0"/>
              </a:rPr>
              <a:t> YARA repository).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latin typeface="Fira Sans" panose="020B05030500000200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Fira Sans" panose="020B0503050000020004" pitchFamily="34" charset="0"/>
              </a:rPr>
              <a:t>When a rule matches, the malware sample is tagged with the corresponding </a:t>
            </a:r>
            <a:r>
              <a:rPr lang="en-US" sz="1200" b="1" dirty="0">
                <a:latin typeface="Fira Sans" panose="020B0503050000020004" pitchFamily="34" charset="0"/>
              </a:rPr>
              <a:t>family or signature name</a:t>
            </a:r>
            <a:r>
              <a:rPr lang="en-US" sz="1200" dirty="0">
                <a:latin typeface="Fira Sans" panose="020B0503050000020004" pitchFamily="34" charset="0"/>
              </a:rPr>
              <a:t>.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D8C1604-97BE-EDF1-B78E-D90114E39773}"/>
              </a:ext>
            </a:extLst>
          </p:cNvPr>
          <p:cNvSpPr txBox="1"/>
          <p:nvPr/>
        </p:nvSpPr>
        <p:spPr>
          <a:xfrm rot="16200000">
            <a:off x="3325666" y="2600000"/>
            <a:ext cx="361788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50" dirty="0">
                <a:latin typeface="Fira Sans" panose="020B0503050000020004" pitchFamily="34" charset="0"/>
              </a:rPr>
              <a:t>In this example, the rule detects a </a:t>
            </a:r>
            <a:r>
              <a:rPr lang="en-US" sz="1050" b="1" dirty="0">
                <a:latin typeface="Fira Sans" panose="020B0503050000020004" pitchFamily="34" charset="0"/>
              </a:rPr>
              <a:t>Stuxnet sample</a:t>
            </a:r>
            <a:r>
              <a:rPr lang="en-US" sz="1050" dirty="0">
                <a:latin typeface="Fira Sans" panose="020B0503050000020004" pitchFamily="34" charset="0"/>
              </a:rPr>
              <a:t>, one of the most well-known industrial malware cases.</a:t>
            </a:r>
          </a:p>
        </p:txBody>
      </p:sp>
      <p:sp>
        <p:nvSpPr>
          <p:cNvPr id="48" name="Google Shape;1691;p40">
            <a:extLst>
              <a:ext uri="{FF2B5EF4-FFF2-40B4-BE49-F238E27FC236}">
                <a16:creationId xmlns:a16="http://schemas.microsoft.com/office/drawing/2014/main" id="{2A56C850-D53F-CB6A-E949-B133D7A27D94}"/>
              </a:ext>
            </a:extLst>
          </p:cNvPr>
          <p:cNvSpPr/>
          <p:nvPr/>
        </p:nvSpPr>
        <p:spPr>
          <a:xfrm>
            <a:off x="588533" y="1818320"/>
            <a:ext cx="3791083" cy="444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What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is</a:t>
            </a:r>
            <a:r>
              <a:rPr lang="it-IT" dirty="0">
                <a:solidFill>
                  <a:schemeClr val="bg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YARA Project?</a:t>
            </a:r>
          </a:p>
        </p:txBody>
      </p:sp>
    </p:spTree>
    <p:extLst>
      <p:ext uri="{BB962C8B-B14F-4D97-AF65-F5344CB8AC3E}">
        <p14:creationId xmlns:p14="http://schemas.microsoft.com/office/powerpoint/2010/main" val="109955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690;p40">
            <a:extLst>
              <a:ext uri="{FF2B5EF4-FFF2-40B4-BE49-F238E27FC236}">
                <a16:creationId xmlns:a16="http://schemas.microsoft.com/office/drawing/2014/main" id="{0BC8393D-83D7-AB49-1FB4-73482A981EB1}"/>
              </a:ext>
            </a:extLst>
          </p:cNvPr>
          <p:cNvSpPr/>
          <p:nvPr/>
        </p:nvSpPr>
        <p:spPr>
          <a:xfrm>
            <a:off x="4378048" y="1699441"/>
            <a:ext cx="4386972" cy="2823167"/>
          </a:xfrm>
          <a:prstGeom prst="roundRect">
            <a:avLst>
              <a:gd name="adj" fmla="val 0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65750" tIns="91425" rIns="365750" bIns="91425" anchor="ctr" anchorCtr="0">
            <a:noAutofit/>
          </a:bodyPr>
          <a:lstStyle/>
          <a:p>
            <a:pPr lvl="0" algn="ctr">
              <a:buSzPts val="1100"/>
            </a:pPr>
            <a:endParaRPr lang="en-US"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4348813-68C8-F4A7-C98D-5A58C175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IOCs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B60EBC5-E3B9-8918-582F-D2A5C0389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1" y="1231528"/>
            <a:ext cx="3933613" cy="37752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C238C1CC-87EB-1A2C-5DF0-634FF66876EE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4" name="Google Shape;68;p15">
              <a:extLst>
                <a:ext uri="{FF2B5EF4-FFF2-40B4-BE49-F238E27FC236}">
                  <a16:creationId xmlns:a16="http://schemas.microsoft.com/office/drawing/2014/main" id="{8BC06384-750B-76C0-13DD-33CBA3FDE0F6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69;p15">
              <a:extLst>
                <a:ext uri="{FF2B5EF4-FFF2-40B4-BE49-F238E27FC236}">
                  <a16:creationId xmlns:a16="http://schemas.microsoft.com/office/drawing/2014/main" id="{ED5FE7C4-38E8-5E5D-BD7B-07193F906EE3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CC37521B-F9F2-BACF-3453-889FA83D0F3A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7" name="Google Shape;65;p15">
                <a:extLst>
                  <a:ext uri="{FF2B5EF4-FFF2-40B4-BE49-F238E27FC236}">
                    <a16:creationId xmlns:a16="http://schemas.microsoft.com/office/drawing/2014/main" id="{A7FC963B-068A-0E3D-CFA1-6A2C5597C944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6;p15">
                <a:extLst>
                  <a:ext uri="{FF2B5EF4-FFF2-40B4-BE49-F238E27FC236}">
                    <a16:creationId xmlns:a16="http://schemas.microsoft.com/office/drawing/2014/main" id="{56A6226C-D21E-37B1-0AC2-C2C41C9AC1D5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67;p15">
                <a:extLst>
                  <a:ext uri="{FF2B5EF4-FFF2-40B4-BE49-F238E27FC236}">
                    <a16:creationId xmlns:a16="http://schemas.microsoft.com/office/drawing/2014/main" id="{4B1D1401-A2EE-7F0D-0B01-560D3848501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70;p15">
                <a:extLst>
                  <a:ext uri="{FF2B5EF4-FFF2-40B4-BE49-F238E27FC236}">
                    <a16:creationId xmlns:a16="http://schemas.microsoft.com/office/drawing/2014/main" id="{AF952EE5-5795-D5BC-5421-46A38A801C9F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E8AAFE5C-4BAD-50FC-E01F-CEEB8BF246A1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3" name="Google Shape;73;p15">
              <a:extLst>
                <a:ext uri="{FF2B5EF4-FFF2-40B4-BE49-F238E27FC236}">
                  <a16:creationId xmlns:a16="http://schemas.microsoft.com/office/drawing/2014/main" id="{1F694A1D-6430-EDAA-93D8-33A5F58F5C81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5;p15">
              <a:extLst>
                <a:ext uri="{FF2B5EF4-FFF2-40B4-BE49-F238E27FC236}">
                  <a16:creationId xmlns:a16="http://schemas.microsoft.com/office/drawing/2014/main" id="{464DDBDB-F1C0-9E02-C60F-4EFDC75DACD7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6;p15">
              <a:extLst>
                <a:ext uri="{FF2B5EF4-FFF2-40B4-BE49-F238E27FC236}">
                  <a16:creationId xmlns:a16="http://schemas.microsoft.com/office/drawing/2014/main" id="{61A1ADE6-39A1-59B7-A1EC-715D408BB89D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1;p15">
              <a:extLst>
                <a:ext uri="{FF2B5EF4-FFF2-40B4-BE49-F238E27FC236}">
                  <a16:creationId xmlns:a16="http://schemas.microsoft.com/office/drawing/2014/main" id="{9A862640-C1B2-B937-C089-91C0F9C7FCBB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72;p15">
              <a:extLst>
                <a:ext uri="{FF2B5EF4-FFF2-40B4-BE49-F238E27FC236}">
                  <a16:creationId xmlns:a16="http://schemas.microsoft.com/office/drawing/2014/main" id="{3930D496-28C9-F816-4831-F71B8BBF4A13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4;p15">
              <a:extLst>
                <a:ext uri="{FF2B5EF4-FFF2-40B4-BE49-F238E27FC236}">
                  <a16:creationId xmlns:a16="http://schemas.microsoft.com/office/drawing/2014/main" id="{A38DA93E-AA21-BFCD-CED8-CA14D50658CC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890261E-F64C-A28B-2BB2-5875A19107A8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0" name="Google Shape;122;p15">
              <a:extLst>
                <a:ext uri="{FF2B5EF4-FFF2-40B4-BE49-F238E27FC236}">
                  <a16:creationId xmlns:a16="http://schemas.microsoft.com/office/drawing/2014/main" id="{7A54077E-F1F4-45B0-C2D3-E446C6F9C96C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3;p15">
              <a:extLst>
                <a:ext uri="{FF2B5EF4-FFF2-40B4-BE49-F238E27FC236}">
                  <a16:creationId xmlns:a16="http://schemas.microsoft.com/office/drawing/2014/main" id="{6F99B0BF-9F1E-00E1-7FEB-D993537C7DB7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4;p15">
              <a:extLst>
                <a:ext uri="{FF2B5EF4-FFF2-40B4-BE49-F238E27FC236}">
                  <a16:creationId xmlns:a16="http://schemas.microsoft.com/office/drawing/2014/main" id="{C0DB01B6-FDC6-A61C-4D94-0498CD105FD8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;p15">
              <a:extLst>
                <a:ext uri="{FF2B5EF4-FFF2-40B4-BE49-F238E27FC236}">
                  <a16:creationId xmlns:a16="http://schemas.microsoft.com/office/drawing/2014/main" id="{6A1D54FE-D38B-6357-9E31-A225D06D0978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1674B1E-FDCC-362F-8BCB-09F411B29B66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5" name="Google Shape;57;p15">
              <a:extLst>
                <a:ext uri="{FF2B5EF4-FFF2-40B4-BE49-F238E27FC236}">
                  <a16:creationId xmlns:a16="http://schemas.microsoft.com/office/drawing/2014/main" id="{0A34B03C-306D-59BA-5EFA-E87A5A11C985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;p15">
              <a:extLst>
                <a:ext uri="{FF2B5EF4-FFF2-40B4-BE49-F238E27FC236}">
                  <a16:creationId xmlns:a16="http://schemas.microsoft.com/office/drawing/2014/main" id="{C806ACC3-BBB9-5821-C509-A97157359C18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;p15">
              <a:extLst>
                <a:ext uri="{FF2B5EF4-FFF2-40B4-BE49-F238E27FC236}">
                  <a16:creationId xmlns:a16="http://schemas.microsoft.com/office/drawing/2014/main" id="{C0CB52C2-A5F3-A56D-130C-31B467EED191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0;p15">
              <a:extLst>
                <a:ext uri="{FF2B5EF4-FFF2-40B4-BE49-F238E27FC236}">
                  <a16:creationId xmlns:a16="http://schemas.microsoft.com/office/drawing/2014/main" id="{0E226AE8-F476-E7DD-1E43-6B95B65D7C7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1;p15">
              <a:extLst>
                <a:ext uri="{FF2B5EF4-FFF2-40B4-BE49-F238E27FC236}">
                  <a16:creationId xmlns:a16="http://schemas.microsoft.com/office/drawing/2014/main" id="{4C8417E4-FEAC-1822-F7F1-D0A8A6D1406C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;p15">
              <a:extLst>
                <a:ext uri="{FF2B5EF4-FFF2-40B4-BE49-F238E27FC236}">
                  <a16:creationId xmlns:a16="http://schemas.microsoft.com/office/drawing/2014/main" id="{9B06511A-601F-A472-E252-18AA27FFBFFA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3;p15">
              <a:extLst>
                <a:ext uri="{FF2B5EF4-FFF2-40B4-BE49-F238E27FC236}">
                  <a16:creationId xmlns:a16="http://schemas.microsoft.com/office/drawing/2014/main" id="{516B4537-CD9D-C094-F238-4E265DBB686F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27;p15">
              <a:extLst>
                <a:ext uri="{FF2B5EF4-FFF2-40B4-BE49-F238E27FC236}">
                  <a16:creationId xmlns:a16="http://schemas.microsoft.com/office/drawing/2014/main" id="{3FD7B3EA-C80E-90AA-5ADB-C0B5B6B5C958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28;p15">
              <a:extLst>
                <a:ext uri="{FF2B5EF4-FFF2-40B4-BE49-F238E27FC236}">
                  <a16:creationId xmlns:a16="http://schemas.microsoft.com/office/drawing/2014/main" id="{AC5B7D2E-ADF4-6D7C-B09E-34A9512B9C8B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9;p15">
              <a:extLst>
                <a:ext uri="{FF2B5EF4-FFF2-40B4-BE49-F238E27FC236}">
                  <a16:creationId xmlns:a16="http://schemas.microsoft.com/office/drawing/2014/main" id="{A6349E90-D0D6-8FC5-B2EE-0218744605ED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0;p15">
              <a:extLst>
                <a:ext uri="{FF2B5EF4-FFF2-40B4-BE49-F238E27FC236}">
                  <a16:creationId xmlns:a16="http://schemas.microsoft.com/office/drawing/2014/main" id="{9B497A07-934B-9776-23AC-4E748DCE46E4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1;p15">
              <a:extLst>
                <a:ext uri="{FF2B5EF4-FFF2-40B4-BE49-F238E27FC236}">
                  <a16:creationId xmlns:a16="http://schemas.microsoft.com/office/drawing/2014/main" id="{A780BAE0-C589-CD5B-5F70-BB9AD0717706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2;p15">
              <a:extLst>
                <a:ext uri="{FF2B5EF4-FFF2-40B4-BE49-F238E27FC236}">
                  <a16:creationId xmlns:a16="http://schemas.microsoft.com/office/drawing/2014/main" id="{95B940F6-534B-73DC-5895-AE849012D791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3;p15">
              <a:extLst>
                <a:ext uri="{FF2B5EF4-FFF2-40B4-BE49-F238E27FC236}">
                  <a16:creationId xmlns:a16="http://schemas.microsoft.com/office/drawing/2014/main" id="{97AC695B-ECBA-9B8C-399B-8911BB1FE63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911E940-8CE5-A1F3-4B1B-21C2BDED6AF1}"/>
              </a:ext>
            </a:extLst>
          </p:cNvPr>
          <p:cNvSpPr txBox="1"/>
          <p:nvPr/>
        </p:nvSpPr>
        <p:spPr>
          <a:xfrm>
            <a:off x="3259513" y="764568"/>
            <a:ext cx="2478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100"/>
            </a:pPr>
            <a:r>
              <a:rPr lang="it-IT" dirty="0"/>
              <a:t>(</a:t>
            </a:r>
            <a:r>
              <a:rPr lang="it-IT" dirty="0" err="1"/>
              <a:t>Indicators</a:t>
            </a:r>
            <a:r>
              <a:rPr lang="it-IT" dirty="0"/>
              <a:t> Of </a:t>
            </a:r>
            <a:r>
              <a:rPr lang="it-IT" dirty="0" err="1"/>
              <a:t>Compromison</a:t>
            </a:r>
            <a:r>
              <a:rPr lang="it-IT" dirty="0"/>
              <a:t>)</a:t>
            </a:r>
            <a:endParaRPr lang="it-IT" sz="1400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B34271A2-FF76-A9C5-A6BB-E319B9A141C4}"/>
              </a:ext>
            </a:extLst>
          </p:cNvPr>
          <p:cNvSpPr txBox="1"/>
          <p:nvPr/>
        </p:nvSpPr>
        <p:spPr>
          <a:xfrm>
            <a:off x="4297291" y="118871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Fira Sans" panose="020B0503050000020004" pitchFamily="34" charset="0"/>
              </a:rPr>
              <a:t>The final output of the String and Signature Extractor is a structured list of </a:t>
            </a:r>
            <a:r>
              <a:rPr lang="en-US" b="1" dirty="0">
                <a:latin typeface="Fira Sans" panose="020B0503050000020004" pitchFamily="34" charset="0"/>
              </a:rPr>
              <a:t>Indicators of Compromise (IOCs)</a:t>
            </a:r>
            <a:r>
              <a:rPr lang="en-US" dirty="0">
                <a:latin typeface="Fira Sans" panose="020B0503050000020004" pitchFamily="34" charset="0"/>
              </a:rPr>
              <a:t>.</a:t>
            </a:r>
            <a:endParaRPr lang="it-IT" dirty="0">
              <a:latin typeface="Fira Sans" panose="020B0503050000020004" pitchFamily="34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BAF4CEC2-9AC7-F10F-545E-AF3A61740ACA}"/>
              </a:ext>
            </a:extLst>
          </p:cNvPr>
          <p:cNvSpPr txBox="1"/>
          <p:nvPr/>
        </p:nvSpPr>
        <p:spPr>
          <a:xfrm>
            <a:off x="4323117" y="1699441"/>
            <a:ext cx="43869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Embedded strings and signatures:</a:t>
            </a:r>
            <a:r>
              <a:rPr lang="en-US" sz="1200" dirty="0"/>
              <a:t> match known malware behaviors via YARA rules.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File hashes (MD5, SHA1, SHA256):</a:t>
            </a:r>
            <a:r>
              <a:rPr lang="en-US" sz="1200" dirty="0"/>
              <a:t> uniquely identify each malware sample.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IP addresses and URLs:</a:t>
            </a:r>
            <a:r>
              <a:rPr lang="en-US" sz="1200" dirty="0"/>
              <a:t> reveal possible command-and-control servers or download sources.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Registry keys and file paths:</a:t>
            </a:r>
            <a:r>
              <a:rPr lang="en-US" sz="1200" dirty="0"/>
              <a:t> show persistence or system modification attempts.</a:t>
            </a:r>
          </a:p>
          <a:p>
            <a:endParaRPr lang="en-US" sz="1200" dirty="0"/>
          </a:p>
          <a:p>
            <a:pPr>
              <a:buNone/>
            </a:pPr>
            <a:r>
              <a:rPr lang="en-US" sz="1200" dirty="0"/>
              <a:t>All extracted IOCs are then stored and passed to the </a:t>
            </a:r>
            <a:r>
              <a:rPr lang="en-US" sz="1200" b="1" dirty="0"/>
              <a:t>Reporting Engine</a:t>
            </a:r>
            <a:r>
              <a:rPr lang="en-US" sz="1200" dirty="0"/>
              <a:t> and </a:t>
            </a:r>
            <a:r>
              <a:rPr lang="en-US" sz="1200" b="1" dirty="0"/>
              <a:t>Behavioral Predictor</a:t>
            </a:r>
            <a:r>
              <a:rPr lang="en-US" sz="1200" dirty="0"/>
              <a:t> for correlation and threat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2353827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EFD1D05-D220-5593-1E35-51E829D95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>
            <a:extLst>
              <a:ext uri="{FF2B5EF4-FFF2-40B4-BE49-F238E27FC236}">
                <a16:creationId xmlns:a16="http://schemas.microsoft.com/office/drawing/2014/main" id="{592D5BD5-A764-4882-2E7B-FBB3B274A6E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766850" y="951875"/>
            <a:ext cx="4377150" cy="1917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dirty="0"/>
              <a:t>Phase 4:</a:t>
            </a:r>
            <a:br>
              <a:rPr lang="en-US" dirty="0"/>
            </a:br>
            <a:r>
              <a:rPr lang="en-US" dirty="0"/>
              <a:t>Conclusions and Future Devs</a:t>
            </a:r>
            <a:endParaRPr dirty="0"/>
          </a:p>
        </p:txBody>
      </p:sp>
      <p:sp>
        <p:nvSpPr>
          <p:cNvPr id="55" name="Google Shape;55;p15">
            <a:extLst>
              <a:ext uri="{FF2B5EF4-FFF2-40B4-BE49-F238E27FC236}">
                <a16:creationId xmlns:a16="http://schemas.microsoft.com/office/drawing/2014/main" id="{078A9513-9441-1465-FDE5-DB233AE61C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766849" y="2905899"/>
            <a:ext cx="3747563" cy="139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Project recap and a look ahead.</a:t>
            </a:r>
            <a:endParaRPr dirty="0"/>
          </a:p>
        </p:txBody>
      </p:sp>
      <p:grpSp>
        <p:nvGrpSpPr>
          <p:cNvPr id="56" name="Google Shape;56;p15">
            <a:extLst>
              <a:ext uri="{FF2B5EF4-FFF2-40B4-BE49-F238E27FC236}">
                <a16:creationId xmlns:a16="http://schemas.microsoft.com/office/drawing/2014/main" id="{190A412E-4D8E-8DE2-BE81-2A961FB28841}"/>
              </a:ext>
            </a:extLst>
          </p:cNvPr>
          <p:cNvGrpSpPr/>
          <p:nvPr/>
        </p:nvGrpSpPr>
        <p:grpSpPr>
          <a:xfrm>
            <a:off x="-994111" y="895336"/>
            <a:ext cx="4707895" cy="6472387"/>
            <a:chOff x="-1006072" y="1271750"/>
            <a:chExt cx="4357952" cy="5991287"/>
          </a:xfrm>
        </p:grpSpPr>
        <p:sp>
          <p:nvSpPr>
            <p:cNvPr id="57" name="Google Shape;57;p15">
              <a:extLst>
                <a:ext uri="{FF2B5EF4-FFF2-40B4-BE49-F238E27FC236}">
                  <a16:creationId xmlns:a16="http://schemas.microsoft.com/office/drawing/2014/main" id="{0B8FC02C-79C9-9339-F3D6-4C2B33B45723}"/>
                </a:ext>
              </a:extLst>
            </p:cNvPr>
            <p:cNvSpPr/>
            <p:nvPr/>
          </p:nvSpPr>
          <p:spPr>
            <a:xfrm>
              <a:off x="1068003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>
              <a:extLst>
                <a:ext uri="{FF2B5EF4-FFF2-40B4-BE49-F238E27FC236}">
                  <a16:creationId xmlns:a16="http://schemas.microsoft.com/office/drawing/2014/main" id="{8C554237-36E0-1520-73E2-82785DBFE525}"/>
                </a:ext>
              </a:extLst>
            </p:cNvPr>
            <p:cNvSpPr/>
            <p:nvPr/>
          </p:nvSpPr>
          <p:spPr>
            <a:xfrm>
              <a:off x="136840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>
              <a:extLst>
                <a:ext uri="{FF2B5EF4-FFF2-40B4-BE49-F238E27FC236}">
                  <a16:creationId xmlns:a16="http://schemas.microsoft.com/office/drawing/2014/main" id="{7BB7750C-1B9F-C992-D521-30D1C0B27A9B}"/>
                </a:ext>
              </a:extLst>
            </p:cNvPr>
            <p:cNvSpPr/>
            <p:nvPr/>
          </p:nvSpPr>
          <p:spPr>
            <a:xfrm>
              <a:off x="166885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>
              <a:extLst>
                <a:ext uri="{FF2B5EF4-FFF2-40B4-BE49-F238E27FC236}">
                  <a16:creationId xmlns:a16="http://schemas.microsoft.com/office/drawing/2014/main" id="{CA806EAA-7B73-46C8-6517-851B424978D3}"/>
                </a:ext>
              </a:extLst>
            </p:cNvPr>
            <p:cNvSpPr/>
            <p:nvPr/>
          </p:nvSpPr>
          <p:spPr>
            <a:xfrm>
              <a:off x="1968814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>
              <a:extLst>
                <a:ext uri="{FF2B5EF4-FFF2-40B4-BE49-F238E27FC236}">
                  <a16:creationId xmlns:a16="http://schemas.microsoft.com/office/drawing/2014/main" id="{B4D56C3B-424C-53D6-F368-9B179F009174}"/>
                </a:ext>
              </a:extLst>
            </p:cNvPr>
            <p:cNvSpPr/>
            <p:nvPr/>
          </p:nvSpPr>
          <p:spPr>
            <a:xfrm>
              <a:off x="2269261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>
              <a:extLst>
                <a:ext uri="{FF2B5EF4-FFF2-40B4-BE49-F238E27FC236}">
                  <a16:creationId xmlns:a16="http://schemas.microsoft.com/office/drawing/2014/main" id="{D209E423-D2EB-A94C-7E3F-83FDD63EEBF4}"/>
                </a:ext>
              </a:extLst>
            </p:cNvPr>
            <p:cNvSpPr/>
            <p:nvPr/>
          </p:nvSpPr>
          <p:spPr>
            <a:xfrm>
              <a:off x="2569708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>
              <a:extLst>
                <a:ext uri="{FF2B5EF4-FFF2-40B4-BE49-F238E27FC236}">
                  <a16:creationId xmlns:a16="http://schemas.microsoft.com/office/drawing/2014/main" id="{11AB4B07-4731-43A0-23D4-2B428E50F764}"/>
                </a:ext>
              </a:extLst>
            </p:cNvPr>
            <p:cNvSpPr/>
            <p:nvPr/>
          </p:nvSpPr>
          <p:spPr>
            <a:xfrm>
              <a:off x="2866777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>
              <a:extLst>
                <a:ext uri="{FF2B5EF4-FFF2-40B4-BE49-F238E27FC236}">
                  <a16:creationId xmlns:a16="http://schemas.microsoft.com/office/drawing/2014/main" id="{37FB9C5E-ADDE-DD68-1E5A-3B1FD173C78D}"/>
                </a:ext>
              </a:extLst>
            </p:cNvPr>
            <p:cNvSpPr/>
            <p:nvPr/>
          </p:nvSpPr>
          <p:spPr>
            <a:xfrm>
              <a:off x="1055875" y="4208223"/>
              <a:ext cx="502564" cy="182865"/>
            </a:xfrm>
            <a:custGeom>
              <a:avLst/>
              <a:gdLst/>
              <a:ahLst/>
              <a:cxnLst/>
              <a:rect l="l" t="t" r="r" b="b"/>
              <a:pathLst>
                <a:path w="12348" h="4493" extrusionOk="0">
                  <a:moveTo>
                    <a:pt x="9838" y="0"/>
                  </a:moveTo>
                  <a:cubicBezTo>
                    <a:pt x="9200" y="0"/>
                    <a:pt x="8568" y="272"/>
                    <a:pt x="8132" y="800"/>
                  </a:cubicBezTo>
                  <a:cubicBezTo>
                    <a:pt x="7799" y="1192"/>
                    <a:pt x="7620" y="1669"/>
                    <a:pt x="7608" y="2145"/>
                  </a:cubicBezTo>
                  <a:lnTo>
                    <a:pt x="2941" y="2181"/>
                  </a:lnTo>
                  <a:cubicBezTo>
                    <a:pt x="2906" y="1847"/>
                    <a:pt x="2739" y="1514"/>
                    <a:pt x="2465" y="1264"/>
                  </a:cubicBezTo>
                  <a:cubicBezTo>
                    <a:pt x="2206" y="1047"/>
                    <a:pt x="1887" y="940"/>
                    <a:pt x="1570" y="940"/>
                  </a:cubicBezTo>
                  <a:cubicBezTo>
                    <a:pt x="1173" y="940"/>
                    <a:pt x="778" y="1107"/>
                    <a:pt x="500" y="1431"/>
                  </a:cubicBezTo>
                  <a:cubicBezTo>
                    <a:pt x="0" y="2002"/>
                    <a:pt x="84" y="2883"/>
                    <a:pt x="655" y="3395"/>
                  </a:cubicBezTo>
                  <a:cubicBezTo>
                    <a:pt x="915" y="3612"/>
                    <a:pt x="1233" y="3719"/>
                    <a:pt x="1550" y="3719"/>
                  </a:cubicBezTo>
                  <a:cubicBezTo>
                    <a:pt x="1947" y="3719"/>
                    <a:pt x="2342" y="3552"/>
                    <a:pt x="2620" y="3228"/>
                  </a:cubicBezTo>
                  <a:cubicBezTo>
                    <a:pt x="2822" y="3002"/>
                    <a:pt x="2917" y="2728"/>
                    <a:pt x="2953" y="2443"/>
                  </a:cubicBezTo>
                  <a:lnTo>
                    <a:pt x="7620" y="2395"/>
                  </a:lnTo>
                  <a:cubicBezTo>
                    <a:pt x="7668" y="2978"/>
                    <a:pt x="7918" y="3562"/>
                    <a:pt x="8418" y="3955"/>
                  </a:cubicBezTo>
                  <a:cubicBezTo>
                    <a:pt x="8832" y="4316"/>
                    <a:pt x="9346" y="4492"/>
                    <a:pt x="9859" y="4492"/>
                  </a:cubicBezTo>
                  <a:cubicBezTo>
                    <a:pt x="10496" y="4492"/>
                    <a:pt x="11131" y="4220"/>
                    <a:pt x="11573" y="3693"/>
                  </a:cubicBezTo>
                  <a:cubicBezTo>
                    <a:pt x="12347" y="2752"/>
                    <a:pt x="12228" y="1335"/>
                    <a:pt x="11288" y="538"/>
                  </a:cubicBezTo>
                  <a:cubicBezTo>
                    <a:pt x="10868" y="176"/>
                    <a:pt x="10351" y="0"/>
                    <a:pt x="9838" y="0"/>
                  </a:cubicBez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>
              <a:extLst>
                <a:ext uri="{FF2B5EF4-FFF2-40B4-BE49-F238E27FC236}">
                  <a16:creationId xmlns:a16="http://schemas.microsoft.com/office/drawing/2014/main" id="{9B2DBF90-38C8-92CD-7B88-59FE402FAFAF}"/>
                </a:ext>
              </a:extLst>
            </p:cNvPr>
            <p:cNvSpPr/>
            <p:nvPr/>
          </p:nvSpPr>
          <p:spPr>
            <a:xfrm>
              <a:off x="1063608" y="241097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1"/>
                  </a:moveTo>
                  <a:cubicBezTo>
                    <a:pt x="525" y="1"/>
                    <a:pt x="1" y="525"/>
                    <a:pt x="1" y="1167"/>
                  </a:cubicBezTo>
                  <a:cubicBezTo>
                    <a:pt x="1" y="1799"/>
                    <a:pt x="525" y="2322"/>
                    <a:pt x="1168" y="2322"/>
                  </a:cubicBezTo>
                  <a:cubicBezTo>
                    <a:pt x="1811" y="2322"/>
                    <a:pt x="2323" y="1799"/>
                    <a:pt x="2323" y="1167"/>
                  </a:cubicBezTo>
                  <a:cubicBezTo>
                    <a:pt x="2323" y="525"/>
                    <a:pt x="1811" y="1"/>
                    <a:pt x="11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>
              <a:extLst>
                <a:ext uri="{FF2B5EF4-FFF2-40B4-BE49-F238E27FC236}">
                  <a16:creationId xmlns:a16="http://schemas.microsoft.com/office/drawing/2014/main" id="{D2A30CA3-DCD8-1EC5-6FDF-E80F2711134F}"/>
                </a:ext>
              </a:extLst>
            </p:cNvPr>
            <p:cNvSpPr/>
            <p:nvPr/>
          </p:nvSpPr>
          <p:spPr>
            <a:xfrm>
              <a:off x="1063608" y="2277721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8" y="0"/>
                  </a:moveTo>
                  <a:cubicBezTo>
                    <a:pt x="525" y="0"/>
                    <a:pt x="1" y="524"/>
                    <a:pt x="1" y="1167"/>
                  </a:cubicBezTo>
                  <a:cubicBezTo>
                    <a:pt x="1" y="1798"/>
                    <a:pt x="525" y="2322"/>
                    <a:pt x="1168" y="2322"/>
                  </a:cubicBezTo>
                  <a:cubicBezTo>
                    <a:pt x="1811" y="2322"/>
                    <a:pt x="2323" y="1798"/>
                    <a:pt x="2323" y="1167"/>
                  </a:cubicBezTo>
                  <a:cubicBezTo>
                    <a:pt x="2323" y="524"/>
                    <a:pt x="1811" y="0"/>
                    <a:pt x="11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5">
              <a:extLst>
                <a:ext uri="{FF2B5EF4-FFF2-40B4-BE49-F238E27FC236}">
                  <a16:creationId xmlns:a16="http://schemas.microsoft.com/office/drawing/2014/main" id="{2E7C6C2F-B319-DD63-0841-D4E41D8270F0}"/>
                </a:ext>
              </a:extLst>
            </p:cNvPr>
            <p:cNvSpPr/>
            <p:nvPr/>
          </p:nvSpPr>
          <p:spPr>
            <a:xfrm>
              <a:off x="1069916" y="1822700"/>
              <a:ext cx="914936" cy="110053"/>
            </a:xfrm>
            <a:custGeom>
              <a:avLst/>
              <a:gdLst/>
              <a:ahLst/>
              <a:cxnLst/>
              <a:rect l="l" t="t" r="r" b="b"/>
              <a:pathLst>
                <a:path w="22480" h="2704" extrusionOk="0">
                  <a:moveTo>
                    <a:pt x="1" y="1"/>
                  </a:moveTo>
                  <a:lnTo>
                    <a:pt x="1" y="2703"/>
                  </a:lnTo>
                  <a:lnTo>
                    <a:pt x="22480" y="2703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5">
              <a:extLst>
                <a:ext uri="{FF2B5EF4-FFF2-40B4-BE49-F238E27FC236}">
                  <a16:creationId xmlns:a16="http://schemas.microsoft.com/office/drawing/2014/main" id="{32AF18AB-C79F-55FB-7D93-1FA655A6C2FB}"/>
                </a:ext>
              </a:extLst>
            </p:cNvPr>
            <p:cNvSpPr/>
            <p:nvPr/>
          </p:nvSpPr>
          <p:spPr>
            <a:xfrm>
              <a:off x="1069916" y="1981143"/>
              <a:ext cx="745828" cy="54335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5">
              <a:extLst>
                <a:ext uri="{FF2B5EF4-FFF2-40B4-BE49-F238E27FC236}">
                  <a16:creationId xmlns:a16="http://schemas.microsoft.com/office/drawing/2014/main" id="{A7FAD608-3B17-DD63-4D3C-7EE7634404AE}"/>
                </a:ext>
              </a:extLst>
            </p:cNvPr>
            <p:cNvSpPr/>
            <p:nvPr/>
          </p:nvSpPr>
          <p:spPr>
            <a:xfrm>
              <a:off x="1069916" y="2069828"/>
              <a:ext cx="745828" cy="54823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5">
              <a:extLst>
                <a:ext uri="{FF2B5EF4-FFF2-40B4-BE49-F238E27FC236}">
                  <a16:creationId xmlns:a16="http://schemas.microsoft.com/office/drawing/2014/main" id="{52702287-D405-84AD-12DA-B2D2CD6077A9}"/>
                </a:ext>
              </a:extLst>
            </p:cNvPr>
            <p:cNvSpPr/>
            <p:nvPr/>
          </p:nvSpPr>
          <p:spPr>
            <a:xfrm>
              <a:off x="1069916" y="2158512"/>
              <a:ext cx="489947" cy="54335"/>
            </a:xfrm>
            <a:custGeom>
              <a:avLst/>
              <a:gdLst/>
              <a:ahLst/>
              <a:cxnLst/>
              <a:rect l="l" t="t" r="r" b="b"/>
              <a:pathLst>
                <a:path w="12038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2038" y="1334"/>
                  </a:lnTo>
                  <a:lnTo>
                    <a:pt x="1203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5">
              <a:extLst>
                <a:ext uri="{FF2B5EF4-FFF2-40B4-BE49-F238E27FC236}">
                  <a16:creationId xmlns:a16="http://schemas.microsoft.com/office/drawing/2014/main" id="{C87DADF9-1AE5-B6F1-40F9-54CF0ABB6EAA}"/>
                </a:ext>
              </a:extLst>
            </p:cNvPr>
            <p:cNvSpPr/>
            <p:nvPr/>
          </p:nvSpPr>
          <p:spPr>
            <a:xfrm>
              <a:off x="1130966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5">
              <a:extLst>
                <a:ext uri="{FF2B5EF4-FFF2-40B4-BE49-F238E27FC236}">
                  <a16:creationId xmlns:a16="http://schemas.microsoft.com/office/drawing/2014/main" id="{AD6C4844-5032-DCBF-C3A3-3D27F1DF2D66}"/>
                </a:ext>
              </a:extLst>
            </p:cNvPr>
            <p:cNvSpPr/>
            <p:nvPr/>
          </p:nvSpPr>
          <p:spPr>
            <a:xfrm>
              <a:off x="1267636" y="5001539"/>
              <a:ext cx="219536" cy="194831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5">
              <a:extLst>
                <a:ext uri="{FF2B5EF4-FFF2-40B4-BE49-F238E27FC236}">
                  <a16:creationId xmlns:a16="http://schemas.microsoft.com/office/drawing/2014/main" id="{118639AA-EB11-445B-DE76-AB5D1E50DBEB}"/>
                </a:ext>
              </a:extLst>
            </p:cNvPr>
            <p:cNvSpPr/>
            <p:nvPr/>
          </p:nvSpPr>
          <p:spPr>
            <a:xfrm>
              <a:off x="1403330" y="5001539"/>
              <a:ext cx="220513" cy="194831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5">
              <a:extLst>
                <a:ext uri="{FF2B5EF4-FFF2-40B4-BE49-F238E27FC236}">
                  <a16:creationId xmlns:a16="http://schemas.microsoft.com/office/drawing/2014/main" id="{4C8AE54F-7801-E43A-E7E0-D7B35FFCD3DF}"/>
                </a:ext>
              </a:extLst>
            </p:cNvPr>
            <p:cNvSpPr/>
            <p:nvPr/>
          </p:nvSpPr>
          <p:spPr>
            <a:xfrm>
              <a:off x="1539471" y="5001539"/>
              <a:ext cx="220065" cy="194831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5">
              <a:extLst>
                <a:ext uri="{FF2B5EF4-FFF2-40B4-BE49-F238E27FC236}">
                  <a16:creationId xmlns:a16="http://schemas.microsoft.com/office/drawing/2014/main" id="{56F3793A-3CB2-57FF-759B-2B7A43EB8BA2}"/>
                </a:ext>
              </a:extLst>
            </p:cNvPr>
            <p:cNvSpPr/>
            <p:nvPr/>
          </p:nvSpPr>
          <p:spPr>
            <a:xfrm>
              <a:off x="1675653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5">
              <a:extLst>
                <a:ext uri="{FF2B5EF4-FFF2-40B4-BE49-F238E27FC236}">
                  <a16:creationId xmlns:a16="http://schemas.microsoft.com/office/drawing/2014/main" id="{534B47B9-68DB-FC21-4DE5-D84218A7CCEF}"/>
                </a:ext>
              </a:extLst>
            </p:cNvPr>
            <p:cNvSpPr/>
            <p:nvPr/>
          </p:nvSpPr>
          <p:spPr>
            <a:xfrm>
              <a:off x="1811835" y="5001539"/>
              <a:ext cx="220024" cy="194831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5">
              <a:extLst>
                <a:ext uri="{FF2B5EF4-FFF2-40B4-BE49-F238E27FC236}">
                  <a16:creationId xmlns:a16="http://schemas.microsoft.com/office/drawing/2014/main" id="{8E46B8C2-991E-1FE9-1CDC-A761A504BEA4}"/>
                </a:ext>
              </a:extLst>
            </p:cNvPr>
            <p:cNvSpPr/>
            <p:nvPr/>
          </p:nvSpPr>
          <p:spPr>
            <a:xfrm>
              <a:off x="1598120" y="4774272"/>
              <a:ext cx="1247862" cy="2488764"/>
            </a:xfrm>
            <a:custGeom>
              <a:avLst/>
              <a:gdLst/>
              <a:ahLst/>
              <a:cxnLst/>
              <a:rect l="l" t="t" r="r" b="b"/>
              <a:pathLst>
                <a:path w="30660" h="61149" extrusionOk="0">
                  <a:moveTo>
                    <a:pt x="727" y="0"/>
                  </a:moveTo>
                  <a:cubicBezTo>
                    <a:pt x="0" y="11014"/>
                    <a:pt x="3072" y="44744"/>
                    <a:pt x="4144" y="56293"/>
                  </a:cubicBezTo>
                  <a:cubicBezTo>
                    <a:pt x="4168" y="56603"/>
                    <a:pt x="4453" y="56960"/>
                    <a:pt x="4477" y="57245"/>
                  </a:cubicBezTo>
                  <a:cubicBezTo>
                    <a:pt x="4644" y="59019"/>
                    <a:pt x="4751" y="60091"/>
                    <a:pt x="4751" y="60258"/>
                  </a:cubicBezTo>
                  <a:cubicBezTo>
                    <a:pt x="4779" y="60847"/>
                    <a:pt x="6567" y="61148"/>
                    <a:pt x="8454" y="61148"/>
                  </a:cubicBezTo>
                  <a:cubicBezTo>
                    <a:pt x="10570" y="61148"/>
                    <a:pt x="12810" y="60770"/>
                    <a:pt x="12835" y="59996"/>
                  </a:cubicBezTo>
                  <a:lnTo>
                    <a:pt x="12871" y="57055"/>
                  </a:lnTo>
                  <a:lnTo>
                    <a:pt x="13276" y="56186"/>
                  </a:lnTo>
                  <a:lnTo>
                    <a:pt x="15633" y="14514"/>
                  </a:lnTo>
                  <a:cubicBezTo>
                    <a:pt x="15615" y="14003"/>
                    <a:pt x="15763" y="13674"/>
                    <a:pt x="15908" y="13674"/>
                  </a:cubicBezTo>
                  <a:cubicBezTo>
                    <a:pt x="16040" y="13674"/>
                    <a:pt x="16169" y="13945"/>
                    <a:pt x="16169" y="14597"/>
                  </a:cubicBezTo>
                  <a:cubicBezTo>
                    <a:pt x="16122" y="24872"/>
                    <a:pt x="18622" y="46697"/>
                    <a:pt x="19003" y="55733"/>
                  </a:cubicBezTo>
                  <a:cubicBezTo>
                    <a:pt x="19027" y="55948"/>
                    <a:pt x="19348" y="56162"/>
                    <a:pt x="19348" y="56364"/>
                  </a:cubicBezTo>
                  <a:cubicBezTo>
                    <a:pt x="19455" y="58567"/>
                    <a:pt x="19527" y="59936"/>
                    <a:pt x="19539" y="60079"/>
                  </a:cubicBezTo>
                  <a:cubicBezTo>
                    <a:pt x="19635" y="60525"/>
                    <a:pt x="21296" y="60734"/>
                    <a:pt x="23092" y="60734"/>
                  </a:cubicBezTo>
                  <a:cubicBezTo>
                    <a:pt x="25274" y="60734"/>
                    <a:pt x="27656" y="60426"/>
                    <a:pt x="27683" y="59865"/>
                  </a:cubicBezTo>
                  <a:cubicBezTo>
                    <a:pt x="27683" y="59734"/>
                    <a:pt x="27790" y="58424"/>
                    <a:pt x="27921" y="56257"/>
                  </a:cubicBezTo>
                  <a:cubicBezTo>
                    <a:pt x="27933" y="56007"/>
                    <a:pt x="28171" y="55733"/>
                    <a:pt x="28194" y="55448"/>
                  </a:cubicBezTo>
                  <a:cubicBezTo>
                    <a:pt x="28921" y="44041"/>
                    <a:pt x="30659" y="13573"/>
                    <a:pt x="29385" y="48"/>
                  </a:cubicBezTo>
                  <a:cubicBezTo>
                    <a:pt x="29385" y="48"/>
                    <a:pt x="15360" y="0"/>
                    <a:pt x="7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5">
              <a:extLst>
                <a:ext uri="{FF2B5EF4-FFF2-40B4-BE49-F238E27FC236}">
                  <a16:creationId xmlns:a16="http://schemas.microsoft.com/office/drawing/2014/main" id="{B537D0B2-B240-8A60-F7D0-D7FBF6C06D1C}"/>
                </a:ext>
              </a:extLst>
            </p:cNvPr>
            <p:cNvSpPr/>
            <p:nvPr/>
          </p:nvSpPr>
          <p:spPr>
            <a:xfrm>
              <a:off x="1615091" y="4944844"/>
              <a:ext cx="1192103" cy="155596"/>
            </a:xfrm>
            <a:custGeom>
              <a:avLst/>
              <a:gdLst/>
              <a:ahLst/>
              <a:cxnLst/>
              <a:rect l="l" t="t" r="r" b="b"/>
              <a:pathLst>
                <a:path w="29290" h="3823" extrusionOk="0">
                  <a:moveTo>
                    <a:pt x="16252" y="0"/>
                  </a:moveTo>
                  <a:lnTo>
                    <a:pt x="0" y="1310"/>
                  </a:lnTo>
                  <a:cubicBezTo>
                    <a:pt x="0" y="1310"/>
                    <a:pt x="5668" y="3822"/>
                    <a:pt x="15443" y="3822"/>
                  </a:cubicBezTo>
                  <a:cubicBezTo>
                    <a:pt x="25230" y="3822"/>
                    <a:pt x="29290" y="1310"/>
                    <a:pt x="29290" y="1310"/>
                  </a:cubicBezTo>
                  <a:lnTo>
                    <a:pt x="162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5">
              <a:extLst>
                <a:ext uri="{FF2B5EF4-FFF2-40B4-BE49-F238E27FC236}">
                  <a16:creationId xmlns:a16="http://schemas.microsoft.com/office/drawing/2014/main" id="{02B54E47-F9D3-4F2D-610E-1A40C06E4B3B}"/>
                </a:ext>
              </a:extLst>
            </p:cNvPr>
            <p:cNvSpPr/>
            <p:nvPr/>
          </p:nvSpPr>
          <p:spPr>
            <a:xfrm>
              <a:off x="1944598" y="1693805"/>
              <a:ext cx="632885" cy="1078224"/>
            </a:xfrm>
            <a:custGeom>
              <a:avLst/>
              <a:gdLst/>
              <a:ahLst/>
              <a:cxnLst/>
              <a:rect l="l" t="t" r="r" b="b"/>
              <a:pathLst>
                <a:path w="15550" h="26492" extrusionOk="0">
                  <a:moveTo>
                    <a:pt x="7870" y="0"/>
                  </a:moveTo>
                  <a:cubicBezTo>
                    <a:pt x="7870" y="0"/>
                    <a:pt x="131" y="3787"/>
                    <a:pt x="131" y="7335"/>
                  </a:cubicBezTo>
                  <a:cubicBezTo>
                    <a:pt x="131" y="10907"/>
                    <a:pt x="0" y="21860"/>
                    <a:pt x="1977" y="26492"/>
                  </a:cubicBezTo>
                  <a:lnTo>
                    <a:pt x="13657" y="26492"/>
                  </a:lnTo>
                  <a:cubicBezTo>
                    <a:pt x="15348" y="23587"/>
                    <a:pt x="15550" y="10918"/>
                    <a:pt x="15550" y="7370"/>
                  </a:cubicBezTo>
                  <a:cubicBezTo>
                    <a:pt x="15550" y="3822"/>
                    <a:pt x="7870" y="0"/>
                    <a:pt x="7870" y="0"/>
                  </a:cubicBezTo>
                  <a:close/>
                </a:path>
              </a:pathLst>
            </a:custGeom>
            <a:solidFill>
              <a:srgbClr val="031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5">
              <a:extLst>
                <a:ext uri="{FF2B5EF4-FFF2-40B4-BE49-F238E27FC236}">
                  <a16:creationId xmlns:a16="http://schemas.microsoft.com/office/drawing/2014/main" id="{935FF703-71F3-60E8-15B2-4BFDC71D12EC}"/>
                </a:ext>
              </a:extLst>
            </p:cNvPr>
            <p:cNvSpPr/>
            <p:nvPr/>
          </p:nvSpPr>
          <p:spPr>
            <a:xfrm>
              <a:off x="2657416" y="3209578"/>
              <a:ext cx="399348" cy="940170"/>
            </a:xfrm>
            <a:custGeom>
              <a:avLst/>
              <a:gdLst/>
              <a:ahLst/>
              <a:cxnLst/>
              <a:rect l="l" t="t" r="r" b="b"/>
              <a:pathLst>
                <a:path w="9812" h="23100" extrusionOk="0">
                  <a:moveTo>
                    <a:pt x="7287" y="0"/>
                  </a:moveTo>
                  <a:lnTo>
                    <a:pt x="310" y="5215"/>
                  </a:lnTo>
                  <a:lnTo>
                    <a:pt x="4287" y="15097"/>
                  </a:lnTo>
                  <a:lnTo>
                    <a:pt x="1" y="20014"/>
                  </a:lnTo>
                  <a:cubicBezTo>
                    <a:pt x="1" y="20014"/>
                    <a:pt x="897" y="23099"/>
                    <a:pt x="1032" y="23099"/>
                  </a:cubicBezTo>
                  <a:cubicBezTo>
                    <a:pt x="1034" y="23099"/>
                    <a:pt x="1035" y="23099"/>
                    <a:pt x="1036" y="23098"/>
                  </a:cubicBezTo>
                  <a:cubicBezTo>
                    <a:pt x="1155" y="23039"/>
                    <a:pt x="8978" y="18074"/>
                    <a:pt x="9395" y="16038"/>
                  </a:cubicBezTo>
                  <a:cubicBezTo>
                    <a:pt x="9811" y="14002"/>
                    <a:pt x="7287" y="0"/>
                    <a:pt x="7287" y="0"/>
                  </a:cubicBez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5">
              <a:extLst>
                <a:ext uri="{FF2B5EF4-FFF2-40B4-BE49-F238E27FC236}">
                  <a16:creationId xmlns:a16="http://schemas.microsoft.com/office/drawing/2014/main" id="{2D8C3F91-C9AA-9389-64F3-D8EAF2452AA1}"/>
                </a:ext>
              </a:extLst>
            </p:cNvPr>
            <p:cNvSpPr/>
            <p:nvPr/>
          </p:nvSpPr>
          <p:spPr>
            <a:xfrm>
              <a:off x="1425104" y="3226997"/>
              <a:ext cx="400814" cy="942124"/>
            </a:xfrm>
            <a:custGeom>
              <a:avLst/>
              <a:gdLst/>
              <a:ahLst/>
              <a:cxnLst/>
              <a:rect l="l" t="t" r="r" b="b"/>
              <a:pathLst>
                <a:path w="9848" h="23148" extrusionOk="0">
                  <a:moveTo>
                    <a:pt x="2835" y="1"/>
                  </a:moveTo>
                  <a:cubicBezTo>
                    <a:pt x="2835" y="1"/>
                    <a:pt x="1" y="13538"/>
                    <a:pt x="418" y="15562"/>
                  </a:cubicBezTo>
                  <a:cubicBezTo>
                    <a:pt x="834" y="17610"/>
                    <a:pt x="8704" y="23087"/>
                    <a:pt x="8823" y="23146"/>
                  </a:cubicBezTo>
                  <a:cubicBezTo>
                    <a:pt x="8825" y="23147"/>
                    <a:pt x="8826" y="23148"/>
                    <a:pt x="8828" y="23148"/>
                  </a:cubicBezTo>
                  <a:cubicBezTo>
                    <a:pt x="8963" y="23148"/>
                    <a:pt x="9847" y="20063"/>
                    <a:pt x="9847" y="20063"/>
                  </a:cubicBezTo>
                  <a:lnTo>
                    <a:pt x="5561" y="15145"/>
                  </a:lnTo>
                  <a:lnTo>
                    <a:pt x="9538" y="5263"/>
                  </a:lnTo>
                  <a:lnTo>
                    <a:pt x="2835" y="1"/>
                  </a:lnTo>
                  <a:close/>
                </a:path>
              </a:pathLst>
            </a:custGeom>
            <a:solidFill>
              <a:srgbClr val="0E26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5">
              <a:extLst>
                <a:ext uri="{FF2B5EF4-FFF2-40B4-BE49-F238E27FC236}">
                  <a16:creationId xmlns:a16="http://schemas.microsoft.com/office/drawing/2014/main" id="{4273CC76-FDC4-5E52-BF7E-5B2F2F459DD5}"/>
                </a:ext>
              </a:extLst>
            </p:cNvPr>
            <p:cNvSpPr/>
            <p:nvPr/>
          </p:nvSpPr>
          <p:spPr>
            <a:xfrm>
              <a:off x="1367473" y="2660053"/>
              <a:ext cx="1682009" cy="2371589"/>
            </a:xfrm>
            <a:custGeom>
              <a:avLst/>
              <a:gdLst/>
              <a:ahLst/>
              <a:cxnLst/>
              <a:rect l="l" t="t" r="r" b="b"/>
              <a:pathLst>
                <a:path w="41327" h="58270" extrusionOk="0">
                  <a:moveTo>
                    <a:pt x="17026" y="0"/>
                  </a:moveTo>
                  <a:cubicBezTo>
                    <a:pt x="17026" y="0"/>
                    <a:pt x="9489" y="2917"/>
                    <a:pt x="6930" y="4656"/>
                  </a:cubicBezTo>
                  <a:cubicBezTo>
                    <a:pt x="3524" y="6966"/>
                    <a:pt x="107" y="15717"/>
                    <a:pt x="0" y="18515"/>
                  </a:cubicBezTo>
                  <a:cubicBezTo>
                    <a:pt x="0" y="18515"/>
                    <a:pt x="4929" y="19693"/>
                    <a:pt x="9156" y="20836"/>
                  </a:cubicBezTo>
                  <a:cubicBezTo>
                    <a:pt x="9275" y="22872"/>
                    <a:pt x="9192" y="25194"/>
                    <a:pt x="8799" y="27873"/>
                  </a:cubicBezTo>
                  <a:cubicBezTo>
                    <a:pt x="8585" y="29230"/>
                    <a:pt x="6179" y="44482"/>
                    <a:pt x="5298" y="52090"/>
                  </a:cubicBezTo>
                  <a:cubicBezTo>
                    <a:pt x="5239" y="52566"/>
                    <a:pt x="6358" y="53614"/>
                    <a:pt x="6299" y="54067"/>
                  </a:cubicBezTo>
                  <a:cubicBezTo>
                    <a:pt x="6120" y="55543"/>
                    <a:pt x="5906" y="57150"/>
                    <a:pt x="6096" y="57436"/>
                  </a:cubicBezTo>
                  <a:cubicBezTo>
                    <a:pt x="6346" y="57817"/>
                    <a:pt x="13299" y="58270"/>
                    <a:pt x="21443" y="58270"/>
                  </a:cubicBezTo>
                  <a:cubicBezTo>
                    <a:pt x="28730" y="58270"/>
                    <a:pt x="35147" y="57615"/>
                    <a:pt x="35421" y="57353"/>
                  </a:cubicBezTo>
                  <a:cubicBezTo>
                    <a:pt x="35671" y="57162"/>
                    <a:pt x="35445" y="56210"/>
                    <a:pt x="35338" y="54531"/>
                  </a:cubicBezTo>
                  <a:cubicBezTo>
                    <a:pt x="35326" y="54186"/>
                    <a:pt x="36445" y="53305"/>
                    <a:pt x="36409" y="52924"/>
                  </a:cubicBezTo>
                  <a:cubicBezTo>
                    <a:pt x="36017" y="46613"/>
                    <a:pt x="33873" y="32183"/>
                    <a:pt x="33814" y="31326"/>
                  </a:cubicBezTo>
                  <a:cubicBezTo>
                    <a:pt x="33552" y="27218"/>
                    <a:pt x="33683" y="23813"/>
                    <a:pt x="33992" y="20967"/>
                  </a:cubicBezTo>
                  <a:cubicBezTo>
                    <a:pt x="38576" y="20265"/>
                    <a:pt x="41327" y="15955"/>
                    <a:pt x="41327" y="15955"/>
                  </a:cubicBezTo>
                  <a:cubicBezTo>
                    <a:pt x="41208" y="12633"/>
                    <a:pt x="39803" y="7489"/>
                    <a:pt x="37005" y="5715"/>
                  </a:cubicBezTo>
                  <a:cubicBezTo>
                    <a:pt x="35135" y="4037"/>
                    <a:pt x="28349" y="1263"/>
                    <a:pt x="26480" y="715"/>
                  </a:cubicBezTo>
                  <a:cubicBezTo>
                    <a:pt x="25721" y="492"/>
                    <a:pt x="25006" y="422"/>
                    <a:pt x="24298" y="422"/>
                  </a:cubicBezTo>
                  <a:cubicBezTo>
                    <a:pt x="23141" y="422"/>
                    <a:pt x="22001" y="607"/>
                    <a:pt x="20706" y="607"/>
                  </a:cubicBezTo>
                  <a:cubicBezTo>
                    <a:pt x="19621" y="607"/>
                    <a:pt x="18427" y="477"/>
                    <a:pt x="1702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5">
              <a:extLst>
                <a:ext uri="{FF2B5EF4-FFF2-40B4-BE49-F238E27FC236}">
                  <a16:creationId xmlns:a16="http://schemas.microsoft.com/office/drawing/2014/main" id="{15FA30AD-2FD2-4F95-3587-1BCAF09E93AA}"/>
                </a:ext>
              </a:extLst>
            </p:cNvPr>
            <p:cNvSpPr/>
            <p:nvPr/>
          </p:nvSpPr>
          <p:spPr>
            <a:xfrm>
              <a:off x="2053022" y="2400797"/>
              <a:ext cx="384615" cy="318925"/>
            </a:xfrm>
            <a:custGeom>
              <a:avLst/>
              <a:gdLst/>
              <a:ahLst/>
              <a:cxnLst/>
              <a:rect l="l" t="t" r="r" b="b"/>
              <a:pathLst>
                <a:path w="9450" h="7836" extrusionOk="0">
                  <a:moveTo>
                    <a:pt x="587" y="1"/>
                  </a:moveTo>
                  <a:lnTo>
                    <a:pt x="587" y="1"/>
                  </a:lnTo>
                  <a:cubicBezTo>
                    <a:pt x="599" y="1477"/>
                    <a:pt x="492" y="4513"/>
                    <a:pt x="182" y="6370"/>
                  </a:cubicBezTo>
                  <a:cubicBezTo>
                    <a:pt x="0" y="7389"/>
                    <a:pt x="2797" y="7835"/>
                    <a:pt x="5353" y="7835"/>
                  </a:cubicBezTo>
                  <a:cubicBezTo>
                    <a:pt x="7485" y="7835"/>
                    <a:pt x="9449" y="7525"/>
                    <a:pt x="9374" y="6978"/>
                  </a:cubicBezTo>
                  <a:cubicBezTo>
                    <a:pt x="9255" y="6644"/>
                    <a:pt x="8909" y="2549"/>
                    <a:pt x="9016" y="382"/>
                  </a:cubicBezTo>
                  <a:lnTo>
                    <a:pt x="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5">
              <a:extLst>
                <a:ext uri="{FF2B5EF4-FFF2-40B4-BE49-F238E27FC236}">
                  <a16:creationId xmlns:a16="http://schemas.microsoft.com/office/drawing/2014/main" id="{13F229AC-9A84-5E0C-E678-FC2E55A0E4E3}"/>
                </a:ext>
              </a:extLst>
            </p:cNvPr>
            <p:cNvSpPr/>
            <p:nvPr/>
          </p:nvSpPr>
          <p:spPr>
            <a:xfrm>
              <a:off x="2076873" y="2363963"/>
              <a:ext cx="343142" cy="217135"/>
            </a:xfrm>
            <a:custGeom>
              <a:avLst/>
              <a:gdLst/>
              <a:ahLst/>
              <a:cxnLst/>
              <a:rect l="l" t="t" r="r" b="b"/>
              <a:pathLst>
                <a:path w="8431" h="5335" extrusionOk="0">
                  <a:moveTo>
                    <a:pt x="8430" y="1"/>
                  </a:moveTo>
                  <a:lnTo>
                    <a:pt x="1" y="906"/>
                  </a:lnTo>
                  <a:cubicBezTo>
                    <a:pt x="1" y="906"/>
                    <a:pt x="72" y="1441"/>
                    <a:pt x="13" y="2382"/>
                  </a:cubicBezTo>
                  <a:cubicBezTo>
                    <a:pt x="13" y="2382"/>
                    <a:pt x="2525" y="5335"/>
                    <a:pt x="4311" y="5335"/>
                  </a:cubicBezTo>
                  <a:cubicBezTo>
                    <a:pt x="6097" y="5335"/>
                    <a:pt x="8395" y="2596"/>
                    <a:pt x="8395" y="2596"/>
                  </a:cubicBezTo>
                  <a:cubicBezTo>
                    <a:pt x="8395" y="2596"/>
                    <a:pt x="8347" y="775"/>
                    <a:pt x="8430" y="1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5">
              <a:extLst>
                <a:ext uri="{FF2B5EF4-FFF2-40B4-BE49-F238E27FC236}">
                  <a16:creationId xmlns:a16="http://schemas.microsoft.com/office/drawing/2014/main" id="{5C63D862-81EB-5AD1-8791-34B8B1A1C52C}"/>
                </a:ext>
              </a:extLst>
            </p:cNvPr>
            <p:cNvSpPr/>
            <p:nvPr/>
          </p:nvSpPr>
          <p:spPr>
            <a:xfrm>
              <a:off x="2493640" y="1956032"/>
              <a:ext cx="179528" cy="223443"/>
            </a:xfrm>
            <a:custGeom>
              <a:avLst/>
              <a:gdLst/>
              <a:ahLst/>
              <a:cxnLst/>
              <a:rect l="l" t="t" r="r" b="b"/>
              <a:pathLst>
                <a:path w="4411" h="5490" extrusionOk="0">
                  <a:moveTo>
                    <a:pt x="2769" y="0"/>
                  </a:moveTo>
                  <a:cubicBezTo>
                    <a:pt x="2657" y="0"/>
                    <a:pt x="2540" y="11"/>
                    <a:pt x="2417" y="34"/>
                  </a:cubicBezTo>
                  <a:cubicBezTo>
                    <a:pt x="1215" y="273"/>
                    <a:pt x="405" y="1035"/>
                    <a:pt x="203" y="2559"/>
                  </a:cubicBezTo>
                  <a:cubicBezTo>
                    <a:pt x="0" y="4094"/>
                    <a:pt x="762" y="4904"/>
                    <a:pt x="1691" y="5380"/>
                  </a:cubicBezTo>
                  <a:cubicBezTo>
                    <a:pt x="1833" y="5455"/>
                    <a:pt x="1976" y="5489"/>
                    <a:pt x="2117" y="5489"/>
                  </a:cubicBezTo>
                  <a:cubicBezTo>
                    <a:pt x="3105" y="5489"/>
                    <a:pt x="4040" y="3818"/>
                    <a:pt x="4227" y="2475"/>
                  </a:cubicBezTo>
                  <a:cubicBezTo>
                    <a:pt x="4411" y="1081"/>
                    <a:pt x="3868" y="0"/>
                    <a:pt x="2769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5">
              <a:extLst>
                <a:ext uri="{FF2B5EF4-FFF2-40B4-BE49-F238E27FC236}">
                  <a16:creationId xmlns:a16="http://schemas.microsoft.com/office/drawing/2014/main" id="{8476A4E5-6C31-DE50-7EC2-50AAD8CC19CC}"/>
                </a:ext>
              </a:extLst>
            </p:cNvPr>
            <p:cNvSpPr/>
            <p:nvPr/>
          </p:nvSpPr>
          <p:spPr>
            <a:xfrm>
              <a:off x="2572150" y="1956113"/>
              <a:ext cx="78999" cy="49817"/>
            </a:xfrm>
            <a:custGeom>
              <a:avLst/>
              <a:gdLst/>
              <a:ahLst/>
              <a:cxnLst/>
              <a:rect l="l" t="t" r="r" b="b"/>
              <a:pathLst>
                <a:path w="1941" h="1224" extrusionOk="0">
                  <a:moveTo>
                    <a:pt x="820" y="0"/>
                  </a:moveTo>
                  <a:cubicBezTo>
                    <a:pt x="433" y="0"/>
                    <a:pt x="155" y="140"/>
                    <a:pt x="155" y="140"/>
                  </a:cubicBezTo>
                  <a:lnTo>
                    <a:pt x="0" y="1223"/>
                  </a:lnTo>
                  <a:cubicBezTo>
                    <a:pt x="222" y="536"/>
                    <a:pt x="784" y="318"/>
                    <a:pt x="1254" y="318"/>
                  </a:cubicBezTo>
                  <a:cubicBezTo>
                    <a:pt x="1565" y="318"/>
                    <a:pt x="1836" y="414"/>
                    <a:pt x="1941" y="533"/>
                  </a:cubicBezTo>
                  <a:cubicBezTo>
                    <a:pt x="1941" y="533"/>
                    <a:pt x="1715" y="116"/>
                    <a:pt x="1072" y="21"/>
                  </a:cubicBezTo>
                  <a:cubicBezTo>
                    <a:pt x="984" y="6"/>
                    <a:pt x="900" y="0"/>
                    <a:pt x="820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5">
              <a:extLst>
                <a:ext uri="{FF2B5EF4-FFF2-40B4-BE49-F238E27FC236}">
                  <a16:creationId xmlns:a16="http://schemas.microsoft.com/office/drawing/2014/main" id="{7DC23C4F-84C4-07D1-01E7-391D7FC89153}"/>
                </a:ext>
              </a:extLst>
            </p:cNvPr>
            <p:cNvSpPr/>
            <p:nvPr/>
          </p:nvSpPr>
          <p:spPr>
            <a:xfrm>
              <a:off x="1852779" y="1956520"/>
              <a:ext cx="179080" cy="223443"/>
            </a:xfrm>
            <a:custGeom>
              <a:avLst/>
              <a:gdLst/>
              <a:ahLst/>
              <a:cxnLst/>
              <a:rect l="l" t="t" r="r" b="b"/>
              <a:pathLst>
                <a:path w="4400" h="5490" extrusionOk="0">
                  <a:moveTo>
                    <a:pt x="1625" y="0"/>
                  </a:moveTo>
                  <a:cubicBezTo>
                    <a:pt x="544" y="0"/>
                    <a:pt x="1" y="1081"/>
                    <a:pt x="185" y="2475"/>
                  </a:cubicBezTo>
                  <a:cubicBezTo>
                    <a:pt x="372" y="3818"/>
                    <a:pt x="1306" y="5489"/>
                    <a:pt x="2294" y="5489"/>
                  </a:cubicBezTo>
                  <a:cubicBezTo>
                    <a:pt x="2436" y="5489"/>
                    <a:pt x="2579" y="5455"/>
                    <a:pt x="2721" y="5380"/>
                  </a:cubicBezTo>
                  <a:cubicBezTo>
                    <a:pt x="3638" y="4904"/>
                    <a:pt x="4400" y="4094"/>
                    <a:pt x="4209" y="2570"/>
                  </a:cubicBezTo>
                  <a:cubicBezTo>
                    <a:pt x="3995" y="1034"/>
                    <a:pt x="3197" y="284"/>
                    <a:pt x="1971" y="34"/>
                  </a:cubicBezTo>
                  <a:cubicBezTo>
                    <a:pt x="1850" y="11"/>
                    <a:pt x="1735" y="0"/>
                    <a:pt x="1625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5">
              <a:extLst>
                <a:ext uri="{FF2B5EF4-FFF2-40B4-BE49-F238E27FC236}">
                  <a16:creationId xmlns:a16="http://schemas.microsoft.com/office/drawing/2014/main" id="{B6C78308-3132-E3ED-752B-CB515F27A841}"/>
                </a:ext>
              </a:extLst>
            </p:cNvPr>
            <p:cNvSpPr/>
            <p:nvPr/>
          </p:nvSpPr>
          <p:spPr>
            <a:xfrm>
              <a:off x="1874798" y="1956764"/>
              <a:ext cx="79039" cy="49613"/>
            </a:xfrm>
            <a:custGeom>
              <a:avLst/>
              <a:gdLst/>
              <a:ahLst/>
              <a:cxnLst/>
              <a:rect l="l" t="t" r="r" b="b"/>
              <a:pathLst>
                <a:path w="1942" h="1219" extrusionOk="0">
                  <a:moveTo>
                    <a:pt x="1099" y="0"/>
                  </a:moveTo>
                  <a:cubicBezTo>
                    <a:pt x="1026" y="0"/>
                    <a:pt x="949" y="5"/>
                    <a:pt x="870" y="16"/>
                  </a:cubicBezTo>
                  <a:cubicBezTo>
                    <a:pt x="227" y="124"/>
                    <a:pt x="1" y="540"/>
                    <a:pt x="1" y="540"/>
                  </a:cubicBezTo>
                  <a:cubicBezTo>
                    <a:pt x="107" y="420"/>
                    <a:pt x="383" y="321"/>
                    <a:pt x="699" y="321"/>
                  </a:cubicBezTo>
                  <a:cubicBezTo>
                    <a:pt x="1167" y="321"/>
                    <a:pt x="1722" y="537"/>
                    <a:pt x="1942" y="1219"/>
                  </a:cubicBezTo>
                  <a:lnTo>
                    <a:pt x="1787" y="136"/>
                  </a:lnTo>
                  <a:cubicBezTo>
                    <a:pt x="1787" y="136"/>
                    <a:pt x="1491" y="0"/>
                    <a:pt x="1099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5">
              <a:extLst>
                <a:ext uri="{FF2B5EF4-FFF2-40B4-BE49-F238E27FC236}">
                  <a16:creationId xmlns:a16="http://schemas.microsoft.com/office/drawing/2014/main" id="{16146C82-B445-CBD2-3637-6BAFEA33AE81}"/>
                </a:ext>
              </a:extLst>
            </p:cNvPr>
            <p:cNvSpPr/>
            <p:nvPr/>
          </p:nvSpPr>
          <p:spPr>
            <a:xfrm>
              <a:off x="1948953" y="1581881"/>
              <a:ext cx="628530" cy="659544"/>
            </a:xfrm>
            <a:custGeom>
              <a:avLst/>
              <a:gdLst/>
              <a:ahLst/>
              <a:cxnLst/>
              <a:rect l="l" t="t" r="r" b="b"/>
              <a:pathLst>
                <a:path w="15443" h="16205" extrusionOk="0">
                  <a:moveTo>
                    <a:pt x="7728" y="0"/>
                  </a:moveTo>
                  <a:cubicBezTo>
                    <a:pt x="3453" y="0"/>
                    <a:pt x="1" y="2750"/>
                    <a:pt x="1" y="8477"/>
                  </a:cubicBezTo>
                  <a:cubicBezTo>
                    <a:pt x="1" y="12752"/>
                    <a:pt x="3453" y="16204"/>
                    <a:pt x="7728" y="16204"/>
                  </a:cubicBezTo>
                  <a:cubicBezTo>
                    <a:pt x="11990" y="16204"/>
                    <a:pt x="15443" y="12752"/>
                    <a:pt x="15443" y="8477"/>
                  </a:cubicBezTo>
                  <a:cubicBezTo>
                    <a:pt x="15443" y="2870"/>
                    <a:pt x="11978" y="0"/>
                    <a:pt x="7728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>
              <a:extLst>
                <a:ext uri="{FF2B5EF4-FFF2-40B4-BE49-F238E27FC236}">
                  <a16:creationId xmlns:a16="http://schemas.microsoft.com/office/drawing/2014/main" id="{71086044-820D-C105-85B4-11AB7CAC7849}"/>
                </a:ext>
              </a:extLst>
            </p:cNvPr>
            <p:cNvSpPr/>
            <p:nvPr/>
          </p:nvSpPr>
          <p:spPr>
            <a:xfrm>
              <a:off x="1947976" y="1926891"/>
              <a:ext cx="629507" cy="577777"/>
            </a:xfrm>
            <a:custGeom>
              <a:avLst/>
              <a:gdLst/>
              <a:ahLst/>
              <a:cxnLst/>
              <a:rect l="l" t="t" r="r" b="b"/>
              <a:pathLst>
                <a:path w="15467" h="14196" extrusionOk="0">
                  <a:moveTo>
                    <a:pt x="15467" y="0"/>
                  </a:moveTo>
                  <a:lnTo>
                    <a:pt x="1" y="24"/>
                  </a:lnTo>
                  <a:cubicBezTo>
                    <a:pt x="1" y="4156"/>
                    <a:pt x="1" y="7608"/>
                    <a:pt x="1584" y="9859"/>
                  </a:cubicBezTo>
                  <a:cubicBezTo>
                    <a:pt x="2489" y="11156"/>
                    <a:pt x="4775" y="13419"/>
                    <a:pt x="6537" y="14038"/>
                  </a:cubicBezTo>
                  <a:cubicBezTo>
                    <a:pt x="6813" y="14132"/>
                    <a:pt x="7390" y="14196"/>
                    <a:pt x="7901" y="14196"/>
                  </a:cubicBezTo>
                  <a:cubicBezTo>
                    <a:pt x="8228" y="14196"/>
                    <a:pt x="8528" y="14170"/>
                    <a:pt x="8704" y="14109"/>
                  </a:cubicBezTo>
                  <a:cubicBezTo>
                    <a:pt x="10490" y="13514"/>
                    <a:pt x="12943" y="11192"/>
                    <a:pt x="13895" y="9847"/>
                  </a:cubicBezTo>
                  <a:cubicBezTo>
                    <a:pt x="15467" y="7597"/>
                    <a:pt x="15467" y="4144"/>
                    <a:pt x="15467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>
              <a:extLst>
                <a:ext uri="{FF2B5EF4-FFF2-40B4-BE49-F238E27FC236}">
                  <a16:creationId xmlns:a16="http://schemas.microsoft.com/office/drawing/2014/main" id="{53D9CF88-1BF0-4D6B-F4F9-358A8F321C1E}"/>
                </a:ext>
              </a:extLst>
            </p:cNvPr>
            <p:cNvSpPr/>
            <p:nvPr/>
          </p:nvSpPr>
          <p:spPr>
            <a:xfrm>
              <a:off x="2346794" y="2016511"/>
              <a:ext cx="137647" cy="28287"/>
            </a:xfrm>
            <a:custGeom>
              <a:avLst/>
              <a:gdLst/>
              <a:ahLst/>
              <a:cxnLst/>
              <a:rect l="l" t="t" r="r" b="b"/>
              <a:pathLst>
                <a:path w="3382" h="695" extrusionOk="0">
                  <a:moveTo>
                    <a:pt x="2477" y="1"/>
                  </a:moveTo>
                  <a:cubicBezTo>
                    <a:pt x="2191" y="25"/>
                    <a:pt x="1918" y="37"/>
                    <a:pt x="1656" y="84"/>
                  </a:cubicBezTo>
                  <a:cubicBezTo>
                    <a:pt x="1382" y="120"/>
                    <a:pt x="1120" y="168"/>
                    <a:pt x="846" y="239"/>
                  </a:cubicBezTo>
                  <a:cubicBezTo>
                    <a:pt x="584" y="322"/>
                    <a:pt x="334" y="406"/>
                    <a:pt x="72" y="513"/>
                  </a:cubicBezTo>
                  <a:cubicBezTo>
                    <a:pt x="36" y="537"/>
                    <a:pt x="1" y="584"/>
                    <a:pt x="36" y="620"/>
                  </a:cubicBezTo>
                  <a:cubicBezTo>
                    <a:pt x="46" y="670"/>
                    <a:pt x="89" y="695"/>
                    <a:pt x="138" y="695"/>
                  </a:cubicBezTo>
                  <a:cubicBezTo>
                    <a:pt x="147" y="695"/>
                    <a:pt x="157" y="694"/>
                    <a:pt x="167" y="692"/>
                  </a:cubicBezTo>
                  <a:cubicBezTo>
                    <a:pt x="405" y="620"/>
                    <a:pt x="667" y="549"/>
                    <a:pt x="929" y="501"/>
                  </a:cubicBezTo>
                  <a:cubicBezTo>
                    <a:pt x="1179" y="453"/>
                    <a:pt x="1441" y="394"/>
                    <a:pt x="1703" y="358"/>
                  </a:cubicBezTo>
                  <a:cubicBezTo>
                    <a:pt x="1965" y="334"/>
                    <a:pt x="2215" y="299"/>
                    <a:pt x="2489" y="287"/>
                  </a:cubicBezTo>
                  <a:cubicBezTo>
                    <a:pt x="2751" y="263"/>
                    <a:pt x="3013" y="263"/>
                    <a:pt x="3275" y="263"/>
                  </a:cubicBezTo>
                  <a:cubicBezTo>
                    <a:pt x="3334" y="263"/>
                    <a:pt x="3382" y="215"/>
                    <a:pt x="3382" y="168"/>
                  </a:cubicBezTo>
                  <a:cubicBezTo>
                    <a:pt x="3382" y="108"/>
                    <a:pt x="3346" y="61"/>
                    <a:pt x="3287" y="49"/>
                  </a:cubicBezTo>
                  <a:cubicBezTo>
                    <a:pt x="3025" y="25"/>
                    <a:pt x="2739" y="1"/>
                    <a:pt x="247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5">
              <a:extLst>
                <a:ext uri="{FF2B5EF4-FFF2-40B4-BE49-F238E27FC236}">
                  <a16:creationId xmlns:a16="http://schemas.microsoft.com/office/drawing/2014/main" id="{C8C9F7F5-87A6-41BB-7018-615B18FC0758}"/>
                </a:ext>
              </a:extLst>
            </p:cNvPr>
            <p:cNvSpPr/>
            <p:nvPr/>
          </p:nvSpPr>
          <p:spPr>
            <a:xfrm>
              <a:off x="2023596" y="2020541"/>
              <a:ext cx="137159" cy="19780"/>
            </a:xfrm>
            <a:custGeom>
              <a:avLst/>
              <a:gdLst/>
              <a:ahLst/>
              <a:cxnLst/>
              <a:rect l="l" t="t" r="r" b="b"/>
              <a:pathLst>
                <a:path w="3370" h="486" extrusionOk="0">
                  <a:moveTo>
                    <a:pt x="1280" y="0"/>
                  </a:moveTo>
                  <a:cubicBezTo>
                    <a:pt x="1143" y="0"/>
                    <a:pt x="1006" y="3"/>
                    <a:pt x="869" y="9"/>
                  </a:cubicBezTo>
                  <a:cubicBezTo>
                    <a:pt x="607" y="21"/>
                    <a:pt x="334" y="69"/>
                    <a:pt x="72" y="128"/>
                  </a:cubicBezTo>
                  <a:cubicBezTo>
                    <a:pt x="24" y="128"/>
                    <a:pt x="0" y="188"/>
                    <a:pt x="0" y="235"/>
                  </a:cubicBezTo>
                  <a:cubicBezTo>
                    <a:pt x="0" y="283"/>
                    <a:pt x="36" y="319"/>
                    <a:pt x="95" y="319"/>
                  </a:cubicBezTo>
                  <a:cubicBezTo>
                    <a:pt x="369" y="307"/>
                    <a:pt x="619" y="283"/>
                    <a:pt x="893" y="283"/>
                  </a:cubicBezTo>
                  <a:cubicBezTo>
                    <a:pt x="1155" y="283"/>
                    <a:pt x="1405" y="283"/>
                    <a:pt x="1679" y="295"/>
                  </a:cubicBezTo>
                  <a:cubicBezTo>
                    <a:pt x="1941" y="307"/>
                    <a:pt x="2203" y="343"/>
                    <a:pt x="2465" y="366"/>
                  </a:cubicBezTo>
                  <a:cubicBezTo>
                    <a:pt x="2715" y="402"/>
                    <a:pt x="2989" y="438"/>
                    <a:pt x="3239" y="485"/>
                  </a:cubicBezTo>
                  <a:cubicBezTo>
                    <a:pt x="3298" y="485"/>
                    <a:pt x="3358" y="462"/>
                    <a:pt x="3346" y="426"/>
                  </a:cubicBezTo>
                  <a:cubicBezTo>
                    <a:pt x="3370" y="366"/>
                    <a:pt x="3346" y="307"/>
                    <a:pt x="3286" y="295"/>
                  </a:cubicBezTo>
                  <a:cubicBezTo>
                    <a:pt x="3024" y="200"/>
                    <a:pt x="2762" y="140"/>
                    <a:pt x="2489" y="104"/>
                  </a:cubicBezTo>
                  <a:cubicBezTo>
                    <a:pt x="2227" y="57"/>
                    <a:pt x="1965" y="21"/>
                    <a:pt x="1691" y="9"/>
                  </a:cubicBezTo>
                  <a:cubicBezTo>
                    <a:pt x="1554" y="3"/>
                    <a:pt x="1417" y="0"/>
                    <a:pt x="128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5">
              <a:extLst>
                <a:ext uri="{FF2B5EF4-FFF2-40B4-BE49-F238E27FC236}">
                  <a16:creationId xmlns:a16="http://schemas.microsoft.com/office/drawing/2014/main" id="{AAA9667F-EBF6-AC18-3381-4D03752A26F8}"/>
                </a:ext>
              </a:extLst>
            </p:cNvPr>
            <p:cNvSpPr/>
            <p:nvPr/>
          </p:nvSpPr>
          <p:spPr>
            <a:xfrm>
              <a:off x="2191728" y="2273977"/>
              <a:ext cx="142979" cy="31909"/>
            </a:xfrm>
            <a:custGeom>
              <a:avLst/>
              <a:gdLst/>
              <a:ahLst/>
              <a:cxnLst/>
              <a:rect l="l" t="t" r="r" b="b"/>
              <a:pathLst>
                <a:path w="3513" h="784" extrusionOk="0">
                  <a:moveTo>
                    <a:pt x="1818" y="0"/>
                  </a:moveTo>
                  <a:cubicBezTo>
                    <a:pt x="1245" y="0"/>
                    <a:pt x="655" y="66"/>
                    <a:pt x="405" y="188"/>
                  </a:cubicBezTo>
                  <a:cubicBezTo>
                    <a:pt x="1" y="402"/>
                    <a:pt x="1298" y="783"/>
                    <a:pt x="1739" y="783"/>
                  </a:cubicBezTo>
                  <a:cubicBezTo>
                    <a:pt x="2203" y="783"/>
                    <a:pt x="3513" y="438"/>
                    <a:pt x="3096" y="188"/>
                  </a:cubicBezTo>
                  <a:cubicBezTo>
                    <a:pt x="2893" y="60"/>
                    <a:pt x="2363" y="0"/>
                    <a:pt x="1818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>
              <a:extLst>
                <a:ext uri="{FF2B5EF4-FFF2-40B4-BE49-F238E27FC236}">
                  <a16:creationId xmlns:a16="http://schemas.microsoft.com/office/drawing/2014/main" id="{9202E231-F98F-36A2-C98F-6110A10A78F6}"/>
                </a:ext>
              </a:extLst>
            </p:cNvPr>
            <p:cNvSpPr/>
            <p:nvPr/>
          </p:nvSpPr>
          <p:spPr>
            <a:xfrm>
              <a:off x="2206258" y="2424565"/>
              <a:ext cx="115385" cy="10216"/>
            </a:xfrm>
            <a:custGeom>
              <a:avLst/>
              <a:gdLst/>
              <a:ahLst/>
              <a:cxnLst/>
              <a:rect l="l" t="t" r="r" b="b"/>
              <a:pathLst>
                <a:path w="2835" h="251" extrusionOk="0">
                  <a:moveTo>
                    <a:pt x="1382" y="0"/>
                  </a:moveTo>
                  <a:cubicBezTo>
                    <a:pt x="1013" y="0"/>
                    <a:pt x="1" y="131"/>
                    <a:pt x="346" y="238"/>
                  </a:cubicBezTo>
                  <a:cubicBezTo>
                    <a:pt x="346" y="238"/>
                    <a:pt x="906" y="155"/>
                    <a:pt x="1370" y="155"/>
                  </a:cubicBezTo>
                  <a:cubicBezTo>
                    <a:pt x="1834" y="155"/>
                    <a:pt x="2501" y="250"/>
                    <a:pt x="2501" y="250"/>
                  </a:cubicBezTo>
                  <a:cubicBezTo>
                    <a:pt x="2835" y="155"/>
                    <a:pt x="1775" y="12"/>
                    <a:pt x="1382" y="0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>
              <a:extLst>
                <a:ext uri="{FF2B5EF4-FFF2-40B4-BE49-F238E27FC236}">
                  <a16:creationId xmlns:a16="http://schemas.microsoft.com/office/drawing/2014/main" id="{E4C0BBE4-AF4A-7158-366F-23596385904C}"/>
                </a:ext>
              </a:extLst>
            </p:cNvPr>
            <p:cNvSpPr/>
            <p:nvPr/>
          </p:nvSpPr>
          <p:spPr>
            <a:xfrm>
              <a:off x="2151028" y="2349067"/>
              <a:ext cx="225844" cy="30077"/>
            </a:xfrm>
            <a:custGeom>
              <a:avLst/>
              <a:gdLst/>
              <a:ahLst/>
              <a:cxnLst/>
              <a:rect l="l" t="t" r="r" b="b"/>
              <a:pathLst>
                <a:path w="5549" h="739" extrusionOk="0">
                  <a:moveTo>
                    <a:pt x="2311" y="1"/>
                  </a:moveTo>
                  <a:cubicBezTo>
                    <a:pt x="1737" y="1"/>
                    <a:pt x="1046" y="324"/>
                    <a:pt x="490" y="324"/>
                  </a:cubicBezTo>
                  <a:cubicBezTo>
                    <a:pt x="310" y="324"/>
                    <a:pt x="144" y="290"/>
                    <a:pt x="1" y="200"/>
                  </a:cubicBezTo>
                  <a:lnTo>
                    <a:pt x="1" y="200"/>
                  </a:lnTo>
                  <a:cubicBezTo>
                    <a:pt x="282" y="526"/>
                    <a:pt x="1696" y="739"/>
                    <a:pt x="3033" y="739"/>
                  </a:cubicBezTo>
                  <a:cubicBezTo>
                    <a:pt x="4187" y="739"/>
                    <a:pt x="5284" y="581"/>
                    <a:pt x="5549" y="200"/>
                  </a:cubicBezTo>
                  <a:lnTo>
                    <a:pt x="5549" y="200"/>
                  </a:lnTo>
                  <a:cubicBezTo>
                    <a:pt x="5406" y="290"/>
                    <a:pt x="5240" y="324"/>
                    <a:pt x="5061" y="324"/>
                  </a:cubicBezTo>
                  <a:cubicBezTo>
                    <a:pt x="4507" y="324"/>
                    <a:pt x="3822" y="1"/>
                    <a:pt x="3249" y="1"/>
                  </a:cubicBezTo>
                  <a:cubicBezTo>
                    <a:pt x="3097" y="1"/>
                    <a:pt x="2954" y="23"/>
                    <a:pt x="2822" y="81"/>
                  </a:cubicBezTo>
                  <a:lnTo>
                    <a:pt x="2739" y="81"/>
                  </a:lnTo>
                  <a:cubicBezTo>
                    <a:pt x="2608" y="23"/>
                    <a:pt x="2463" y="1"/>
                    <a:pt x="2311" y="1"/>
                  </a:cubicBez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5">
              <a:extLst>
                <a:ext uri="{FF2B5EF4-FFF2-40B4-BE49-F238E27FC236}">
                  <a16:creationId xmlns:a16="http://schemas.microsoft.com/office/drawing/2014/main" id="{60C4C8C7-7011-6E88-EA48-C0DE49EA0DFA}"/>
                </a:ext>
              </a:extLst>
            </p:cNvPr>
            <p:cNvSpPr/>
            <p:nvPr/>
          </p:nvSpPr>
          <p:spPr>
            <a:xfrm>
              <a:off x="2164093" y="2364940"/>
              <a:ext cx="202116" cy="38258"/>
            </a:xfrm>
            <a:custGeom>
              <a:avLst/>
              <a:gdLst/>
              <a:ahLst/>
              <a:cxnLst/>
              <a:rect l="l" t="t" r="r" b="b"/>
              <a:pathLst>
                <a:path w="4966" h="940" extrusionOk="0">
                  <a:moveTo>
                    <a:pt x="1" y="1"/>
                  </a:moveTo>
                  <a:cubicBezTo>
                    <a:pt x="332" y="259"/>
                    <a:pt x="1409" y="931"/>
                    <a:pt x="2147" y="931"/>
                  </a:cubicBezTo>
                  <a:cubicBezTo>
                    <a:pt x="2258" y="931"/>
                    <a:pt x="2362" y="916"/>
                    <a:pt x="2454" y="882"/>
                  </a:cubicBezTo>
                  <a:cubicBezTo>
                    <a:pt x="2584" y="922"/>
                    <a:pt x="2712" y="939"/>
                    <a:pt x="2838" y="939"/>
                  </a:cubicBezTo>
                  <a:cubicBezTo>
                    <a:pt x="3651" y="939"/>
                    <a:pt x="4389" y="211"/>
                    <a:pt x="4966" y="36"/>
                  </a:cubicBezTo>
                  <a:lnTo>
                    <a:pt x="4966" y="36"/>
                  </a:lnTo>
                  <a:lnTo>
                    <a:pt x="2454" y="2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D90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5">
              <a:extLst>
                <a:ext uri="{FF2B5EF4-FFF2-40B4-BE49-F238E27FC236}">
                  <a16:creationId xmlns:a16="http://schemas.microsoft.com/office/drawing/2014/main" id="{0B9B7678-153D-B3E0-4099-C7FC4EF13267}"/>
                </a:ext>
              </a:extLst>
            </p:cNvPr>
            <p:cNvSpPr/>
            <p:nvPr/>
          </p:nvSpPr>
          <p:spPr>
            <a:xfrm>
              <a:off x="2202880" y="2371737"/>
              <a:ext cx="114408" cy="12658"/>
            </a:xfrm>
            <a:custGeom>
              <a:avLst/>
              <a:gdLst/>
              <a:ahLst/>
              <a:cxnLst/>
              <a:rect l="l" t="t" r="r" b="b"/>
              <a:pathLst>
                <a:path w="2811" h="311" extrusionOk="0">
                  <a:moveTo>
                    <a:pt x="2810" y="0"/>
                  </a:moveTo>
                  <a:lnTo>
                    <a:pt x="2810" y="0"/>
                  </a:lnTo>
                  <a:cubicBezTo>
                    <a:pt x="2632" y="84"/>
                    <a:pt x="2370" y="131"/>
                    <a:pt x="2096" y="167"/>
                  </a:cubicBezTo>
                  <a:cubicBezTo>
                    <a:pt x="1917" y="179"/>
                    <a:pt x="1715" y="262"/>
                    <a:pt x="1524" y="262"/>
                  </a:cubicBezTo>
                  <a:cubicBezTo>
                    <a:pt x="1322" y="262"/>
                    <a:pt x="1096" y="167"/>
                    <a:pt x="893" y="143"/>
                  </a:cubicBezTo>
                  <a:cubicBezTo>
                    <a:pt x="560" y="119"/>
                    <a:pt x="251" y="72"/>
                    <a:pt x="0" y="12"/>
                  </a:cubicBezTo>
                  <a:lnTo>
                    <a:pt x="0" y="12"/>
                  </a:lnTo>
                  <a:cubicBezTo>
                    <a:pt x="1" y="12"/>
                    <a:pt x="746" y="310"/>
                    <a:pt x="1482" y="310"/>
                  </a:cubicBezTo>
                  <a:cubicBezTo>
                    <a:pt x="1496" y="310"/>
                    <a:pt x="1510" y="310"/>
                    <a:pt x="1524" y="310"/>
                  </a:cubicBezTo>
                  <a:cubicBezTo>
                    <a:pt x="2274" y="310"/>
                    <a:pt x="2810" y="0"/>
                    <a:pt x="2810" y="0"/>
                  </a:cubicBez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>
              <a:extLst>
                <a:ext uri="{FF2B5EF4-FFF2-40B4-BE49-F238E27FC236}">
                  <a16:creationId xmlns:a16="http://schemas.microsoft.com/office/drawing/2014/main" id="{2C018A26-D5C6-1CA8-EDB1-EA36516E0800}"/>
                </a:ext>
              </a:extLst>
            </p:cNvPr>
            <p:cNvSpPr/>
            <p:nvPr/>
          </p:nvSpPr>
          <p:spPr>
            <a:xfrm>
              <a:off x="2625914" y="3196473"/>
              <a:ext cx="88238" cy="491900"/>
            </a:xfrm>
            <a:custGeom>
              <a:avLst/>
              <a:gdLst/>
              <a:ahLst/>
              <a:cxnLst/>
              <a:rect l="l" t="t" r="r" b="b"/>
              <a:pathLst>
                <a:path w="2168" h="12086" extrusionOk="0">
                  <a:moveTo>
                    <a:pt x="1" y="1"/>
                  </a:moveTo>
                  <a:lnTo>
                    <a:pt x="453" y="7013"/>
                  </a:lnTo>
                  <a:lnTo>
                    <a:pt x="1072" y="7299"/>
                  </a:lnTo>
                  <a:lnTo>
                    <a:pt x="1370" y="12085"/>
                  </a:lnTo>
                  <a:lnTo>
                    <a:pt x="1644" y="6406"/>
                  </a:lnTo>
                  <a:lnTo>
                    <a:pt x="2168" y="6299"/>
                  </a:lnTo>
                  <a:lnTo>
                    <a:pt x="2168" y="6299"/>
                  </a:lnTo>
                  <a:lnTo>
                    <a:pt x="1191" y="64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>
              <a:extLst>
                <a:ext uri="{FF2B5EF4-FFF2-40B4-BE49-F238E27FC236}">
                  <a16:creationId xmlns:a16="http://schemas.microsoft.com/office/drawing/2014/main" id="{F5A5454D-1615-909F-0A2B-85728AB820A7}"/>
                </a:ext>
              </a:extLst>
            </p:cNvPr>
            <p:cNvSpPr/>
            <p:nvPr/>
          </p:nvSpPr>
          <p:spPr>
            <a:xfrm>
              <a:off x="1769181" y="3196473"/>
              <a:ext cx="114408" cy="573300"/>
            </a:xfrm>
            <a:custGeom>
              <a:avLst/>
              <a:gdLst/>
              <a:ahLst/>
              <a:cxnLst/>
              <a:rect l="l" t="t" r="r" b="b"/>
              <a:pathLst>
                <a:path w="2811" h="14086" extrusionOk="0">
                  <a:moveTo>
                    <a:pt x="386" y="6230"/>
                  </a:moveTo>
                  <a:cubicBezTo>
                    <a:pt x="376" y="6230"/>
                    <a:pt x="369" y="6240"/>
                    <a:pt x="369" y="6240"/>
                  </a:cubicBezTo>
                  <a:lnTo>
                    <a:pt x="410" y="6247"/>
                  </a:lnTo>
                  <a:lnTo>
                    <a:pt x="410" y="6247"/>
                  </a:lnTo>
                  <a:cubicBezTo>
                    <a:pt x="401" y="6234"/>
                    <a:pt x="393" y="6230"/>
                    <a:pt x="386" y="6230"/>
                  </a:cubicBezTo>
                  <a:close/>
                  <a:moveTo>
                    <a:pt x="2810" y="1"/>
                  </a:moveTo>
                  <a:lnTo>
                    <a:pt x="1620" y="6478"/>
                  </a:lnTo>
                  <a:lnTo>
                    <a:pt x="410" y="6247"/>
                  </a:lnTo>
                  <a:lnTo>
                    <a:pt x="410" y="6247"/>
                  </a:lnTo>
                  <a:cubicBezTo>
                    <a:pt x="447" y="6299"/>
                    <a:pt x="498" y="6496"/>
                    <a:pt x="512" y="7168"/>
                  </a:cubicBezTo>
                  <a:cubicBezTo>
                    <a:pt x="608" y="9847"/>
                    <a:pt x="0" y="14086"/>
                    <a:pt x="0" y="14086"/>
                  </a:cubicBezTo>
                  <a:lnTo>
                    <a:pt x="1131" y="7299"/>
                  </a:lnTo>
                  <a:lnTo>
                    <a:pt x="2155" y="7299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rgbClr val="C1C1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>
              <a:extLst>
                <a:ext uri="{FF2B5EF4-FFF2-40B4-BE49-F238E27FC236}">
                  <a16:creationId xmlns:a16="http://schemas.microsoft.com/office/drawing/2014/main" id="{42FC40EB-C4D7-4EA1-00DD-3BD7B47E314D}"/>
                </a:ext>
              </a:extLst>
            </p:cNvPr>
            <p:cNvSpPr/>
            <p:nvPr/>
          </p:nvSpPr>
          <p:spPr>
            <a:xfrm>
              <a:off x="2563888" y="2040768"/>
              <a:ext cx="37851" cy="96947"/>
            </a:xfrm>
            <a:custGeom>
              <a:avLst/>
              <a:gdLst/>
              <a:ahLst/>
              <a:cxnLst/>
              <a:rect l="l" t="t" r="r" b="b"/>
              <a:pathLst>
                <a:path w="930" h="2382" extrusionOk="0">
                  <a:moveTo>
                    <a:pt x="274" y="0"/>
                  </a:moveTo>
                  <a:lnTo>
                    <a:pt x="1" y="2382"/>
                  </a:lnTo>
                  <a:cubicBezTo>
                    <a:pt x="1" y="2382"/>
                    <a:pt x="870" y="1655"/>
                    <a:pt x="906" y="1286"/>
                  </a:cubicBezTo>
                  <a:cubicBezTo>
                    <a:pt x="929" y="917"/>
                    <a:pt x="274" y="0"/>
                    <a:pt x="274" y="0"/>
                  </a:cubicBezTo>
                  <a:close/>
                </a:path>
              </a:pathLst>
            </a:custGeom>
            <a:solidFill>
              <a:srgbClr val="FFA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>
              <a:extLst>
                <a:ext uri="{FF2B5EF4-FFF2-40B4-BE49-F238E27FC236}">
                  <a16:creationId xmlns:a16="http://schemas.microsoft.com/office/drawing/2014/main" id="{CD7B69A2-0B24-EFDB-C03C-131BCB4AEF6F}"/>
                </a:ext>
              </a:extLst>
            </p:cNvPr>
            <p:cNvSpPr/>
            <p:nvPr/>
          </p:nvSpPr>
          <p:spPr>
            <a:xfrm>
              <a:off x="1301539" y="4483026"/>
              <a:ext cx="1885590" cy="50427"/>
            </a:xfrm>
            <a:custGeom>
              <a:avLst/>
              <a:gdLst/>
              <a:ahLst/>
              <a:cxnLst/>
              <a:rect l="l" t="t" r="r" b="b"/>
              <a:pathLst>
                <a:path w="46329" h="1239" extrusionOk="0">
                  <a:moveTo>
                    <a:pt x="144" y="1"/>
                  </a:moveTo>
                  <a:cubicBezTo>
                    <a:pt x="72" y="1"/>
                    <a:pt x="1" y="84"/>
                    <a:pt x="1" y="155"/>
                  </a:cubicBezTo>
                  <a:lnTo>
                    <a:pt x="1" y="1096"/>
                  </a:lnTo>
                  <a:cubicBezTo>
                    <a:pt x="1" y="1167"/>
                    <a:pt x="72" y="1239"/>
                    <a:pt x="144" y="1239"/>
                  </a:cubicBezTo>
                  <a:lnTo>
                    <a:pt x="46173" y="1239"/>
                  </a:lnTo>
                  <a:cubicBezTo>
                    <a:pt x="46257" y="1239"/>
                    <a:pt x="46328" y="1167"/>
                    <a:pt x="46328" y="1096"/>
                  </a:cubicBezTo>
                  <a:lnTo>
                    <a:pt x="46328" y="155"/>
                  </a:lnTo>
                  <a:cubicBezTo>
                    <a:pt x="46328" y="84"/>
                    <a:pt x="46257" y="1"/>
                    <a:pt x="461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5">
              <a:extLst>
                <a:ext uri="{FF2B5EF4-FFF2-40B4-BE49-F238E27FC236}">
                  <a16:creationId xmlns:a16="http://schemas.microsoft.com/office/drawing/2014/main" id="{63B49FCF-B7B5-19DD-8246-1B0D7192F68F}"/>
                </a:ext>
              </a:extLst>
            </p:cNvPr>
            <p:cNvSpPr/>
            <p:nvPr/>
          </p:nvSpPr>
          <p:spPr>
            <a:xfrm>
              <a:off x="2077361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>
              <a:extLst>
                <a:ext uri="{FF2B5EF4-FFF2-40B4-BE49-F238E27FC236}">
                  <a16:creationId xmlns:a16="http://schemas.microsoft.com/office/drawing/2014/main" id="{5676813C-9FA7-841D-5A45-E29078B12444}"/>
                </a:ext>
              </a:extLst>
            </p:cNvPr>
            <p:cNvSpPr/>
            <p:nvPr/>
          </p:nvSpPr>
          <p:spPr>
            <a:xfrm>
              <a:off x="2366168" y="2112969"/>
              <a:ext cx="72731" cy="100814"/>
            </a:xfrm>
            <a:custGeom>
              <a:avLst/>
              <a:gdLst/>
              <a:ahLst/>
              <a:cxnLst/>
              <a:rect l="l" t="t" r="r" b="b"/>
              <a:pathLst>
                <a:path w="1787" h="2477" extrusionOk="0">
                  <a:moveTo>
                    <a:pt x="894" y="0"/>
                  </a:moveTo>
                  <a:cubicBezTo>
                    <a:pt x="406" y="0"/>
                    <a:pt x="1" y="548"/>
                    <a:pt x="1" y="1239"/>
                  </a:cubicBezTo>
                  <a:cubicBezTo>
                    <a:pt x="1" y="1917"/>
                    <a:pt x="406" y="2477"/>
                    <a:pt x="894" y="2477"/>
                  </a:cubicBezTo>
                  <a:cubicBezTo>
                    <a:pt x="1382" y="2477"/>
                    <a:pt x="1787" y="1917"/>
                    <a:pt x="1787" y="1239"/>
                  </a:cubicBezTo>
                  <a:cubicBezTo>
                    <a:pt x="1787" y="572"/>
                    <a:pt x="1382" y="12"/>
                    <a:pt x="8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>
              <a:extLst>
                <a:ext uri="{FF2B5EF4-FFF2-40B4-BE49-F238E27FC236}">
                  <a16:creationId xmlns:a16="http://schemas.microsoft.com/office/drawing/2014/main" id="{719CBD1E-D1B7-3A9C-3613-E4DF70FA030A}"/>
                </a:ext>
              </a:extLst>
            </p:cNvPr>
            <p:cNvSpPr/>
            <p:nvPr/>
          </p:nvSpPr>
          <p:spPr>
            <a:xfrm>
              <a:off x="1929742" y="2140726"/>
              <a:ext cx="654537" cy="389499"/>
            </a:xfrm>
            <a:custGeom>
              <a:avLst/>
              <a:gdLst/>
              <a:ahLst/>
              <a:cxnLst/>
              <a:rect l="l" t="t" r="r" b="b"/>
              <a:pathLst>
                <a:path w="16082" h="9570" extrusionOk="0">
                  <a:moveTo>
                    <a:pt x="65" y="1"/>
                  </a:moveTo>
                  <a:cubicBezTo>
                    <a:pt x="0" y="1"/>
                    <a:pt x="89" y="603"/>
                    <a:pt x="615" y="2759"/>
                  </a:cubicBezTo>
                  <a:cubicBezTo>
                    <a:pt x="1782" y="7605"/>
                    <a:pt x="7259" y="9570"/>
                    <a:pt x="8224" y="9570"/>
                  </a:cubicBezTo>
                  <a:cubicBezTo>
                    <a:pt x="9188" y="9570"/>
                    <a:pt x="10462" y="8724"/>
                    <a:pt x="13141" y="6557"/>
                  </a:cubicBezTo>
                  <a:cubicBezTo>
                    <a:pt x="15820" y="4379"/>
                    <a:pt x="16082" y="735"/>
                    <a:pt x="16082" y="735"/>
                  </a:cubicBezTo>
                  <a:lnTo>
                    <a:pt x="16082" y="735"/>
                  </a:lnTo>
                  <a:cubicBezTo>
                    <a:pt x="15394" y="1695"/>
                    <a:pt x="13549" y="3294"/>
                    <a:pt x="11894" y="3294"/>
                  </a:cubicBezTo>
                  <a:cubicBezTo>
                    <a:pt x="11372" y="3294"/>
                    <a:pt x="10869" y="3135"/>
                    <a:pt x="10426" y="2747"/>
                  </a:cubicBezTo>
                  <a:cubicBezTo>
                    <a:pt x="9496" y="1926"/>
                    <a:pt x="9035" y="1527"/>
                    <a:pt x="8522" y="1527"/>
                  </a:cubicBezTo>
                  <a:cubicBezTo>
                    <a:pt x="8016" y="1527"/>
                    <a:pt x="7459" y="1914"/>
                    <a:pt x="6354" y="2664"/>
                  </a:cubicBezTo>
                  <a:cubicBezTo>
                    <a:pt x="5759" y="3071"/>
                    <a:pt x="5130" y="3239"/>
                    <a:pt x="4511" y="3239"/>
                  </a:cubicBezTo>
                  <a:cubicBezTo>
                    <a:pt x="2812" y="3239"/>
                    <a:pt x="1179" y="1982"/>
                    <a:pt x="473" y="961"/>
                  </a:cubicBezTo>
                  <a:cubicBezTo>
                    <a:pt x="473" y="961"/>
                    <a:pt x="146" y="1"/>
                    <a:pt x="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>
              <a:extLst>
                <a:ext uri="{FF2B5EF4-FFF2-40B4-BE49-F238E27FC236}">
                  <a16:creationId xmlns:a16="http://schemas.microsoft.com/office/drawing/2014/main" id="{E2FB9693-19DC-1E17-AD3F-4B5382B75C9A}"/>
                </a:ext>
              </a:extLst>
            </p:cNvPr>
            <p:cNvSpPr/>
            <p:nvPr/>
          </p:nvSpPr>
          <p:spPr>
            <a:xfrm>
              <a:off x="2004183" y="2745807"/>
              <a:ext cx="51404" cy="251567"/>
            </a:xfrm>
            <a:custGeom>
              <a:avLst/>
              <a:gdLst/>
              <a:ahLst/>
              <a:cxnLst/>
              <a:rect l="l" t="t" r="r" b="b"/>
              <a:pathLst>
                <a:path w="1263" h="6181" fill="none" extrusionOk="0">
                  <a:moveTo>
                    <a:pt x="1" y="1"/>
                  </a:moveTo>
                  <a:cubicBezTo>
                    <a:pt x="25" y="2025"/>
                    <a:pt x="775" y="4097"/>
                    <a:pt x="1263" y="6180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>
              <a:extLst>
                <a:ext uri="{FF2B5EF4-FFF2-40B4-BE49-F238E27FC236}">
                  <a16:creationId xmlns:a16="http://schemas.microsoft.com/office/drawing/2014/main" id="{32ED25F4-1112-5A4A-A570-B2043586884B}"/>
                </a:ext>
              </a:extLst>
            </p:cNvPr>
            <p:cNvSpPr/>
            <p:nvPr/>
          </p:nvSpPr>
          <p:spPr>
            <a:xfrm>
              <a:off x="2428683" y="2748249"/>
              <a:ext cx="83394" cy="379446"/>
            </a:xfrm>
            <a:custGeom>
              <a:avLst/>
              <a:gdLst/>
              <a:ahLst/>
              <a:cxnLst/>
              <a:rect l="l" t="t" r="r" b="b"/>
              <a:pathLst>
                <a:path w="2049" h="9323" fill="none" extrusionOk="0">
                  <a:moveTo>
                    <a:pt x="2049" y="0"/>
                  </a:moveTo>
                  <a:cubicBezTo>
                    <a:pt x="1799" y="1489"/>
                    <a:pt x="775" y="2727"/>
                    <a:pt x="418" y="4251"/>
                  </a:cubicBezTo>
                  <a:cubicBezTo>
                    <a:pt x="1" y="6037"/>
                    <a:pt x="287" y="7561"/>
                    <a:pt x="656" y="9323"/>
                  </a:cubicBezTo>
                </a:path>
              </a:pathLst>
            </a:custGeom>
            <a:noFill/>
            <a:ln w="3875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>
              <a:extLst>
                <a:ext uri="{FF2B5EF4-FFF2-40B4-BE49-F238E27FC236}">
                  <a16:creationId xmlns:a16="http://schemas.microsoft.com/office/drawing/2014/main" id="{7D64BB4C-7F8B-33B8-937A-DDBC67349F14}"/>
                </a:ext>
              </a:extLst>
            </p:cNvPr>
            <p:cNvSpPr/>
            <p:nvPr/>
          </p:nvSpPr>
          <p:spPr>
            <a:xfrm>
              <a:off x="2445166" y="3074374"/>
              <a:ext cx="10704" cy="53317"/>
            </a:xfrm>
            <a:custGeom>
              <a:avLst/>
              <a:gdLst/>
              <a:ahLst/>
              <a:cxnLst/>
              <a:rect l="l" t="t" r="r" b="b"/>
              <a:pathLst>
                <a:path w="263" h="1310" fill="none" extrusionOk="0">
                  <a:moveTo>
                    <a:pt x="1" y="0"/>
                  </a:moveTo>
                  <a:lnTo>
                    <a:pt x="263" y="1310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>
              <a:extLst>
                <a:ext uri="{FF2B5EF4-FFF2-40B4-BE49-F238E27FC236}">
                  <a16:creationId xmlns:a16="http://schemas.microsoft.com/office/drawing/2014/main" id="{FEB02147-44E8-737D-3D39-7CE1D254DBA7}"/>
                </a:ext>
              </a:extLst>
            </p:cNvPr>
            <p:cNvSpPr/>
            <p:nvPr/>
          </p:nvSpPr>
          <p:spPr>
            <a:xfrm>
              <a:off x="1893723" y="1701334"/>
              <a:ext cx="707040" cy="741188"/>
            </a:xfrm>
            <a:custGeom>
              <a:avLst/>
              <a:gdLst/>
              <a:ahLst/>
              <a:cxnLst/>
              <a:rect l="l" t="t" r="r" b="b"/>
              <a:pathLst>
                <a:path w="17372" h="18211" extrusionOk="0">
                  <a:moveTo>
                    <a:pt x="9314" y="1"/>
                  </a:moveTo>
                  <a:cubicBezTo>
                    <a:pt x="8798" y="1"/>
                    <a:pt x="524" y="4459"/>
                    <a:pt x="524" y="4459"/>
                  </a:cubicBezTo>
                  <a:cubicBezTo>
                    <a:pt x="524" y="4459"/>
                    <a:pt x="0" y="11793"/>
                    <a:pt x="96" y="12662"/>
                  </a:cubicBezTo>
                  <a:cubicBezTo>
                    <a:pt x="179" y="13520"/>
                    <a:pt x="941" y="15936"/>
                    <a:pt x="941" y="15936"/>
                  </a:cubicBezTo>
                  <a:lnTo>
                    <a:pt x="4287" y="17949"/>
                  </a:lnTo>
                  <a:cubicBezTo>
                    <a:pt x="3441" y="15603"/>
                    <a:pt x="2441" y="7376"/>
                    <a:pt x="6144" y="6102"/>
                  </a:cubicBezTo>
                  <a:cubicBezTo>
                    <a:pt x="7364" y="5677"/>
                    <a:pt x="8416" y="5507"/>
                    <a:pt x="9321" y="5507"/>
                  </a:cubicBezTo>
                  <a:cubicBezTo>
                    <a:pt x="11179" y="5507"/>
                    <a:pt x="12415" y="6223"/>
                    <a:pt x="13216" y="6912"/>
                  </a:cubicBezTo>
                  <a:cubicBezTo>
                    <a:pt x="14395" y="7924"/>
                    <a:pt x="13883" y="15817"/>
                    <a:pt x="12919" y="18211"/>
                  </a:cubicBezTo>
                  <a:lnTo>
                    <a:pt x="16955" y="15044"/>
                  </a:lnTo>
                  <a:lnTo>
                    <a:pt x="17372" y="3887"/>
                  </a:lnTo>
                  <a:cubicBezTo>
                    <a:pt x="17372" y="3887"/>
                    <a:pt x="9537" y="185"/>
                    <a:pt x="9335" y="6"/>
                  </a:cubicBezTo>
                  <a:cubicBezTo>
                    <a:pt x="9331" y="3"/>
                    <a:pt x="9324" y="1"/>
                    <a:pt x="9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>
              <a:extLst>
                <a:ext uri="{FF2B5EF4-FFF2-40B4-BE49-F238E27FC236}">
                  <a16:creationId xmlns:a16="http://schemas.microsoft.com/office/drawing/2014/main" id="{9A26C4AE-2FE9-F68D-5224-CABD52B29B41}"/>
                </a:ext>
              </a:extLst>
            </p:cNvPr>
            <p:cNvSpPr/>
            <p:nvPr/>
          </p:nvSpPr>
          <p:spPr>
            <a:xfrm>
              <a:off x="1790996" y="1390959"/>
              <a:ext cx="944973" cy="1381073"/>
            </a:xfrm>
            <a:custGeom>
              <a:avLst/>
              <a:gdLst/>
              <a:ahLst/>
              <a:cxnLst/>
              <a:rect l="l" t="t" r="r" b="b"/>
              <a:pathLst>
                <a:path w="23218" h="33933" extrusionOk="0">
                  <a:moveTo>
                    <a:pt x="11514" y="0"/>
                  </a:moveTo>
                  <a:cubicBezTo>
                    <a:pt x="10180" y="0"/>
                    <a:pt x="1608" y="5453"/>
                    <a:pt x="786" y="12252"/>
                  </a:cubicBezTo>
                  <a:cubicBezTo>
                    <a:pt x="0" y="19050"/>
                    <a:pt x="1786" y="27492"/>
                    <a:pt x="4763" y="33933"/>
                  </a:cubicBezTo>
                  <a:lnTo>
                    <a:pt x="5775" y="33933"/>
                  </a:lnTo>
                  <a:cubicBezTo>
                    <a:pt x="5775" y="33933"/>
                    <a:pt x="4024" y="21324"/>
                    <a:pt x="4477" y="16240"/>
                  </a:cubicBezTo>
                  <a:cubicBezTo>
                    <a:pt x="4882" y="11525"/>
                    <a:pt x="9085" y="10704"/>
                    <a:pt x="11871" y="10704"/>
                  </a:cubicBezTo>
                  <a:cubicBezTo>
                    <a:pt x="14657" y="10704"/>
                    <a:pt x="17764" y="11525"/>
                    <a:pt x="18312" y="15538"/>
                  </a:cubicBezTo>
                  <a:cubicBezTo>
                    <a:pt x="18883" y="19741"/>
                    <a:pt x="16943" y="33576"/>
                    <a:pt x="16943" y="33576"/>
                  </a:cubicBezTo>
                  <a:lnTo>
                    <a:pt x="18967" y="33933"/>
                  </a:lnTo>
                  <a:cubicBezTo>
                    <a:pt x="21277" y="27396"/>
                    <a:pt x="23217" y="17752"/>
                    <a:pt x="22205" y="12156"/>
                  </a:cubicBezTo>
                  <a:cubicBezTo>
                    <a:pt x="21134" y="6263"/>
                    <a:pt x="12859" y="0"/>
                    <a:pt x="1151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>
              <a:extLst>
                <a:ext uri="{FF2B5EF4-FFF2-40B4-BE49-F238E27FC236}">
                  <a16:creationId xmlns:a16="http://schemas.microsoft.com/office/drawing/2014/main" id="{67EC5A09-C312-0087-7E34-7E8A840AFB73}"/>
                </a:ext>
              </a:extLst>
            </p:cNvPr>
            <p:cNvSpPr/>
            <p:nvPr/>
          </p:nvSpPr>
          <p:spPr>
            <a:xfrm>
              <a:off x="1301539" y="3226997"/>
              <a:ext cx="1885590" cy="1256083"/>
            </a:xfrm>
            <a:custGeom>
              <a:avLst/>
              <a:gdLst/>
              <a:ahLst/>
              <a:cxnLst/>
              <a:rect l="l" t="t" r="r" b="b"/>
              <a:pathLst>
                <a:path w="46329" h="30862" extrusionOk="0">
                  <a:moveTo>
                    <a:pt x="441" y="1"/>
                  </a:moveTo>
                  <a:cubicBezTo>
                    <a:pt x="203" y="1"/>
                    <a:pt x="1" y="191"/>
                    <a:pt x="1" y="441"/>
                  </a:cubicBezTo>
                  <a:lnTo>
                    <a:pt x="1" y="30421"/>
                  </a:lnTo>
                  <a:cubicBezTo>
                    <a:pt x="1" y="30671"/>
                    <a:pt x="203" y="30862"/>
                    <a:pt x="441" y="30862"/>
                  </a:cubicBezTo>
                  <a:lnTo>
                    <a:pt x="45876" y="30862"/>
                  </a:lnTo>
                  <a:cubicBezTo>
                    <a:pt x="46138" y="30862"/>
                    <a:pt x="46328" y="30671"/>
                    <a:pt x="46328" y="30421"/>
                  </a:cubicBezTo>
                  <a:lnTo>
                    <a:pt x="46328" y="441"/>
                  </a:lnTo>
                  <a:cubicBezTo>
                    <a:pt x="46328" y="191"/>
                    <a:pt x="46138" y="1"/>
                    <a:pt x="458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>
              <a:extLst>
                <a:ext uri="{FF2B5EF4-FFF2-40B4-BE49-F238E27FC236}">
                  <a16:creationId xmlns:a16="http://schemas.microsoft.com/office/drawing/2014/main" id="{18BB30CA-2FE8-C6FC-C2AA-092F3DBCCE20}"/>
                </a:ext>
              </a:extLst>
            </p:cNvPr>
            <p:cNvSpPr/>
            <p:nvPr/>
          </p:nvSpPr>
          <p:spPr>
            <a:xfrm>
              <a:off x="1092220" y="3508638"/>
              <a:ext cx="330525" cy="521367"/>
            </a:xfrm>
            <a:custGeom>
              <a:avLst/>
              <a:gdLst/>
              <a:ahLst/>
              <a:cxnLst/>
              <a:rect l="l" t="t" r="r" b="b"/>
              <a:pathLst>
                <a:path w="8121" h="12810" extrusionOk="0">
                  <a:moveTo>
                    <a:pt x="3652" y="0"/>
                  </a:moveTo>
                  <a:cubicBezTo>
                    <a:pt x="2300" y="0"/>
                    <a:pt x="1546" y="755"/>
                    <a:pt x="2001" y="2010"/>
                  </a:cubicBezTo>
                  <a:cubicBezTo>
                    <a:pt x="1882" y="2427"/>
                    <a:pt x="286" y="3380"/>
                    <a:pt x="1310" y="4404"/>
                  </a:cubicBezTo>
                  <a:cubicBezTo>
                    <a:pt x="1191" y="4701"/>
                    <a:pt x="0" y="5225"/>
                    <a:pt x="893" y="7035"/>
                  </a:cubicBezTo>
                  <a:cubicBezTo>
                    <a:pt x="393" y="8095"/>
                    <a:pt x="691" y="8976"/>
                    <a:pt x="1691" y="9749"/>
                  </a:cubicBezTo>
                  <a:cubicBezTo>
                    <a:pt x="2120" y="10071"/>
                    <a:pt x="2501" y="10952"/>
                    <a:pt x="3679" y="11952"/>
                  </a:cubicBezTo>
                  <a:cubicBezTo>
                    <a:pt x="4287" y="12476"/>
                    <a:pt x="5144" y="12809"/>
                    <a:pt x="5144" y="12809"/>
                  </a:cubicBezTo>
                  <a:lnTo>
                    <a:pt x="5120" y="8785"/>
                  </a:lnTo>
                  <a:cubicBezTo>
                    <a:pt x="6489" y="8726"/>
                    <a:pt x="7299" y="8404"/>
                    <a:pt x="7501" y="7630"/>
                  </a:cubicBezTo>
                  <a:cubicBezTo>
                    <a:pt x="7501" y="6928"/>
                    <a:pt x="5703" y="6975"/>
                    <a:pt x="5739" y="6904"/>
                  </a:cubicBezTo>
                  <a:cubicBezTo>
                    <a:pt x="6192" y="6785"/>
                    <a:pt x="7561" y="6975"/>
                    <a:pt x="7906" y="5785"/>
                  </a:cubicBezTo>
                  <a:cubicBezTo>
                    <a:pt x="8120" y="4916"/>
                    <a:pt x="6037" y="4749"/>
                    <a:pt x="5263" y="4701"/>
                  </a:cubicBezTo>
                  <a:cubicBezTo>
                    <a:pt x="5261" y="4696"/>
                    <a:pt x="5270" y="4694"/>
                    <a:pt x="5290" y="4694"/>
                  </a:cubicBezTo>
                  <a:cubicBezTo>
                    <a:pt x="5391" y="4694"/>
                    <a:pt x="5768" y="4752"/>
                    <a:pt x="6197" y="4752"/>
                  </a:cubicBezTo>
                  <a:cubicBezTo>
                    <a:pt x="6667" y="4752"/>
                    <a:pt x="7199" y="4683"/>
                    <a:pt x="7501" y="4392"/>
                  </a:cubicBezTo>
                  <a:cubicBezTo>
                    <a:pt x="7918" y="3999"/>
                    <a:pt x="7906" y="3451"/>
                    <a:pt x="7608" y="3106"/>
                  </a:cubicBezTo>
                  <a:cubicBezTo>
                    <a:pt x="7311" y="2772"/>
                    <a:pt x="5322" y="2332"/>
                    <a:pt x="5287" y="2272"/>
                  </a:cubicBezTo>
                  <a:cubicBezTo>
                    <a:pt x="5600" y="2272"/>
                    <a:pt x="5914" y="2323"/>
                    <a:pt x="6163" y="2323"/>
                  </a:cubicBezTo>
                  <a:cubicBezTo>
                    <a:pt x="6367" y="2323"/>
                    <a:pt x="6528" y="2289"/>
                    <a:pt x="6608" y="2165"/>
                  </a:cubicBezTo>
                  <a:cubicBezTo>
                    <a:pt x="7251" y="1237"/>
                    <a:pt x="6037" y="498"/>
                    <a:pt x="5061" y="224"/>
                  </a:cubicBezTo>
                  <a:cubicBezTo>
                    <a:pt x="4546" y="73"/>
                    <a:pt x="4071" y="0"/>
                    <a:pt x="3652" y="0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>
              <a:extLst>
                <a:ext uri="{FF2B5EF4-FFF2-40B4-BE49-F238E27FC236}">
                  <a16:creationId xmlns:a16="http://schemas.microsoft.com/office/drawing/2014/main" id="{FFF4D646-4767-CC38-E1C7-2B1BC84B7D89}"/>
                </a:ext>
              </a:extLst>
            </p:cNvPr>
            <p:cNvSpPr/>
            <p:nvPr/>
          </p:nvSpPr>
          <p:spPr>
            <a:xfrm>
              <a:off x="1215296" y="3585520"/>
              <a:ext cx="92104" cy="15629"/>
            </a:xfrm>
            <a:custGeom>
              <a:avLst/>
              <a:gdLst/>
              <a:ahLst/>
              <a:cxnLst/>
              <a:rect l="l" t="t" r="r" b="b"/>
              <a:pathLst>
                <a:path w="2263" h="384" extrusionOk="0">
                  <a:moveTo>
                    <a:pt x="146" y="1"/>
                  </a:moveTo>
                  <a:cubicBezTo>
                    <a:pt x="54" y="1"/>
                    <a:pt x="1" y="2"/>
                    <a:pt x="1" y="2"/>
                  </a:cubicBezTo>
                  <a:lnTo>
                    <a:pt x="2263" y="383"/>
                  </a:lnTo>
                  <a:cubicBezTo>
                    <a:pt x="1737" y="33"/>
                    <a:pt x="557" y="1"/>
                    <a:pt x="146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>
              <a:extLst>
                <a:ext uri="{FF2B5EF4-FFF2-40B4-BE49-F238E27FC236}">
                  <a16:creationId xmlns:a16="http://schemas.microsoft.com/office/drawing/2014/main" id="{533D2C7E-8187-47FE-8ABD-FF2FA9693F5F}"/>
                </a:ext>
              </a:extLst>
            </p:cNvPr>
            <p:cNvSpPr/>
            <p:nvPr/>
          </p:nvSpPr>
          <p:spPr>
            <a:xfrm>
              <a:off x="1192993" y="3686821"/>
              <a:ext cx="138665" cy="15100"/>
            </a:xfrm>
            <a:custGeom>
              <a:avLst/>
              <a:gdLst/>
              <a:ahLst/>
              <a:cxnLst/>
              <a:rect l="l" t="t" r="r" b="b"/>
              <a:pathLst>
                <a:path w="3407" h="371" extrusionOk="0">
                  <a:moveTo>
                    <a:pt x="225" y="0"/>
                  </a:moveTo>
                  <a:cubicBezTo>
                    <a:pt x="84" y="0"/>
                    <a:pt x="1" y="2"/>
                    <a:pt x="1" y="2"/>
                  </a:cubicBezTo>
                  <a:lnTo>
                    <a:pt x="3406" y="371"/>
                  </a:lnTo>
                  <a:cubicBezTo>
                    <a:pt x="2582" y="32"/>
                    <a:pt x="844" y="0"/>
                    <a:pt x="2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>
              <a:extLst>
                <a:ext uri="{FF2B5EF4-FFF2-40B4-BE49-F238E27FC236}">
                  <a16:creationId xmlns:a16="http://schemas.microsoft.com/office/drawing/2014/main" id="{F77EBDBE-2B9B-FE72-9128-A3344609640D}"/>
                </a:ext>
              </a:extLst>
            </p:cNvPr>
            <p:cNvSpPr/>
            <p:nvPr/>
          </p:nvSpPr>
          <p:spPr>
            <a:xfrm>
              <a:off x="1178951" y="3781610"/>
              <a:ext cx="146886" cy="8018"/>
            </a:xfrm>
            <a:custGeom>
              <a:avLst/>
              <a:gdLst/>
              <a:ahLst/>
              <a:cxnLst/>
              <a:rect l="l" t="t" r="r" b="b"/>
              <a:pathLst>
                <a:path w="3609" h="197" extrusionOk="0">
                  <a:moveTo>
                    <a:pt x="1526" y="0"/>
                  </a:moveTo>
                  <a:cubicBezTo>
                    <a:pt x="994" y="0"/>
                    <a:pt x="447" y="47"/>
                    <a:pt x="1" y="185"/>
                  </a:cubicBezTo>
                  <a:lnTo>
                    <a:pt x="3608" y="197"/>
                  </a:lnTo>
                  <a:cubicBezTo>
                    <a:pt x="3608" y="189"/>
                    <a:pt x="2598" y="0"/>
                    <a:pt x="152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>
              <a:extLst>
                <a:ext uri="{FF2B5EF4-FFF2-40B4-BE49-F238E27FC236}">
                  <a16:creationId xmlns:a16="http://schemas.microsoft.com/office/drawing/2014/main" id="{9260870D-7C2C-A420-0E5B-F5A170AFA042}"/>
                </a:ext>
              </a:extLst>
            </p:cNvPr>
            <p:cNvSpPr/>
            <p:nvPr/>
          </p:nvSpPr>
          <p:spPr>
            <a:xfrm>
              <a:off x="1164910" y="3863742"/>
              <a:ext cx="135734" cy="15873"/>
            </a:xfrm>
            <a:custGeom>
              <a:avLst/>
              <a:gdLst/>
              <a:ahLst/>
              <a:cxnLst/>
              <a:rect l="l" t="t" r="r" b="b"/>
              <a:pathLst>
                <a:path w="3335" h="390" extrusionOk="0">
                  <a:moveTo>
                    <a:pt x="0" y="1"/>
                  </a:moveTo>
                  <a:cubicBezTo>
                    <a:pt x="0" y="1"/>
                    <a:pt x="1606" y="389"/>
                    <a:pt x="3007" y="389"/>
                  </a:cubicBezTo>
                  <a:cubicBezTo>
                    <a:pt x="3118" y="389"/>
                    <a:pt x="3227" y="387"/>
                    <a:pt x="3334" y="382"/>
                  </a:cubicBezTo>
                  <a:lnTo>
                    <a:pt x="3334" y="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>
              <a:extLst>
                <a:ext uri="{FF2B5EF4-FFF2-40B4-BE49-F238E27FC236}">
                  <a16:creationId xmlns:a16="http://schemas.microsoft.com/office/drawing/2014/main" id="{E0F77B98-5FE9-26A0-EAB7-E64E259469F0}"/>
                </a:ext>
              </a:extLst>
            </p:cNvPr>
            <p:cNvSpPr/>
            <p:nvPr/>
          </p:nvSpPr>
          <p:spPr>
            <a:xfrm>
              <a:off x="2600721" y="4533413"/>
              <a:ext cx="364428" cy="137485"/>
            </a:xfrm>
            <a:custGeom>
              <a:avLst/>
              <a:gdLst/>
              <a:ahLst/>
              <a:cxnLst/>
              <a:rect l="l" t="t" r="r" b="b"/>
              <a:pathLst>
                <a:path w="8954" h="3378" extrusionOk="0">
                  <a:moveTo>
                    <a:pt x="1" y="1"/>
                  </a:moveTo>
                  <a:cubicBezTo>
                    <a:pt x="485" y="1874"/>
                    <a:pt x="2565" y="3377"/>
                    <a:pt x="4873" y="3377"/>
                  </a:cubicBezTo>
                  <a:cubicBezTo>
                    <a:pt x="6249" y="3377"/>
                    <a:pt x="7705" y="2844"/>
                    <a:pt x="8954" y="1537"/>
                  </a:cubicBezTo>
                  <a:lnTo>
                    <a:pt x="76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>
              <a:extLst>
                <a:ext uri="{FF2B5EF4-FFF2-40B4-BE49-F238E27FC236}">
                  <a16:creationId xmlns:a16="http://schemas.microsoft.com/office/drawing/2014/main" id="{B149F64C-4E01-6E92-04E8-7625F893C20B}"/>
                </a:ext>
              </a:extLst>
            </p:cNvPr>
            <p:cNvSpPr/>
            <p:nvPr/>
          </p:nvSpPr>
          <p:spPr>
            <a:xfrm>
              <a:off x="2649683" y="4533413"/>
              <a:ext cx="474928" cy="92877"/>
            </a:xfrm>
            <a:custGeom>
              <a:avLst/>
              <a:gdLst/>
              <a:ahLst/>
              <a:cxnLst/>
              <a:rect l="l" t="t" r="r" b="b"/>
              <a:pathLst>
                <a:path w="11669" h="2282" extrusionOk="0">
                  <a:moveTo>
                    <a:pt x="0" y="1"/>
                  </a:moveTo>
                  <a:cubicBezTo>
                    <a:pt x="0" y="1"/>
                    <a:pt x="429" y="1084"/>
                    <a:pt x="1834" y="1287"/>
                  </a:cubicBezTo>
                  <a:cubicBezTo>
                    <a:pt x="1834" y="1287"/>
                    <a:pt x="2152" y="2282"/>
                    <a:pt x="5073" y="2282"/>
                  </a:cubicBezTo>
                  <a:cubicBezTo>
                    <a:pt x="5299" y="2282"/>
                    <a:pt x="5540" y="2276"/>
                    <a:pt x="5798" y="2263"/>
                  </a:cubicBezTo>
                  <a:cubicBezTo>
                    <a:pt x="7549" y="2180"/>
                    <a:pt x="7977" y="2096"/>
                    <a:pt x="9180" y="1442"/>
                  </a:cubicBezTo>
                  <a:cubicBezTo>
                    <a:pt x="11668" y="1132"/>
                    <a:pt x="11001" y="1"/>
                    <a:pt x="11001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>
              <a:extLst>
                <a:ext uri="{FF2B5EF4-FFF2-40B4-BE49-F238E27FC236}">
                  <a16:creationId xmlns:a16="http://schemas.microsoft.com/office/drawing/2014/main" id="{64A00495-352E-CD29-3E9F-B6EDEBB58CD9}"/>
                </a:ext>
              </a:extLst>
            </p:cNvPr>
            <p:cNvSpPr/>
            <p:nvPr/>
          </p:nvSpPr>
          <p:spPr>
            <a:xfrm>
              <a:off x="2043946" y="2952235"/>
              <a:ext cx="11640" cy="45625"/>
            </a:xfrm>
            <a:custGeom>
              <a:avLst/>
              <a:gdLst/>
              <a:ahLst/>
              <a:cxnLst/>
              <a:rect l="l" t="t" r="r" b="b"/>
              <a:pathLst>
                <a:path w="286" h="1121" fill="none" extrusionOk="0">
                  <a:moveTo>
                    <a:pt x="286" y="1120"/>
                  </a:moveTo>
                  <a:lnTo>
                    <a:pt x="0" y="1"/>
                  </a:lnTo>
                </a:path>
              </a:pathLst>
            </a:custGeom>
            <a:noFill/>
            <a:ln w="7450" cap="rnd" cmpd="sng">
              <a:solidFill>
                <a:srgbClr val="EFEF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>
              <a:extLst>
                <a:ext uri="{FF2B5EF4-FFF2-40B4-BE49-F238E27FC236}">
                  <a16:creationId xmlns:a16="http://schemas.microsoft.com/office/drawing/2014/main" id="{CF886302-952E-C93C-006D-4D4D0CF94297}"/>
                </a:ext>
              </a:extLst>
            </p:cNvPr>
            <p:cNvSpPr/>
            <p:nvPr/>
          </p:nvSpPr>
          <p:spPr>
            <a:xfrm>
              <a:off x="1964459" y="3547873"/>
              <a:ext cx="589784" cy="661416"/>
            </a:xfrm>
            <a:custGeom>
              <a:avLst/>
              <a:gdLst/>
              <a:ahLst/>
              <a:cxnLst/>
              <a:rect l="l" t="t" r="r" b="b"/>
              <a:pathLst>
                <a:path w="14491" h="16251" extrusionOk="0">
                  <a:moveTo>
                    <a:pt x="7267" y="0"/>
                  </a:moveTo>
                  <a:cubicBezTo>
                    <a:pt x="7222" y="0"/>
                    <a:pt x="7177" y="12"/>
                    <a:pt x="7132" y="34"/>
                  </a:cubicBezTo>
                  <a:cubicBezTo>
                    <a:pt x="4947" y="1375"/>
                    <a:pt x="2774" y="1583"/>
                    <a:pt x="1592" y="1583"/>
                  </a:cubicBezTo>
                  <a:cubicBezTo>
                    <a:pt x="1557" y="1583"/>
                    <a:pt x="1522" y="1583"/>
                    <a:pt x="1489" y="1582"/>
                  </a:cubicBezTo>
                  <a:cubicBezTo>
                    <a:pt x="894" y="1558"/>
                    <a:pt x="524" y="1499"/>
                    <a:pt x="524" y="1499"/>
                  </a:cubicBezTo>
                  <a:cubicBezTo>
                    <a:pt x="508" y="1496"/>
                    <a:pt x="491" y="1495"/>
                    <a:pt x="474" y="1495"/>
                  </a:cubicBezTo>
                  <a:cubicBezTo>
                    <a:pt x="420" y="1495"/>
                    <a:pt x="368" y="1510"/>
                    <a:pt x="322" y="1546"/>
                  </a:cubicBezTo>
                  <a:cubicBezTo>
                    <a:pt x="263" y="1594"/>
                    <a:pt x="227" y="1666"/>
                    <a:pt x="227" y="1725"/>
                  </a:cubicBezTo>
                  <a:cubicBezTo>
                    <a:pt x="227" y="1773"/>
                    <a:pt x="1" y="6535"/>
                    <a:pt x="2680" y="11417"/>
                  </a:cubicBezTo>
                  <a:cubicBezTo>
                    <a:pt x="3513" y="12953"/>
                    <a:pt x="4846" y="14429"/>
                    <a:pt x="6942" y="16191"/>
                  </a:cubicBezTo>
                  <a:cubicBezTo>
                    <a:pt x="6990" y="16239"/>
                    <a:pt x="7049" y="16251"/>
                    <a:pt x="7109" y="16251"/>
                  </a:cubicBezTo>
                  <a:cubicBezTo>
                    <a:pt x="7168" y="16251"/>
                    <a:pt x="7204" y="16239"/>
                    <a:pt x="7263" y="16191"/>
                  </a:cubicBezTo>
                  <a:cubicBezTo>
                    <a:pt x="9276" y="14679"/>
                    <a:pt x="10692" y="13203"/>
                    <a:pt x="11585" y="11702"/>
                  </a:cubicBezTo>
                  <a:cubicBezTo>
                    <a:pt x="14431" y="6940"/>
                    <a:pt x="14491" y="2058"/>
                    <a:pt x="14491" y="1999"/>
                  </a:cubicBezTo>
                  <a:cubicBezTo>
                    <a:pt x="14491" y="1927"/>
                    <a:pt x="14455" y="1844"/>
                    <a:pt x="14395" y="1808"/>
                  </a:cubicBezTo>
                  <a:cubicBezTo>
                    <a:pt x="14349" y="1771"/>
                    <a:pt x="14302" y="1741"/>
                    <a:pt x="14250" y="1741"/>
                  </a:cubicBezTo>
                  <a:cubicBezTo>
                    <a:pt x="14236" y="1741"/>
                    <a:pt x="14220" y="1744"/>
                    <a:pt x="14205" y="1749"/>
                  </a:cubicBezTo>
                  <a:cubicBezTo>
                    <a:pt x="14205" y="1749"/>
                    <a:pt x="13776" y="1785"/>
                    <a:pt x="13121" y="1785"/>
                  </a:cubicBezTo>
                  <a:cubicBezTo>
                    <a:pt x="11871" y="1773"/>
                    <a:pt x="9454" y="1511"/>
                    <a:pt x="7418" y="46"/>
                  </a:cubicBezTo>
                  <a:cubicBezTo>
                    <a:pt x="7368" y="15"/>
                    <a:pt x="7318" y="0"/>
                    <a:pt x="72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>
              <a:extLst>
                <a:ext uri="{FF2B5EF4-FFF2-40B4-BE49-F238E27FC236}">
                  <a16:creationId xmlns:a16="http://schemas.microsoft.com/office/drawing/2014/main" id="{EA70D85E-F2C3-452D-BAE3-E60313571FCB}"/>
                </a:ext>
              </a:extLst>
            </p:cNvPr>
            <p:cNvSpPr/>
            <p:nvPr/>
          </p:nvSpPr>
          <p:spPr>
            <a:xfrm>
              <a:off x="2223718" y="3729027"/>
              <a:ext cx="79528" cy="306797"/>
            </a:xfrm>
            <a:custGeom>
              <a:avLst/>
              <a:gdLst/>
              <a:ahLst/>
              <a:cxnLst/>
              <a:rect l="l" t="t" r="r" b="b"/>
              <a:pathLst>
                <a:path w="1954" h="7538" extrusionOk="0">
                  <a:moveTo>
                    <a:pt x="120" y="1"/>
                  </a:moveTo>
                  <a:lnTo>
                    <a:pt x="477" y="4799"/>
                  </a:lnTo>
                  <a:lnTo>
                    <a:pt x="1548" y="4799"/>
                  </a:lnTo>
                  <a:lnTo>
                    <a:pt x="1905" y="1"/>
                  </a:lnTo>
                  <a:close/>
                  <a:moveTo>
                    <a:pt x="1001" y="5585"/>
                  </a:moveTo>
                  <a:cubicBezTo>
                    <a:pt x="453" y="5585"/>
                    <a:pt x="0" y="6025"/>
                    <a:pt x="0" y="6537"/>
                  </a:cubicBezTo>
                  <a:cubicBezTo>
                    <a:pt x="0" y="7078"/>
                    <a:pt x="430" y="7537"/>
                    <a:pt x="980" y="7537"/>
                  </a:cubicBezTo>
                  <a:cubicBezTo>
                    <a:pt x="987" y="7537"/>
                    <a:pt x="994" y="7537"/>
                    <a:pt x="1001" y="7537"/>
                  </a:cubicBezTo>
                  <a:cubicBezTo>
                    <a:pt x="1524" y="7537"/>
                    <a:pt x="1953" y="7085"/>
                    <a:pt x="1953" y="6537"/>
                  </a:cubicBezTo>
                  <a:cubicBezTo>
                    <a:pt x="1953" y="6025"/>
                    <a:pt x="1524" y="5585"/>
                    <a:pt x="1001" y="558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>
              <a:extLst>
                <a:ext uri="{FF2B5EF4-FFF2-40B4-BE49-F238E27FC236}">
                  <a16:creationId xmlns:a16="http://schemas.microsoft.com/office/drawing/2014/main" id="{B0EB1256-F5FD-D8F7-429A-5B069CBE58F0}"/>
                </a:ext>
              </a:extLst>
            </p:cNvPr>
            <p:cNvSpPr/>
            <p:nvPr/>
          </p:nvSpPr>
          <p:spPr>
            <a:xfrm>
              <a:off x="2632711" y="2657611"/>
              <a:ext cx="401750" cy="366422"/>
            </a:xfrm>
            <a:custGeom>
              <a:avLst/>
              <a:gdLst/>
              <a:ahLst/>
              <a:cxnLst/>
              <a:rect l="l" t="t" r="r" b="b"/>
              <a:pathLst>
                <a:path w="9871" h="9003" extrusionOk="0">
                  <a:moveTo>
                    <a:pt x="7620" y="1"/>
                  </a:moveTo>
                  <a:cubicBezTo>
                    <a:pt x="6382" y="1"/>
                    <a:pt x="5394" y="1001"/>
                    <a:pt x="5394" y="2227"/>
                  </a:cubicBezTo>
                  <a:cubicBezTo>
                    <a:pt x="5394" y="2739"/>
                    <a:pt x="5572" y="3216"/>
                    <a:pt x="5846" y="3585"/>
                  </a:cubicBezTo>
                  <a:lnTo>
                    <a:pt x="2334" y="6621"/>
                  </a:lnTo>
                  <a:cubicBezTo>
                    <a:pt x="2084" y="6383"/>
                    <a:pt x="1762" y="6228"/>
                    <a:pt x="1381" y="6228"/>
                  </a:cubicBezTo>
                  <a:cubicBezTo>
                    <a:pt x="631" y="6228"/>
                    <a:pt x="0" y="6859"/>
                    <a:pt x="0" y="7621"/>
                  </a:cubicBezTo>
                  <a:cubicBezTo>
                    <a:pt x="0" y="8371"/>
                    <a:pt x="631" y="9002"/>
                    <a:pt x="1381" y="9002"/>
                  </a:cubicBezTo>
                  <a:cubicBezTo>
                    <a:pt x="2143" y="9002"/>
                    <a:pt x="2774" y="8371"/>
                    <a:pt x="2774" y="7621"/>
                  </a:cubicBezTo>
                  <a:cubicBezTo>
                    <a:pt x="2774" y="7323"/>
                    <a:pt x="2667" y="7038"/>
                    <a:pt x="2513" y="6811"/>
                  </a:cubicBezTo>
                  <a:lnTo>
                    <a:pt x="6025" y="3775"/>
                  </a:lnTo>
                  <a:cubicBezTo>
                    <a:pt x="6430" y="4192"/>
                    <a:pt x="7001" y="4466"/>
                    <a:pt x="7632" y="4466"/>
                  </a:cubicBezTo>
                  <a:cubicBezTo>
                    <a:pt x="8870" y="4466"/>
                    <a:pt x="9871" y="3466"/>
                    <a:pt x="9871" y="2227"/>
                  </a:cubicBezTo>
                  <a:cubicBezTo>
                    <a:pt x="9835" y="1001"/>
                    <a:pt x="8847" y="1"/>
                    <a:pt x="762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>
              <a:extLst>
                <a:ext uri="{FF2B5EF4-FFF2-40B4-BE49-F238E27FC236}">
                  <a16:creationId xmlns:a16="http://schemas.microsoft.com/office/drawing/2014/main" id="{4F569646-A5E5-1C88-24F1-7888AD2C9B66}"/>
                </a:ext>
              </a:extLst>
            </p:cNvPr>
            <p:cNvSpPr/>
            <p:nvPr/>
          </p:nvSpPr>
          <p:spPr>
            <a:xfrm>
              <a:off x="2264418" y="4879399"/>
              <a:ext cx="914936" cy="109564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>
              <a:extLst>
                <a:ext uri="{FF2B5EF4-FFF2-40B4-BE49-F238E27FC236}">
                  <a16:creationId xmlns:a16="http://schemas.microsoft.com/office/drawing/2014/main" id="{8ADF50BA-058E-520D-F03C-00EAA81DAD31}"/>
                </a:ext>
              </a:extLst>
            </p:cNvPr>
            <p:cNvSpPr/>
            <p:nvPr/>
          </p:nvSpPr>
          <p:spPr>
            <a:xfrm>
              <a:off x="2434014" y="5036907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>
              <a:extLst>
                <a:ext uri="{FF2B5EF4-FFF2-40B4-BE49-F238E27FC236}">
                  <a16:creationId xmlns:a16="http://schemas.microsoft.com/office/drawing/2014/main" id="{F3216C5D-E945-5718-C953-F8E587EAF60D}"/>
                </a:ext>
              </a:extLst>
            </p:cNvPr>
            <p:cNvSpPr/>
            <p:nvPr/>
          </p:nvSpPr>
          <p:spPr>
            <a:xfrm>
              <a:off x="2434014" y="5126079"/>
              <a:ext cx="745828" cy="5429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>
              <a:extLst>
                <a:ext uri="{FF2B5EF4-FFF2-40B4-BE49-F238E27FC236}">
                  <a16:creationId xmlns:a16="http://schemas.microsoft.com/office/drawing/2014/main" id="{B676D6F1-6903-1BD6-05B1-41358013FB6C}"/>
                </a:ext>
              </a:extLst>
            </p:cNvPr>
            <p:cNvSpPr/>
            <p:nvPr/>
          </p:nvSpPr>
          <p:spPr>
            <a:xfrm>
              <a:off x="2689895" y="5214764"/>
              <a:ext cx="489947" cy="54782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>
              <a:extLst>
                <a:ext uri="{FF2B5EF4-FFF2-40B4-BE49-F238E27FC236}">
                  <a16:creationId xmlns:a16="http://schemas.microsoft.com/office/drawing/2014/main" id="{AD2E189B-1AEC-35E5-5ED6-0033E558FFFF}"/>
                </a:ext>
              </a:extLst>
            </p:cNvPr>
            <p:cNvSpPr/>
            <p:nvPr/>
          </p:nvSpPr>
          <p:spPr>
            <a:xfrm>
              <a:off x="2894859" y="2508365"/>
              <a:ext cx="94546" cy="94546"/>
            </a:xfrm>
            <a:custGeom>
              <a:avLst/>
              <a:gdLst/>
              <a:ahLst/>
              <a:cxnLst/>
              <a:rect l="l" t="t" r="r" b="b"/>
              <a:pathLst>
                <a:path w="2323" h="2323" extrusionOk="0">
                  <a:moveTo>
                    <a:pt x="1167" y="1"/>
                  </a:moveTo>
                  <a:cubicBezTo>
                    <a:pt x="524" y="1"/>
                    <a:pt x="1" y="525"/>
                    <a:pt x="1" y="1168"/>
                  </a:cubicBezTo>
                  <a:cubicBezTo>
                    <a:pt x="1" y="1811"/>
                    <a:pt x="524" y="2323"/>
                    <a:pt x="1167" y="2323"/>
                  </a:cubicBezTo>
                  <a:cubicBezTo>
                    <a:pt x="1810" y="2323"/>
                    <a:pt x="2322" y="1811"/>
                    <a:pt x="2322" y="1168"/>
                  </a:cubicBezTo>
                  <a:cubicBezTo>
                    <a:pt x="2322" y="525"/>
                    <a:pt x="1810" y="1"/>
                    <a:pt x="116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>
              <a:extLst>
                <a:ext uri="{FF2B5EF4-FFF2-40B4-BE49-F238E27FC236}">
                  <a16:creationId xmlns:a16="http://schemas.microsoft.com/office/drawing/2014/main" id="{6FB6BCC2-A9C7-D3EF-C3E0-0A4DDE552075}"/>
                </a:ext>
              </a:extLst>
            </p:cNvPr>
            <p:cNvSpPr/>
            <p:nvPr/>
          </p:nvSpPr>
          <p:spPr>
            <a:xfrm>
              <a:off x="-1006072" y="1271750"/>
              <a:ext cx="486039" cy="42938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>
              <a:extLst>
                <a:ext uri="{FF2B5EF4-FFF2-40B4-BE49-F238E27FC236}">
                  <a16:creationId xmlns:a16="http://schemas.microsoft.com/office/drawing/2014/main" id="{50065644-1594-77C1-A2B7-9D4EF1EB556C}"/>
                </a:ext>
              </a:extLst>
            </p:cNvPr>
            <p:cNvSpPr/>
            <p:nvPr/>
          </p:nvSpPr>
          <p:spPr>
            <a:xfrm>
              <a:off x="-705666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>
              <a:extLst>
                <a:ext uri="{FF2B5EF4-FFF2-40B4-BE49-F238E27FC236}">
                  <a16:creationId xmlns:a16="http://schemas.microsoft.com/office/drawing/2014/main" id="{CC0E8A73-FA0B-A0E0-27B8-39F7C6F45F3A}"/>
                </a:ext>
              </a:extLst>
            </p:cNvPr>
            <p:cNvSpPr/>
            <p:nvPr/>
          </p:nvSpPr>
          <p:spPr>
            <a:xfrm>
              <a:off x="-405219" y="1271750"/>
              <a:ext cx="485592" cy="42938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>
              <a:extLst>
                <a:ext uri="{FF2B5EF4-FFF2-40B4-BE49-F238E27FC236}">
                  <a16:creationId xmlns:a16="http://schemas.microsoft.com/office/drawing/2014/main" id="{BA4303F5-6B6B-4A36-BBA0-CE4335F4504B}"/>
                </a:ext>
              </a:extLst>
            </p:cNvPr>
            <p:cNvSpPr/>
            <p:nvPr/>
          </p:nvSpPr>
          <p:spPr>
            <a:xfrm>
              <a:off x="-105261" y="1271750"/>
              <a:ext cx="486080" cy="42938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>
              <a:extLst>
                <a:ext uri="{FF2B5EF4-FFF2-40B4-BE49-F238E27FC236}">
                  <a16:creationId xmlns:a16="http://schemas.microsoft.com/office/drawing/2014/main" id="{1AD13A53-982C-D922-EB67-64AC8DDB5716}"/>
                </a:ext>
              </a:extLst>
            </p:cNvPr>
            <p:cNvSpPr/>
            <p:nvPr/>
          </p:nvSpPr>
          <p:spPr>
            <a:xfrm>
              <a:off x="195186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>
              <a:extLst>
                <a:ext uri="{FF2B5EF4-FFF2-40B4-BE49-F238E27FC236}">
                  <a16:creationId xmlns:a16="http://schemas.microsoft.com/office/drawing/2014/main" id="{F4EA456F-EECE-8E03-4CDC-3186B6D10720}"/>
                </a:ext>
              </a:extLst>
            </p:cNvPr>
            <p:cNvSpPr/>
            <p:nvPr/>
          </p:nvSpPr>
          <p:spPr>
            <a:xfrm>
              <a:off x="495633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>
              <a:extLst>
                <a:ext uri="{FF2B5EF4-FFF2-40B4-BE49-F238E27FC236}">
                  <a16:creationId xmlns:a16="http://schemas.microsoft.com/office/drawing/2014/main" id="{0BB1106A-157B-71B3-27AC-215C43D7A337}"/>
                </a:ext>
              </a:extLst>
            </p:cNvPr>
            <p:cNvSpPr/>
            <p:nvPr/>
          </p:nvSpPr>
          <p:spPr>
            <a:xfrm>
              <a:off x="792702" y="1271750"/>
              <a:ext cx="485103" cy="42938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magine 5" descr="Immagine che contiene testo, logo, emblema, simbolo">
            <a:extLst>
              <a:ext uri="{FF2B5EF4-FFF2-40B4-BE49-F238E27FC236}">
                <a16:creationId xmlns:a16="http://schemas.microsoft.com/office/drawing/2014/main" id="{D7ED088F-9870-C62A-CC82-7627E49F3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263" y="0"/>
            <a:ext cx="2095172" cy="876925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E93F81C6-B306-BD52-7AB0-97C61CABC899}"/>
              </a:ext>
            </a:extLst>
          </p:cNvPr>
          <p:cNvSpPr txBox="1"/>
          <p:nvPr/>
        </p:nvSpPr>
        <p:spPr>
          <a:xfrm>
            <a:off x="5089161" y="360403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0745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>
          <a:extLst>
            <a:ext uri="{FF2B5EF4-FFF2-40B4-BE49-F238E27FC236}">
              <a16:creationId xmlns:a16="http://schemas.microsoft.com/office/drawing/2014/main" id="{7375EF79-71D8-9C7B-F8C1-25377C968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2EE2D795-36B5-18E3-764E-29D265376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Project Recap</a:t>
            </a:r>
            <a:endParaRPr dirty="0"/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68863C8E-901B-0A13-0031-43E9EDACB686}"/>
              </a:ext>
            </a:extLst>
          </p:cNvPr>
          <p:cNvSpPr/>
          <p:nvPr/>
        </p:nvSpPr>
        <p:spPr>
          <a:xfrm>
            <a:off x="2805322" y="3069492"/>
            <a:ext cx="517886" cy="827417"/>
          </a:xfrm>
          <a:custGeom>
            <a:avLst/>
            <a:gdLst/>
            <a:ahLst/>
            <a:cxnLst/>
            <a:rect l="l" t="t" r="r" b="b"/>
            <a:pathLst>
              <a:path w="25189" h="40244" extrusionOk="0">
                <a:moveTo>
                  <a:pt x="1732" y="0"/>
                </a:moveTo>
                <a:cubicBezTo>
                  <a:pt x="1395" y="0"/>
                  <a:pt x="1080" y="228"/>
                  <a:pt x="998" y="567"/>
                </a:cubicBezTo>
                <a:cubicBezTo>
                  <a:pt x="1" y="4730"/>
                  <a:pt x="1262" y="9309"/>
                  <a:pt x="4221" y="12248"/>
                </a:cubicBezTo>
                <a:cubicBezTo>
                  <a:pt x="6575" y="14564"/>
                  <a:pt x="9740" y="15770"/>
                  <a:pt x="12528" y="16845"/>
                </a:cubicBezTo>
                <a:cubicBezTo>
                  <a:pt x="15203" y="17862"/>
                  <a:pt x="18218" y="19010"/>
                  <a:pt x="20328" y="21102"/>
                </a:cubicBezTo>
                <a:cubicBezTo>
                  <a:pt x="22193" y="22949"/>
                  <a:pt x="23455" y="26151"/>
                  <a:pt x="22212" y="28656"/>
                </a:cubicBezTo>
                <a:cubicBezTo>
                  <a:pt x="21251" y="30616"/>
                  <a:pt x="18915" y="31954"/>
                  <a:pt x="15316" y="32632"/>
                </a:cubicBezTo>
                <a:cubicBezTo>
                  <a:pt x="14206" y="32839"/>
                  <a:pt x="13075" y="33009"/>
                  <a:pt x="11963" y="33160"/>
                </a:cubicBezTo>
                <a:cubicBezTo>
                  <a:pt x="10664" y="33348"/>
                  <a:pt x="9307" y="33536"/>
                  <a:pt x="7969" y="33818"/>
                </a:cubicBezTo>
                <a:cubicBezTo>
                  <a:pt x="6632" y="34082"/>
                  <a:pt x="5105" y="34496"/>
                  <a:pt x="3806" y="35401"/>
                </a:cubicBezTo>
                <a:cubicBezTo>
                  <a:pt x="2337" y="36438"/>
                  <a:pt x="1470" y="37963"/>
                  <a:pt x="1470" y="39490"/>
                </a:cubicBezTo>
                <a:cubicBezTo>
                  <a:pt x="1470" y="39904"/>
                  <a:pt x="1809" y="40243"/>
                  <a:pt x="2224" y="40243"/>
                </a:cubicBezTo>
                <a:cubicBezTo>
                  <a:pt x="2638" y="40243"/>
                  <a:pt x="2977" y="39904"/>
                  <a:pt x="2977" y="39490"/>
                </a:cubicBezTo>
                <a:cubicBezTo>
                  <a:pt x="2977" y="38472"/>
                  <a:pt x="3618" y="37360"/>
                  <a:pt x="4673" y="36626"/>
                </a:cubicBezTo>
                <a:cubicBezTo>
                  <a:pt x="5746" y="35891"/>
                  <a:pt x="7084" y="35533"/>
                  <a:pt x="8270" y="35288"/>
                </a:cubicBezTo>
                <a:cubicBezTo>
                  <a:pt x="9551" y="35024"/>
                  <a:pt x="10890" y="34836"/>
                  <a:pt x="12189" y="34647"/>
                </a:cubicBezTo>
                <a:cubicBezTo>
                  <a:pt x="13301" y="34496"/>
                  <a:pt x="14450" y="34328"/>
                  <a:pt x="15600" y="34120"/>
                </a:cubicBezTo>
                <a:cubicBezTo>
                  <a:pt x="19744" y="33328"/>
                  <a:pt x="22362" y="31765"/>
                  <a:pt x="23568" y="29316"/>
                </a:cubicBezTo>
                <a:cubicBezTo>
                  <a:pt x="25188" y="26019"/>
                  <a:pt x="23568" y="22195"/>
                  <a:pt x="21383" y="20028"/>
                </a:cubicBezTo>
                <a:cubicBezTo>
                  <a:pt x="19047" y="17711"/>
                  <a:pt x="15863" y="16506"/>
                  <a:pt x="13075" y="15431"/>
                </a:cubicBezTo>
                <a:cubicBezTo>
                  <a:pt x="10418" y="14414"/>
                  <a:pt x="7404" y="13265"/>
                  <a:pt x="5294" y="11173"/>
                </a:cubicBezTo>
                <a:cubicBezTo>
                  <a:pt x="2694" y="8593"/>
                  <a:pt x="1583" y="4579"/>
                  <a:pt x="2468" y="925"/>
                </a:cubicBezTo>
                <a:cubicBezTo>
                  <a:pt x="2563" y="530"/>
                  <a:pt x="2317" y="115"/>
                  <a:pt x="1903" y="20"/>
                </a:cubicBezTo>
                <a:cubicBezTo>
                  <a:pt x="1846" y="7"/>
                  <a:pt x="1788" y="0"/>
                  <a:pt x="173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81AD487B-5484-9CDE-FC17-6952F27B97D3}"/>
              </a:ext>
            </a:extLst>
          </p:cNvPr>
          <p:cNvSpPr/>
          <p:nvPr/>
        </p:nvSpPr>
        <p:spPr>
          <a:xfrm>
            <a:off x="932532" y="1457032"/>
            <a:ext cx="2939134" cy="1670993"/>
          </a:xfrm>
          <a:custGeom>
            <a:avLst/>
            <a:gdLst/>
            <a:ahLst/>
            <a:cxnLst/>
            <a:rect l="l" t="t" r="r" b="b"/>
            <a:pathLst>
              <a:path w="142954" h="81274" extrusionOk="0">
                <a:moveTo>
                  <a:pt x="133" y="0"/>
                </a:moveTo>
                <a:cubicBezTo>
                  <a:pt x="58" y="0"/>
                  <a:pt x="1" y="57"/>
                  <a:pt x="1" y="133"/>
                </a:cubicBezTo>
                <a:lnTo>
                  <a:pt x="1" y="81123"/>
                </a:lnTo>
                <a:cubicBezTo>
                  <a:pt x="1" y="81198"/>
                  <a:pt x="58" y="81273"/>
                  <a:pt x="133" y="81273"/>
                </a:cubicBezTo>
                <a:lnTo>
                  <a:pt x="142823" y="81273"/>
                </a:lnTo>
                <a:cubicBezTo>
                  <a:pt x="142898" y="81273"/>
                  <a:pt x="142954" y="81198"/>
                  <a:pt x="142954" y="81123"/>
                </a:cubicBezTo>
                <a:lnTo>
                  <a:pt x="142954" y="133"/>
                </a:lnTo>
                <a:cubicBezTo>
                  <a:pt x="142954" y="57"/>
                  <a:pt x="142898" y="0"/>
                  <a:pt x="14282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7CAA1EBB-28BE-D6BD-B14E-32B806FF59DF}"/>
              </a:ext>
            </a:extLst>
          </p:cNvPr>
          <p:cNvSpPr/>
          <p:nvPr/>
        </p:nvSpPr>
        <p:spPr>
          <a:xfrm>
            <a:off x="2194875" y="3128005"/>
            <a:ext cx="431883" cy="522142"/>
          </a:xfrm>
          <a:custGeom>
            <a:avLst/>
            <a:gdLst/>
            <a:ahLst/>
            <a:cxnLst/>
            <a:rect l="l" t="t" r="r" b="b"/>
            <a:pathLst>
              <a:path w="21006" h="25396" extrusionOk="0">
                <a:moveTo>
                  <a:pt x="4522" y="0"/>
                </a:moveTo>
                <a:lnTo>
                  <a:pt x="1" y="25396"/>
                </a:lnTo>
                <a:lnTo>
                  <a:pt x="21006" y="25396"/>
                </a:lnTo>
                <a:lnTo>
                  <a:pt x="164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B850A36F-6329-83CE-6363-0B68F259F0BA}"/>
              </a:ext>
            </a:extLst>
          </p:cNvPr>
          <p:cNvSpPr/>
          <p:nvPr/>
        </p:nvSpPr>
        <p:spPr>
          <a:xfrm>
            <a:off x="2194875" y="3128005"/>
            <a:ext cx="431883" cy="522142"/>
          </a:xfrm>
          <a:custGeom>
            <a:avLst/>
            <a:gdLst/>
            <a:ahLst/>
            <a:cxnLst/>
            <a:rect l="l" t="t" r="r" b="b"/>
            <a:pathLst>
              <a:path w="21006" h="25396" extrusionOk="0">
                <a:moveTo>
                  <a:pt x="4522" y="0"/>
                </a:moveTo>
                <a:lnTo>
                  <a:pt x="1" y="25396"/>
                </a:lnTo>
                <a:lnTo>
                  <a:pt x="21006" y="25396"/>
                </a:lnTo>
                <a:lnTo>
                  <a:pt x="20328" y="21610"/>
                </a:lnTo>
                <a:lnTo>
                  <a:pt x="12415" y="21610"/>
                </a:lnTo>
                <a:cubicBezTo>
                  <a:pt x="7913" y="21610"/>
                  <a:pt x="4522" y="17540"/>
                  <a:pt x="5294" y="13112"/>
                </a:cubicBezTo>
                <a:lnTo>
                  <a:pt x="763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CEB1B024-EA32-AE11-48A3-C10050314094}"/>
              </a:ext>
            </a:extLst>
          </p:cNvPr>
          <p:cNvSpPr/>
          <p:nvPr/>
        </p:nvSpPr>
        <p:spPr>
          <a:xfrm>
            <a:off x="1935737" y="3650127"/>
            <a:ext cx="932725" cy="127472"/>
          </a:xfrm>
          <a:custGeom>
            <a:avLst/>
            <a:gdLst/>
            <a:ahLst/>
            <a:cxnLst/>
            <a:rect l="l" t="t" r="r" b="b"/>
            <a:pathLst>
              <a:path w="45366" h="6200" extrusionOk="0">
                <a:moveTo>
                  <a:pt x="3090" y="1"/>
                </a:moveTo>
                <a:cubicBezTo>
                  <a:pt x="1377" y="1"/>
                  <a:pt x="1" y="1395"/>
                  <a:pt x="1" y="3110"/>
                </a:cubicBezTo>
                <a:cubicBezTo>
                  <a:pt x="1" y="4806"/>
                  <a:pt x="1377" y="6200"/>
                  <a:pt x="3090" y="6200"/>
                </a:cubicBezTo>
                <a:lnTo>
                  <a:pt x="42276" y="6200"/>
                </a:lnTo>
                <a:cubicBezTo>
                  <a:pt x="43991" y="6200"/>
                  <a:pt x="45366" y="4806"/>
                  <a:pt x="45366" y="3110"/>
                </a:cubicBezTo>
                <a:cubicBezTo>
                  <a:pt x="45366" y="1395"/>
                  <a:pt x="43991" y="1"/>
                  <a:pt x="4227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E81F46AE-EA09-40AD-A4D2-426322253DD2}"/>
              </a:ext>
            </a:extLst>
          </p:cNvPr>
          <p:cNvSpPr/>
          <p:nvPr/>
        </p:nvSpPr>
        <p:spPr>
          <a:xfrm>
            <a:off x="1935737" y="3650127"/>
            <a:ext cx="932355" cy="127472"/>
          </a:xfrm>
          <a:custGeom>
            <a:avLst/>
            <a:gdLst/>
            <a:ahLst/>
            <a:cxnLst/>
            <a:rect l="l" t="t" r="r" b="b"/>
            <a:pathLst>
              <a:path w="45348" h="6200" extrusionOk="0">
                <a:moveTo>
                  <a:pt x="3090" y="1"/>
                </a:moveTo>
                <a:cubicBezTo>
                  <a:pt x="1377" y="1"/>
                  <a:pt x="1" y="1395"/>
                  <a:pt x="1" y="3110"/>
                </a:cubicBezTo>
                <a:cubicBezTo>
                  <a:pt x="1" y="4806"/>
                  <a:pt x="1377" y="6200"/>
                  <a:pt x="3090" y="6200"/>
                </a:cubicBezTo>
                <a:lnTo>
                  <a:pt x="42276" y="6200"/>
                </a:lnTo>
                <a:cubicBezTo>
                  <a:pt x="43859" y="6200"/>
                  <a:pt x="45159" y="5012"/>
                  <a:pt x="45348" y="3487"/>
                </a:cubicBezTo>
                <a:lnTo>
                  <a:pt x="6707" y="3487"/>
                </a:lnTo>
                <a:cubicBezTo>
                  <a:pt x="4994" y="3487"/>
                  <a:pt x="3600" y="2111"/>
                  <a:pt x="3600" y="397"/>
                </a:cubicBezTo>
                <a:cubicBezTo>
                  <a:pt x="3600" y="264"/>
                  <a:pt x="3618" y="133"/>
                  <a:pt x="36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77A56165-D3EF-12A9-5D47-5EE853E0A50C}"/>
              </a:ext>
            </a:extLst>
          </p:cNvPr>
          <p:cNvSpPr/>
          <p:nvPr/>
        </p:nvSpPr>
        <p:spPr>
          <a:xfrm>
            <a:off x="1033646" y="1558126"/>
            <a:ext cx="2736947" cy="1468806"/>
          </a:xfrm>
          <a:custGeom>
            <a:avLst/>
            <a:gdLst/>
            <a:ahLst/>
            <a:cxnLst/>
            <a:rect l="l" t="t" r="r" b="b"/>
            <a:pathLst>
              <a:path w="133120" h="71440" extrusionOk="0">
                <a:moveTo>
                  <a:pt x="0" y="1"/>
                </a:moveTo>
                <a:lnTo>
                  <a:pt x="0" y="71440"/>
                </a:lnTo>
                <a:lnTo>
                  <a:pt x="133119" y="71440"/>
                </a:lnTo>
                <a:lnTo>
                  <a:pt x="1331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6">
            <a:extLst>
              <a:ext uri="{FF2B5EF4-FFF2-40B4-BE49-F238E27FC236}">
                <a16:creationId xmlns:a16="http://schemas.microsoft.com/office/drawing/2014/main" id="{FCFD6FE5-036E-6EDC-2ED5-E6E138AA4F35}"/>
              </a:ext>
            </a:extLst>
          </p:cNvPr>
          <p:cNvSpPr/>
          <p:nvPr/>
        </p:nvSpPr>
        <p:spPr>
          <a:xfrm>
            <a:off x="1760669" y="1659610"/>
            <a:ext cx="1278626" cy="1278606"/>
          </a:xfrm>
          <a:custGeom>
            <a:avLst/>
            <a:gdLst/>
            <a:ahLst/>
            <a:cxnLst/>
            <a:rect l="l" t="t" r="r" b="b"/>
            <a:pathLst>
              <a:path w="62190" h="62189" extrusionOk="0">
                <a:moveTo>
                  <a:pt x="31105" y="1"/>
                </a:moveTo>
                <a:cubicBezTo>
                  <a:pt x="13923" y="1"/>
                  <a:pt x="0" y="13922"/>
                  <a:pt x="0" y="31086"/>
                </a:cubicBezTo>
                <a:cubicBezTo>
                  <a:pt x="0" y="48267"/>
                  <a:pt x="13923" y="62189"/>
                  <a:pt x="31105" y="62189"/>
                </a:cubicBezTo>
                <a:cubicBezTo>
                  <a:pt x="48267" y="62189"/>
                  <a:pt x="62190" y="48267"/>
                  <a:pt x="62190" y="31086"/>
                </a:cubicBezTo>
                <a:cubicBezTo>
                  <a:pt x="62190" y="13922"/>
                  <a:pt x="48267" y="1"/>
                  <a:pt x="311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6">
            <a:extLst>
              <a:ext uri="{FF2B5EF4-FFF2-40B4-BE49-F238E27FC236}">
                <a16:creationId xmlns:a16="http://schemas.microsoft.com/office/drawing/2014/main" id="{DC9F38A4-8AEC-8EE0-9BB1-FB47204226DE}"/>
              </a:ext>
            </a:extLst>
          </p:cNvPr>
          <p:cNvSpPr/>
          <p:nvPr/>
        </p:nvSpPr>
        <p:spPr>
          <a:xfrm>
            <a:off x="1760669" y="1990770"/>
            <a:ext cx="1205803" cy="947446"/>
          </a:xfrm>
          <a:custGeom>
            <a:avLst/>
            <a:gdLst/>
            <a:ahLst/>
            <a:cxnLst/>
            <a:rect l="l" t="t" r="r" b="b"/>
            <a:pathLst>
              <a:path w="58648" h="46082" extrusionOk="0">
                <a:moveTo>
                  <a:pt x="3863" y="1"/>
                </a:moveTo>
                <a:cubicBezTo>
                  <a:pt x="1414" y="4447"/>
                  <a:pt x="0" y="9553"/>
                  <a:pt x="0" y="14979"/>
                </a:cubicBezTo>
                <a:cubicBezTo>
                  <a:pt x="0" y="32160"/>
                  <a:pt x="13923" y="46082"/>
                  <a:pt x="31105" y="46082"/>
                </a:cubicBezTo>
                <a:cubicBezTo>
                  <a:pt x="43067" y="46082"/>
                  <a:pt x="53448" y="39319"/>
                  <a:pt x="58648" y="29410"/>
                </a:cubicBezTo>
                <a:lnTo>
                  <a:pt x="386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6">
            <a:extLst>
              <a:ext uri="{FF2B5EF4-FFF2-40B4-BE49-F238E27FC236}">
                <a16:creationId xmlns:a16="http://schemas.microsoft.com/office/drawing/2014/main" id="{4F910BCC-1794-C9AE-28E4-504D724CE4B3}"/>
              </a:ext>
            </a:extLst>
          </p:cNvPr>
          <p:cNvSpPr/>
          <p:nvPr/>
        </p:nvSpPr>
        <p:spPr>
          <a:xfrm>
            <a:off x="2141029" y="1867225"/>
            <a:ext cx="518276" cy="339713"/>
          </a:xfrm>
          <a:custGeom>
            <a:avLst/>
            <a:gdLst/>
            <a:ahLst/>
            <a:cxnLst/>
            <a:rect l="l" t="t" r="r" b="b"/>
            <a:pathLst>
              <a:path w="25208" h="16523" extrusionOk="0">
                <a:moveTo>
                  <a:pt x="12605" y="4163"/>
                </a:moveTo>
                <a:cubicBezTo>
                  <a:pt x="17257" y="4163"/>
                  <a:pt x="21045" y="7951"/>
                  <a:pt x="21045" y="12604"/>
                </a:cubicBezTo>
                <a:lnTo>
                  <a:pt x="21045" y="16504"/>
                </a:lnTo>
                <a:lnTo>
                  <a:pt x="4165" y="16504"/>
                </a:lnTo>
                <a:lnTo>
                  <a:pt x="4165" y="12604"/>
                </a:lnTo>
                <a:cubicBezTo>
                  <a:pt x="4165" y="7951"/>
                  <a:pt x="7951" y="4163"/>
                  <a:pt x="12605" y="4163"/>
                </a:cubicBezTo>
                <a:close/>
                <a:moveTo>
                  <a:pt x="12605" y="1"/>
                </a:moveTo>
                <a:cubicBezTo>
                  <a:pt x="5652" y="1"/>
                  <a:pt x="0" y="5653"/>
                  <a:pt x="0" y="12604"/>
                </a:cubicBezTo>
                <a:lnTo>
                  <a:pt x="0" y="16522"/>
                </a:lnTo>
                <a:lnTo>
                  <a:pt x="25207" y="16522"/>
                </a:lnTo>
                <a:lnTo>
                  <a:pt x="25207" y="12604"/>
                </a:lnTo>
                <a:cubicBezTo>
                  <a:pt x="25207" y="5653"/>
                  <a:pt x="19556" y="1"/>
                  <a:pt x="1260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08913676-C2E6-2083-28D2-11D4A63BA96A}"/>
              </a:ext>
            </a:extLst>
          </p:cNvPr>
          <p:cNvSpPr/>
          <p:nvPr/>
        </p:nvSpPr>
        <p:spPr>
          <a:xfrm>
            <a:off x="2141029" y="2152310"/>
            <a:ext cx="101895" cy="54628"/>
          </a:xfrm>
          <a:custGeom>
            <a:avLst/>
            <a:gdLst/>
            <a:ahLst/>
            <a:cxnLst/>
            <a:rect l="l" t="t" r="r" b="b"/>
            <a:pathLst>
              <a:path w="4956" h="2657" extrusionOk="0">
                <a:moveTo>
                  <a:pt x="0" y="0"/>
                </a:moveTo>
                <a:lnTo>
                  <a:pt x="0" y="2656"/>
                </a:lnTo>
                <a:lnTo>
                  <a:pt x="4956" y="2656"/>
                </a:lnTo>
                <a:lnTo>
                  <a:pt x="4918" y="2638"/>
                </a:lnTo>
                <a:lnTo>
                  <a:pt x="4165" y="2638"/>
                </a:lnTo>
                <a:lnTo>
                  <a:pt x="4165" y="2242"/>
                </a:lnTo>
                <a:lnTo>
                  <a:pt x="0" y="0"/>
                </a:lnTo>
                <a:close/>
              </a:path>
            </a:pathLst>
          </a:custGeom>
          <a:solidFill>
            <a:srgbClr val="DBDB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DED1289E-2F95-09D0-0D4B-2262861114DB}"/>
              </a:ext>
            </a:extLst>
          </p:cNvPr>
          <p:cNvSpPr/>
          <p:nvPr/>
        </p:nvSpPr>
        <p:spPr>
          <a:xfrm>
            <a:off x="2088354" y="2206917"/>
            <a:ext cx="623256" cy="523684"/>
          </a:xfrm>
          <a:custGeom>
            <a:avLst/>
            <a:gdLst/>
            <a:ahLst/>
            <a:cxnLst/>
            <a:rect l="l" t="t" r="r" b="b"/>
            <a:pathLst>
              <a:path w="30314" h="25471" extrusionOk="0">
                <a:moveTo>
                  <a:pt x="2562" y="0"/>
                </a:moveTo>
                <a:cubicBezTo>
                  <a:pt x="1150" y="75"/>
                  <a:pt x="0" y="1206"/>
                  <a:pt x="0" y="2638"/>
                </a:cubicBezTo>
                <a:lnTo>
                  <a:pt x="0" y="22815"/>
                </a:lnTo>
                <a:cubicBezTo>
                  <a:pt x="0" y="24285"/>
                  <a:pt x="1206" y="25471"/>
                  <a:pt x="2657" y="25471"/>
                </a:cubicBezTo>
                <a:lnTo>
                  <a:pt x="27656" y="25471"/>
                </a:lnTo>
                <a:cubicBezTo>
                  <a:pt x="29126" y="25471"/>
                  <a:pt x="30314" y="24285"/>
                  <a:pt x="30314" y="22815"/>
                </a:cubicBezTo>
                <a:lnTo>
                  <a:pt x="30314" y="2638"/>
                </a:lnTo>
                <a:cubicBezTo>
                  <a:pt x="30314" y="1206"/>
                  <a:pt x="29183" y="75"/>
                  <a:pt x="27769" y="20"/>
                </a:cubicBezTo>
                <a:lnTo>
                  <a:pt x="277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6">
            <a:extLst>
              <a:ext uri="{FF2B5EF4-FFF2-40B4-BE49-F238E27FC236}">
                <a16:creationId xmlns:a16="http://schemas.microsoft.com/office/drawing/2014/main" id="{F5821DC9-6DD9-9586-2718-D73762254EE5}"/>
              </a:ext>
            </a:extLst>
          </p:cNvPr>
          <p:cNvSpPr/>
          <p:nvPr/>
        </p:nvSpPr>
        <p:spPr>
          <a:xfrm>
            <a:off x="2088354" y="2206917"/>
            <a:ext cx="623256" cy="523684"/>
          </a:xfrm>
          <a:custGeom>
            <a:avLst/>
            <a:gdLst/>
            <a:ahLst/>
            <a:cxnLst/>
            <a:rect l="l" t="t" r="r" b="b"/>
            <a:pathLst>
              <a:path w="30314" h="25471" extrusionOk="0">
                <a:moveTo>
                  <a:pt x="2562" y="0"/>
                </a:moveTo>
                <a:cubicBezTo>
                  <a:pt x="1150" y="75"/>
                  <a:pt x="0" y="1206"/>
                  <a:pt x="0" y="2638"/>
                </a:cubicBezTo>
                <a:lnTo>
                  <a:pt x="0" y="22815"/>
                </a:lnTo>
                <a:cubicBezTo>
                  <a:pt x="0" y="24285"/>
                  <a:pt x="1206" y="25471"/>
                  <a:pt x="2657" y="25471"/>
                </a:cubicBezTo>
                <a:lnTo>
                  <a:pt x="27656" y="25471"/>
                </a:lnTo>
                <a:cubicBezTo>
                  <a:pt x="29126" y="25471"/>
                  <a:pt x="30314" y="24285"/>
                  <a:pt x="30314" y="22815"/>
                </a:cubicBezTo>
                <a:lnTo>
                  <a:pt x="30314" y="12246"/>
                </a:lnTo>
                <a:lnTo>
                  <a:pt x="751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6">
            <a:extLst>
              <a:ext uri="{FF2B5EF4-FFF2-40B4-BE49-F238E27FC236}">
                <a16:creationId xmlns:a16="http://schemas.microsoft.com/office/drawing/2014/main" id="{740E00BA-E015-8ED5-FA42-1B8E9676583F}"/>
              </a:ext>
            </a:extLst>
          </p:cNvPr>
          <p:cNvSpPr/>
          <p:nvPr/>
        </p:nvSpPr>
        <p:spPr>
          <a:xfrm>
            <a:off x="2306804" y="2292529"/>
            <a:ext cx="186356" cy="311813"/>
          </a:xfrm>
          <a:custGeom>
            <a:avLst/>
            <a:gdLst/>
            <a:ahLst/>
            <a:cxnLst/>
            <a:rect l="l" t="t" r="r" b="b"/>
            <a:pathLst>
              <a:path w="9064" h="15166" extrusionOk="0">
                <a:moveTo>
                  <a:pt x="4542" y="0"/>
                </a:moveTo>
                <a:cubicBezTo>
                  <a:pt x="2035" y="0"/>
                  <a:pt x="1" y="2015"/>
                  <a:pt x="1" y="4522"/>
                </a:cubicBezTo>
                <a:cubicBezTo>
                  <a:pt x="1" y="6217"/>
                  <a:pt x="980" y="7630"/>
                  <a:pt x="2337" y="8403"/>
                </a:cubicBezTo>
                <a:lnTo>
                  <a:pt x="2337" y="12980"/>
                </a:lnTo>
                <a:cubicBezTo>
                  <a:pt x="2337" y="14186"/>
                  <a:pt x="3336" y="15165"/>
                  <a:pt x="4542" y="15165"/>
                </a:cubicBezTo>
                <a:cubicBezTo>
                  <a:pt x="5747" y="15165"/>
                  <a:pt x="6745" y="14186"/>
                  <a:pt x="6745" y="12980"/>
                </a:cubicBezTo>
                <a:lnTo>
                  <a:pt x="6745" y="8403"/>
                </a:lnTo>
                <a:cubicBezTo>
                  <a:pt x="8102" y="7630"/>
                  <a:pt x="9063" y="6217"/>
                  <a:pt x="9063" y="4522"/>
                </a:cubicBezTo>
                <a:cubicBezTo>
                  <a:pt x="9063" y="2015"/>
                  <a:pt x="7047" y="0"/>
                  <a:pt x="454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>
            <a:extLst>
              <a:ext uri="{FF2B5EF4-FFF2-40B4-BE49-F238E27FC236}">
                <a16:creationId xmlns:a16="http://schemas.microsoft.com/office/drawing/2014/main" id="{66CC87FD-3B99-E387-27E9-2C3A973DCC80}"/>
              </a:ext>
            </a:extLst>
          </p:cNvPr>
          <p:cNvSpPr/>
          <p:nvPr/>
        </p:nvSpPr>
        <p:spPr>
          <a:xfrm>
            <a:off x="1252878" y="4369439"/>
            <a:ext cx="2298485" cy="79033"/>
          </a:xfrm>
          <a:custGeom>
            <a:avLst/>
            <a:gdLst/>
            <a:ahLst/>
            <a:cxnLst/>
            <a:rect l="l" t="t" r="r" b="b"/>
            <a:pathLst>
              <a:path w="111794" h="3844" extrusionOk="0">
                <a:moveTo>
                  <a:pt x="1" y="0"/>
                </a:moveTo>
                <a:lnTo>
                  <a:pt x="1" y="3786"/>
                </a:lnTo>
                <a:cubicBezTo>
                  <a:pt x="1" y="3824"/>
                  <a:pt x="19" y="3844"/>
                  <a:pt x="56" y="3844"/>
                </a:cubicBezTo>
                <a:lnTo>
                  <a:pt x="111736" y="3844"/>
                </a:lnTo>
                <a:cubicBezTo>
                  <a:pt x="111756" y="3844"/>
                  <a:pt x="111793" y="3824"/>
                  <a:pt x="111793" y="3786"/>
                </a:cubicBezTo>
                <a:lnTo>
                  <a:pt x="11179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6">
            <a:extLst>
              <a:ext uri="{FF2B5EF4-FFF2-40B4-BE49-F238E27FC236}">
                <a16:creationId xmlns:a16="http://schemas.microsoft.com/office/drawing/2014/main" id="{229003FA-6461-0E93-7613-4EC7106BE412}"/>
              </a:ext>
            </a:extLst>
          </p:cNvPr>
          <p:cNvSpPr/>
          <p:nvPr/>
        </p:nvSpPr>
        <p:spPr>
          <a:xfrm>
            <a:off x="1243173" y="3860846"/>
            <a:ext cx="2317852" cy="532216"/>
          </a:xfrm>
          <a:custGeom>
            <a:avLst/>
            <a:gdLst/>
            <a:ahLst/>
            <a:cxnLst/>
            <a:rect l="l" t="t" r="r" b="b"/>
            <a:pathLst>
              <a:path w="112736" h="25886" extrusionOk="0">
                <a:moveTo>
                  <a:pt x="21761" y="0"/>
                </a:moveTo>
                <a:cubicBezTo>
                  <a:pt x="20480" y="20"/>
                  <a:pt x="18840" y="792"/>
                  <a:pt x="18106" y="1753"/>
                </a:cubicBezTo>
                <a:lnTo>
                  <a:pt x="736" y="24172"/>
                </a:lnTo>
                <a:cubicBezTo>
                  <a:pt x="1" y="25114"/>
                  <a:pt x="962" y="25886"/>
                  <a:pt x="2884" y="25886"/>
                </a:cubicBezTo>
                <a:lnTo>
                  <a:pt x="109816" y="25886"/>
                </a:lnTo>
                <a:cubicBezTo>
                  <a:pt x="111756" y="25886"/>
                  <a:pt x="112735" y="25094"/>
                  <a:pt x="112039" y="24134"/>
                </a:cubicBezTo>
                <a:lnTo>
                  <a:pt x="95875" y="1753"/>
                </a:lnTo>
                <a:cubicBezTo>
                  <a:pt x="95159" y="774"/>
                  <a:pt x="93557" y="0"/>
                  <a:pt x="9227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>
            <a:extLst>
              <a:ext uri="{FF2B5EF4-FFF2-40B4-BE49-F238E27FC236}">
                <a16:creationId xmlns:a16="http://schemas.microsoft.com/office/drawing/2014/main" id="{5FA13769-EA49-5DC0-5CD7-2E43B7C99EA5}"/>
              </a:ext>
            </a:extLst>
          </p:cNvPr>
          <p:cNvSpPr/>
          <p:nvPr/>
        </p:nvSpPr>
        <p:spPr>
          <a:xfrm>
            <a:off x="1615186" y="3907723"/>
            <a:ext cx="178029" cy="90279"/>
          </a:xfrm>
          <a:custGeom>
            <a:avLst/>
            <a:gdLst/>
            <a:ahLst/>
            <a:cxnLst/>
            <a:rect l="l" t="t" r="r" b="b"/>
            <a:pathLst>
              <a:path w="8659" h="4391" extrusionOk="0">
                <a:moveTo>
                  <a:pt x="7699" y="1"/>
                </a:moveTo>
                <a:lnTo>
                  <a:pt x="4006" y="38"/>
                </a:lnTo>
                <a:cubicBezTo>
                  <a:pt x="3346" y="38"/>
                  <a:pt x="2537" y="415"/>
                  <a:pt x="2198" y="905"/>
                </a:cubicBezTo>
                <a:lnTo>
                  <a:pt x="332" y="3543"/>
                </a:lnTo>
                <a:cubicBezTo>
                  <a:pt x="1" y="4002"/>
                  <a:pt x="299" y="4390"/>
                  <a:pt x="979" y="4390"/>
                </a:cubicBezTo>
                <a:cubicBezTo>
                  <a:pt x="996" y="4390"/>
                  <a:pt x="1012" y="4390"/>
                  <a:pt x="1029" y="4390"/>
                </a:cubicBezTo>
                <a:lnTo>
                  <a:pt x="5023" y="4371"/>
                </a:lnTo>
                <a:cubicBezTo>
                  <a:pt x="5739" y="4371"/>
                  <a:pt x="6549" y="3975"/>
                  <a:pt x="6832" y="3505"/>
                </a:cubicBezTo>
                <a:lnTo>
                  <a:pt x="8377" y="867"/>
                </a:lnTo>
                <a:cubicBezTo>
                  <a:pt x="8659" y="377"/>
                  <a:pt x="8357" y="1"/>
                  <a:pt x="769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>
            <a:extLst>
              <a:ext uri="{FF2B5EF4-FFF2-40B4-BE49-F238E27FC236}">
                <a16:creationId xmlns:a16="http://schemas.microsoft.com/office/drawing/2014/main" id="{8774AA14-9F1F-E65E-EB5C-6892EFCCB660}"/>
              </a:ext>
            </a:extLst>
          </p:cNvPr>
          <p:cNvSpPr/>
          <p:nvPr/>
        </p:nvSpPr>
        <p:spPr>
          <a:xfrm>
            <a:off x="1796690" y="3906551"/>
            <a:ext cx="166577" cy="90649"/>
          </a:xfrm>
          <a:custGeom>
            <a:avLst/>
            <a:gdLst/>
            <a:ahLst/>
            <a:cxnLst/>
            <a:rect l="l" t="t" r="r" b="b"/>
            <a:pathLst>
              <a:path w="8102" h="4409" extrusionOk="0">
                <a:moveTo>
                  <a:pt x="7065" y="0"/>
                </a:moveTo>
                <a:lnTo>
                  <a:pt x="3372" y="38"/>
                </a:lnTo>
                <a:cubicBezTo>
                  <a:pt x="2714" y="38"/>
                  <a:pt x="1960" y="434"/>
                  <a:pt x="1715" y="905"/>
                </a:cubicBezTo>
                <a:lnTo>
                  <a:pt x="265" y="3562"/>
                </a:lnTo>
                <a:cubicBezTo>
                  <a:pt x="1" y="4032"/>
                  <a:pt x="378" y="4409"/>
                  <a:pt x="1094" y="4409"/>
                </a:cubicBezTo>
                <a:lnTo>
                  <a:pt x="5088" y="4391"/>
                </a:lnTo>
                <a:cubicBezTo>
                  <a:pt x="5804" y="4391"/>
                  <a:pt x="6537" y="3994"/>
                  <a:pt x="6745" y="3524"/>
                </a:cubicBezTo>
                <a:lnTo>
                  <a:pt x="7894" y="867"/>
                </a:lnTo>
                <a:cubicBezTo>
                  <a:pt x="8102" y="377"/>
                  <a:pt x="7725" y="0"/>
                  <a:pt x="706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6">
            <a:extLst>
              <a:ext uri="{FF2B5EF4-FFF2-40B4-BE49-F238E27FC236}">
                <a16:creationId xmlns:a16="http://schemas.microsoft.com/office/drawing/2014/main" id="{86ACFD25-AAEA-9C0F-BE8B-B55EF61977B0}"/>
              </a:ext>
            </a:extLst>
          </p:cNvPr>
          <p:cNvSpPr/>
          <p:nvPr/>
        </p:nvSpPr>
        <p:spPr>
          <a:xfrm>
            <a:off x="1977967" y="3905400"/>
            <a:ext cx="154961" cy="91040"/>
          </a:xfrm>
          <a:custGeom>
            <a:avLst/>
            <a:gdLst/>
            <a:ahLst/>
            <a:cxnLst/>
            <a:rect l="l" t="t" r="r" b="b"/>
            <a:pathLst>
              <a:path w="7537" h="4428" extrusionOk="0">
                <a:moveTo>
                  <a:pt x="6444" y="1"/>
                </a:moveTo>
                <a:lnTo>
                  <a:pt x="2751" y="38"/>
                </a:lnTo>
                <a:cubicBezTo>
                  <a:pt x="2091" y="38"/>
                  <a:pt x="1413" y="433"/>
                  <a:pt x="1225" y="905"/>
                </a:cubicBezTo>
                <a:lnTo>
                  <a:pt x="189" y="3561"/>
                </a:lnTo>
                <a:cubicBezTo>
                  <a:pt x="1" y="4032"/>
                  <a:pt x="433" y="4427"/>
                  <a:pt x="1149" y="4427"/>
                </a:cubicBezTo>
                <a:lnTo>
                  <a:pt x="5143" y="4409"/>
                </a:lnTo>
                <a:cubicBezTo>
                  <a:pt x="5859" y="4389"/>
                  <a:pt x="6557" y="4013"/>
                  <a:pt x="6688" y="3523"/>
                </a:cubicBezTo>
                <a:lnTo>
                  <a:pt x="7404" y="867"/>
                </a:lnTo>
                <a:cubicBezTo>
                  <a:pt x="7537" y="377"/>
                  <a:pt x="7102" y="1"/>
                  <a:pt x="644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6">
            <a:extLst>
              <a:ext uri="{FF2B5EF4-FFF2-40B4-BE49-F238E27FC236}">
                <a16:creationId xmlns:a16="http://schemas.microsoft.com/office/drawing/2014/main" id="{ED5CB364-AE1B-0628-70E9-6A4344BC1B2D}"/>
              </a:ext>
            </a:extLst>
          </p:cNvPr>
          <p:cNvSpPr/>
          <p:nvPr/>
        </p:nvSpPr>
        <p:spPr>
          <a:xfrm>
            <a:off x="2159615" y="3904228"/>
            <a:ext cx="142974" cy="91060"/>
          </a:xfrm>
          <a:custGeom>
            <a:avLst/>
            <a:gdLst/>
            <a:ahLst/>
            <a:cxnLst/>
            <a:rect l="l" t="t" r="r" b="b"/>
            <a:pathLst>
              <a:path w="6954" h="4429" extrusionOk="0">
                <a:moveTo>
                  <a:pt x="5803" y="0"/>
                </a:moveTo>
                <a:lnTo>
                  <a:pt x="2130" y="38"/>
                </a:lnTo>
                <a:cubicBezTo>
                  <a:pt x="1452" y="38"/>
                  <a:pt x="830" y="434"/>
                  <a:pt x="717" y="905"/>
                </a:cubicBezTo>
                <a:lnTo>
                  <a:pt x="114" y="3580"/>
                </a:lnTo>
                <a:cubicBezTo>
                  <a:pt x="1" y="4052"/>
                  <a:pt x="491" y="4428"/>
                  <a:pt x="1206" y="4428"/>
                </a:cubicBezTo>
                <a:lnTo>
                  <a:pt x="5200" y="4409"/>
                </a:lnTo>
                <a:cubicBezTo>
                  <a:pt x="5916" y="4409"/>
                  <a:pt x="6539" y="4014"/>
                  <a:pt x="6594" y="3542"/>
                </a:cubicBezTo>
                <a:lnTo>
                  <a:pt x="6896" y="867"/>
                </a:lnTo>
                <a:cubicBezTo>
                  <a:pt x="6953" y="397"/>
                  <a:pt x="6463" y="0"/>
                  <a:pt x="580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6">
            <a:extLst>
              <a:ext uri="{FF2B5EF4-FFF2-40B4-BE49-F238E27FC236}">
                <a16:creationId xmlns:a16="http://schemas.microsoft.com/office/drawing/2014/main" id="{2C70797F-0604-28CA-331B-56373190FCC7}"/>
              </a:ext>
            </a:extLst>
          </p:cNvPr>
          <p:cNvSpPr/>
          <p:nvPr/>
        </p:nvSpPr>
        <p:spPr>
          <a:xfrm>
            <a:off x="2340892" y="3903076"/>
            <a:ext cx="134812" cy="91430"/>
          </a:xfrm>
          <a:custGeom>
            <a:avLst/>
            <a:gdLst/>
            <a:ahLst/>
            <a:cxnLst/>
            <a:rect l="l" t="t" r="r" b="b"/>
            <a:pathLst>
              <a:path w="6557" h="4447" extrusionOk="0">
                <a:moveTo>
                  <a:pt x="5182" y="1"/>
                </a:moveTo>
                <a:lnTo>
                  <a:pt x="1508" y="38"/>
                </a:lnTo>
                <a:cubicBezTo>
                  <a:pt x="849" y="38"/>
                  <a:pt x="284" y="433"/>
                  <a:pt x="246" y="905"/>
                </a:cubicBezTo>
                <a:lnTo>
                  <a:pt x="38" y="3580"/>
                </a:lnTo>
                <a:cubicBezTo>
                  <a:pt x="1" y="4050"/>
                  <a:pt x="566" y="4447"/>
                  <a:pt x="1282" y="4447"/>
                </a:cubicBezTo>
                <a:lnTo>
                  <a:pt x="5276" y="4427"/>
                </a:lnTo>
                <a:cubicBezTo>
                  <a:pt x="5991" y="4427"/>
                  <a:pt x="6557" y="4032"/>
                  <a:pt x="6539" y="3542"/>
                </a:cubicBezTo>
                <a:lnTo>
                  <a:pt x="6426" y="867"/>
                </a:lnTo>
                <a:cubicBezTo>
                  <a:pt x="6406" y="396"/>
                  <a:pt x="5841" y="1"/>
                  <a:pt x="518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>
            <a:extLst>
              <a:ext uri="{FF2B5EF4-FFF2-40B4-BE49-F238E27FC236}">
                <a16:creationId xmlns:a16="http://schemas.microsoft.com/office/drawing/2014/main" id="{0D86B005-1A68-984E-6276-4A67A5106A53}"/>
              </a:ext>
            </a:extLst>
          </p:cNvPr>
          <p:cNvSpPr/>
          <p:nvPr/>
        </p:nvSpPr>
        <p:spPr>
          <a:xfrm>
            <a:off x="2516372" y="3902295"/>
            <a:ext cx="140610" cy="91060"/>
          </a:xfrm>
          <a:custGeom>
            <a:avLst/>
            <a:gdLst/>
            <a:ahLst/>
            <a:cxnLst/>
            <a:rect l="l" t="t" r="r" b="b"/>
            <a:pathLst>
              <a:path w="6839" h="4429" extrusionOk="0">
                <a:moveTo>
                  <a:pt x="4890" y="0"/>
                </a:moveTo>
                <a:cubicBezTo>
                  <a:pt x="4874" y="0"/>
                  <a:pt x="4858" y="0"/>
                  <a:pt x="4841" y="1"/>
                </a:cubicBezTo>
                <a:lnTo>
                  <a:pt x="1169" y="19"/>
                </a:lnTo>
                <a:cubicBezTo>
                  <a:pt x="508" y="19"/>
                  <a:pt x="1" y="415"/>
                  <a:pt x="38" y="905"/>
                </a:cubicBezTo>
                <a:lnTo>
                  <a:pt x="264" y="3580"/>
                </a:lnTo>
                <a:cubicBezTo>
                  <a:pt x="301" y="4039"/>
                  <a:pt x="876" y="4428"/>
                  <a:pt x="1587" y="4428"/>
                </a:cubicBezTo>
                <a:cubicBezTo>
                  <a:pt x="1604" y="4428"/>
                  <a:pt x="1621" y="4428"/>
                  <a:pt x="1639" y="4427"/>
                </a:cubicBezTo>
                <a:lnTo>
                  <a:pt x="5615" y="4409"/>
                </a:lnTo>
                <a:cubicBezTo>
                  <a:pt x="6349" y="4409"/>
                  <a:pt x="6838" y="4013"/>
                  <a:pt x="6745" y="3543"/>
                </a:cubicBezTo>
                <a:lnTo>
                  <a:pt x="6217" y="848"/>
                </a:lnTo>
                <a:cubicBezTo>
                  <a:pt x="6125" y="389"/>
                  <a:pt x="5548" y="0"/>
                  <a:pt x="489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>
            <a:extLst>
              <a:ext uri="{FF2B5EF4-FFF2-40B4-BE49-F238E27FC236}">
                <a16:creationId xmlns:a16="http://schemas.microsoft.com/office/drawing/2014/main" id="{0DE65B2C-9884-D443-8EA6-63701B5D5D2C}"/>
              </a:ext>
            </a:extLst>
          </p:cNvPr>
          <p:cNvSpPr/>
          <p:nvPr/>
        </p:nvSpPr>
        <p:spPr>
          <a:xfrm>
            <a:off x="2686033" y="3901123"/>
            <a:ext cx="152617" cy="91430"/>
          </a:xfrm>
          <a:custGeom>
            <a:avLst/>
            <a:gdLst/>
            <a:ahLst/>
            <a:cxnLst/>
            <a:rect l="l" t="t" r="r" b="b"/>
            <a:pathLst>
              <a:path w="7423" h="4447" extrusionOk="0">
                <a:moveTo>
                  <a:pt x="4847" y="0"/>
                </a:moveTo>
                <a:cubicBezTo>
                  <a:pt x="4833" y="0"/>
                  <a:pt x="4818" y="0"/>
                  <a:pt x="4803" y="1"/>
                </a:cubicBezTo>
                <a:lnTo>
                  <a:pt x="1111" y="20"/>
                </a:lnTo>
                <a:cubicBezTo>
                  <a:pt x="452" y="20"/>
                  <a:pt x="0" y="415"/>
                  <a:pt x="113" y="905"/>
                </a:cubicBezTo>
                <a:lnTo>
                  <a:pt x="754" y="3580"/>
                </a:lnTo>
                <a:cubicBezTo>
                  <a:pt x="867" y="4070"/>
                  <a:pt x="1545" y="4447"/>
                  <a:pt x="2261" y="4447"/>
                </a:cubicBezTo>
                <a:lnTo>
                  <a:pt x="6255" y="4429"/>
                </a:lnTo>
                <a:cubicBezTo>
                  <a:pt x="6971" y="4429"/>
                  <a:pt x="7423" y="4032"/>
                  <a:pt x="7253" y="3542"/>
                </a:cubicBezTo>
                <a:lnTo>
                  <a:pt x="6311" y="867"/>
                </a:lnTo>
                <a:cubicBezTo>
                  <a:pt x="6146" y="388"/>
                  <a:pt x="5493" y="0"/>
                  <a:pt x="484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6">
            <a:extLst>
              <a:ext uri="{FF2B5EF4-FFF2-40B4-BE49-F238E27FC236}">
                <a16:creationId xmlns:a16="http://schemas.microsoft.com/office/drawing/2014/main" id="{BB3C5798-FA71-80F9-2210-45527384508E}"/>
              </a:ext>
            </a:extLst>
          </p:cNvPr>
          <p:cNvSpPr/>
          <p:nvPr/>
        </p:nvSpPr>
        <p:spPr>
          <a:xfrm>
            <a:off x="2856044" y="3899972"/>
            <a:ext cx="163884" cy="91821"/>
          </a:xfrm>
          <a:custGeom>
            <a:avLst/>
            <a:gdLst/>
            <a:ahLst/>
            <a:cxnLst/>
            <a:rect l="l" t="t" r="r" b="b"/>
            <a:pathLst>
              <a:path w="7971" h="4466" extrusionOk="0">
                <a:moveTo>
                  <a:pt x="4777" y="0"/>
                </a:moveTo>
                <a:cubicBezTo>
                  <a:pt x="4762" y="0"/>
                  <a:pt x="4746" y="0"/>
                  <a:pt x="4730" y="1"/>
                </a:cubicBezTo>
                <a:lnTo>
                  <a:pt x="1038" y="19"/>
                </a:lnTo>
                <a:cubicBezTo>
                  <a:pt x="378" y="19"/>
                  <a:pt x="1" y="415"/>
                  <a:pt x="189" y="905"/>
                </a:cubicBezTo>
                <a:lnTo>
                  <a:pt x="1244" y="3598"/>
                </a:lnTo>
                <a:cubicBezTo>
                  <a:pt x="1433" y="4070"/>
                  <a:pt x="2168" y="4465"/>
                  <a:pt x="2884" y="4465"/>
                </a:cubicBezTo>
                <a:lnTo>
                  <a:pt x="6878" y="4447"/>
                </a:lnTo>
                <a:cubicBezTo>
                  <a:pt x="7594" y="4427"/>
                  <a:pt x="7971" y="4033"/>
                  <a:pt x="7725" y="3561"/>
                </a:cubicBezTo>
                <a:lnTo>
                  <a:pt x="6369" y="868"/>
                </a:lnTo>
                <a:cubicBezTo>
                  <a:pt x="6130" y="389"/>
                  <a:pt x="5424" y="0"/>
                  <a:pt x="477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6">
            <a:extLst>
              <a:ext uri="{FF2B5EF4-FFF2-40B4-BE49-F238E27FC236}">
                <a16:creationId xmlns:a16="http://schemas.microsoft.com/office/drawing/2014/main" id="{1CB7F233-ECC5-BE67-376F-FBF292D9E922}"/>
              </a:ext>
            </a:extLst>
          </p:cNvPr>
          <p:cNvSpPr/>
          <p:nvPr/>
        </p:nvSpPr>
        <p:spPr>
          <a:xfrm>
            <a:off x="3025705" y="3898800"/>
            <a:ext cx="175870" cy="91842"/>
          </a:xfrm>
          <a:custGeom>
            <a:avLst/>
            <a:gdLst/>
            <a:ahLst/>
            <a:cxnLst/>
            <a:rect l="l" t="t" r="r" b="b"/>
            <a:pathLst>
              <a:path w="8554" h="4467" extrusionOk="0">
                <a:moveTo>
                  <a:pt x="4717" y="0"/>
                </a:moveTo>
                <a:cubicBezTo>
                  <a:pt x="4702" y="0"/>
                  <a:pt x="4687" y="0"/>
                  <a:pt x="4673" y="1"/>
                </a:cubicBezTo>
                <a:lnTo>
                  <a:pt x="980" y="20"/>
                </a:lnTo>
                <a:cubicBezTo>
                  <a:pt x="322" y="20"/>
                  <a:pt x="1" y="415"/>
                  <a:pt x="264" y="905"/>
                </a:cubicBezTo>
                <a:lnTo>
                  <a:pt x="1734" y="3600"/>
                </a:lnTo>
                <a:cubicBezTo>
                  <a:pt x="1997" y="4090"/>
                  <a:pt x="2808" y="4466"/>
                  <a:pt x="3524" y="4466"/>
                </a:cubicBezTo>
                <a:lnTo>
                  <a:pt x="7518" y="4447"/>
                </a:lnTo>
                <a:cubicBezTo>
                  <a:pt x="8234" y="4447"/>
                  <a:pt x="8554" y="4052"/>
                  <a:pt x="8234" y="3562"/>
                </a:cubicBezTo>
                <a:lnTo>
                  <a:pt x="6444" y="867"/>
                </a:lnTo>
                <a:cubicBezTo>
                  <a:pt x="6131" y="388"/>
                  <a:pt x="5368" y="0"/>
                  <a:pt x="47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6">
            <a:extLst>
              <a:ext uri="{FF2B5EF4-FFF2-40B4-BE49-F238E27FC236}">
                <a16:creationId xmlns:a16="http://schemas.microsoft.com/office/drawing/2014/main" id="{E336A453-D1FB-E17B-44CE-39F0958644C0}"/>
              </a:ext>
            </a:extLst>
          </p:cNvPr>
          <p:cNvSpPr/>
          <p:nvPr/>
        </p:nvSpPr>
        <p:spPr>
          <a:xfrm>
            <a:off x="1532535" y="4025079"/>
            <a:ext cx="191743" cy="90279"/>
          </a:xfrm>
          <a:custGeom>
            <a:avLst/>
            <a:gdLst/>
            <a:ahLst/>
            <a:cxnLst/>
            <a:rect l="l" t="t" r="r" b="b"/>
            <a:pathLst>
              <a:path w="9326" h="4391" extrusionOk="0">
                <a:moveTo>
                  <a:pt x="8233" y="0"/>
                </a:moveTo>
                <a:lnTo>
                  <a:pt x="4145" y="20"/>
                </a:lnTo>
                <a:cubicBezTo>
                  <a:pt x="3410" y="20"/>
                  <a:pt x="2543" y="415"/>
                  <a:pt x="2204" y="886"/>
                </a:cubicBezTo>
                <a:lnTo>
                  <a:pt x="340" y="3542"/>
                </a:lnTo>
                <a:cubicBezTo>
                  <a:pt x="1" y="4014"/>
                  <a:pt x="358" y="4391"/>
                  <a:pt x="1149" y="4391"/>
                </a:cubicBezTo>
                <a:lnTo>
                  <a:pt x="5557" y="4371"/>
                </a:lnTo>
                <a:cubicBezTo>
                  <a:pt x="6349" y="4371"/>
                  <a:pt x="7215" y="3994"/>
                  <a:pt x="7499" y="3504"/>
                </a:cubicBezTo>
                <a:lnTo>
                  <a:pt x="9043" y="867"/>
                </a:lnTo>
                <a:cubicBezTo>
                  <a:pt x="9325" y="377"/>
                  <a:pt x="8968" y="0"/>
                  <a:pt x="82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">
            <a:extLst>
              <a:ext uri="{FF2B5EF4-FFF2-40B4-BE49-F238E27FC236}">
                <a16:creationId xmlns:a16="http://schemas.microsoft.com/office/drawing/2014/main" id="{2FF4AF32-8703-F75B-014F-8CE8F57B62F5}"/>
              </a:ext>
            </a:extLst>
          </p:cNvPr>
          <p:cNvSpPr/>
          <p:nvPr/>
        </p:nvSpPr>
        <p:spPr>
          <a:xfrm>
            <a:off x="1732399" y="4024298"/>
            <a:ext cx="180126" cy="90279"/>
          </a:xfrm>
          <a:custGeom>
            <a:avLst/>
            <a:gdLst/>
            <a:ahLst/>
            <a:cxnLst/>
            <a:rect l="l" t="t" r="r" b="b"/>
            <a:pathLst>
              <a:path w="8761" h="4391" extrusionOk="0">
                <a:moveTo>
                  <a:pt x="7592" y="1"/>
                </a:moveTo>
                <a:lnTo>
                  <a:pt x="3505" y="20"/>
                </a:lnTo>
                <a:cubicBezTo>
                  <a:pt x="2769" y="20"/>
                  <a:pt x="1978" y="415"/>
                  <a:pt x="1714" y="887"/>
                </a:cubicBezTo>
                <a:lnTo>
                  <a:pt x="264" y="3542"/>
                </a:lnTo>
                <a:cubicBezTo>
                  <a:pt x="1" y="4014"/>
                  <a:pt x="433" y="4391"/>
                  <a:pt x="1224" y="4391"/>
                </a:cubicBezTo>
                <a:lnTo>
                  <a:pt x="5615" y="4391"/>
                </a:lnTo>
                <a:cubicBezTo>
                  <a:pt x="6406" y="4371"/>
                  <a:pt x="7215" y="3995"/>
                  <a:pt x="7423" y="3505"/>
                </a:cubicBezTo>
                <a:lnTo>
                  <a:pt x="8554" y="867"/>
                </a:lnTo>
                <a:cubicBezTo>
                  <a:pt x="8760" y="377"/>
                  <a:pt x="8328" y="1"/>
                  <a:pt x="759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6">
            <a:extLst>
              <a:ext uri="{FF2B5EF4-FFF2-40B4-BE49-F238E27FC236}">
                <a16:creationId xmlns:a16="http://schemas.microsoft.com/office/drawing/2014/main" id="{DC3026A1-FB04-C6DD-0469-28B82A6323D6}"/>
              </a:ext>
            </a:extLst>
          </p:cNvPr>
          <p:cNvSpPr/>
          <p:nvPr/>
        </p:nvSpPr>
        <p:spPr>
          <a:xfrm>
            <a:off x="1932262" y="4023517"/>
            <a:ext cx="168510" cy="90670"/>
          </a:xfrm>
          <a:custGeom>
            <a:avLst/>
            <a:gdLst/>
            <a:ahLst/>
            <a:cxnLst/>
            <a:rect l="l" t="t" r="r" b="b"/>
            <a:pathLst>
              <a:path w="8196" h="4410" extrusionOk="0">
                <a:moveTo>
                  <a:pt x="6971" y="1"/>
                </a:moveTo>
                <a:lnTo>
                  <a:pt x="2882" y="21"/>
                </a:lnTo>
                <a:cubicBezTo>
                  <a:pt x="2148" y="21"/>
                  <a:pt x="1413" y="415"/>
                  <a:pt x="1225" y="887"/>
                </a:cubicBezTo>
                <a:lnTo>
                  <a:pt x="189" y="3543"/>
                </a:lnTo>
                <a:cubicBezTo>
                  <a:pt x="1" y="4014"/>
                  <a:pt x="491" y="4409"/>
                  <a:pt x="1282" y="4409"/>
                </a:cubicBezTo>
                <a:lnTo>
                  <a:pt x="5690" y="4391"/>
                </a:lnTo>
                <a:cubicBezTo>
                  <a:pt x="6482" y="4391"/>
                  <a:pt x="7215" y="3995"/>
                  <a:pt x="7348" y="3525"/>
                </a:cubicBezTo>
                <a:lnTo>
                  <a:pt x="8064" y="849"/>
                </a:lnTo>
                <a:cubicBezTo>
                  <a:pt x="8195" y="378"/>
                  <a:pt x="7705" y="1"/>
                  <a:pt x="69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">
            <a:extLst>
              <a:ext uri="{FF2B5EF4-FFF2-40B4-BE49-F238E27FC236}">
                <a16:creationId xmlns:a16="http://schemas.microsoft.com/office/drawing/2014/main" id="{8507C3B3-C035-542C-A6FE-0CFF9A3AA30C}"/>
              </a:ext>
            </a:extLst>
          </p:cNvPr>
          <p:cNvSpPr/>
          <p:nvPr/>
        </p:nvSpPr>
        <p:spPr>
          <a:xfrm>
            <a:off x="2132496" y="4022386"/>
            <a:ext cx="156914" cy="91019"/>
          </a:xfrm>
          <a:custGeom>
            <a:avLst/>
            <a:gdLst/>
            <a:ahLst/>
            <a:cxnLst/>
            <a:rect l="l" t="t" r="r" b="b"/>
            <a:pathLst>
              <a:path w="7632" h="4427" extrusionOk="0">
                <a:moveTo>
                  <a:pt x="6331" y="0"/>
                </a:moveTo>
                <a:lnTo>
                  <a:pt x="2244" y="18"/>
                </a:lnTo>
                <a:cubicBezTo>
                  <a:pt x="1508" y="38"/>
                  <a:pt x="830" y="415"/>
                  <a:pt x="717" y="904"/>
                </a:cubicBezTo>
                <a:lnTo>
                  <a:pt x="96" y="3560"/>
                </a:lnTo>
                <a:cubicBezTo>
                  <a:pt x="1" y="4050"/>
                  <a:pt x="548" y="4427"/>
                  <a:pt x="1339" y="4427"/>
                </a:cubicBezTo>
                <a:lnTo>
                  <a:pt x="5728" y="4409"/>
                </a:lnTo>
                <a:cubicBezTo>
                  <a:pt x="6519" y="4409"/>
                  <a:pt x="7198" y="4012"/>
                  <a:pt x="7255" y="3542"/>
                </a:cubicBezTo>
                <a:lnTo>
                  <a:pt x="7574" y="867"/>
                </a:lnTo>
                <a:cubicBezTo>
                  <a:pt x="7632" y="395"/>
                  <a:pt x="7066" y="0"/>
                  <a:pt x="633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6">
            <a:extLst>
              <a:ext uri="{FF2B5EF4-FFF2-40B4-BE49-F238E27FC236}">
                <a16:creationId xmlns:a16="http://schemas.microsoft.com/office/drawing/2014/main" id="{87895E28-9C47-49AB-6D4E-C273A0211F72}"/>
              </a:ext>
            </a:extLst>
          </p:cNvPr>
          <p:cNvSpPr/>
          <p:nvPr/>
        </p:nvSpPr>
        <p:spPr>
          <a:xfrm>
            <a:off x="2332381" y="4021605"/>
            <a:ext cx="148382" cy="91019"/>
          </a:xfrm>
          <a:custGeom>
            <a:avLst/>
            <a:gdLst/>
            <a:ahLst/>
            <a:cxnLst/>
            <a:rect l="l" t="t" r="r" b="b"/>
            <a:pathLst>
              <a:path w="7217" h="4427" extrusionOk="0">
                <a:moveTo>
                  <a:pt x="5709" y="0"/>
                </a:moveTo>
                <a:lnTo>
                  <a:pt x="1620" y="19"/>
                </a:lnTo>
                <a:cubicBezTo>
                  <a:pt x="886" y="19"/>
                  <a:pt x="264" y="415"/>
                  <a:pt x="226" y="905"/>
                </a:cubicBezTo>
                <a:lnTo>
                  <a:pt x="38" y="3560"/>
                </a:lnTo>
                <a:cubicBezTo>
                  <a:pt x="0" y="4050"/>
                  <a:pt x="603" y="4427"/>
                  <a:pt x="1394" y="4427"/>
                </a:cubicBezTo>
                <a:lnTo>
                  <a:pt x="5803" y="4427"/>
                </a:lnTo>
                <a:cubicBezTo>
                  <a:pt x="6594" y="4409"/>
                  <a:pt x="7216" y="4032"/>
                  <a:pt x="7197" y="3542"/>
                </a:cubicBezTo>
                <a:lnTo>
                  <a:pt x="7084" y="867"/>
                </a:lnTo>
                <a:cubicBezTo>
                  <a:pt x="7066" y="395"/>
                  <a:pt x="6443" y="0"/>
                  <a:pt x="570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6">
            <a:extLst>
              <a:ext uri="{FF2B5EF4-FFF2-40B4-BE49-F238E27FC236}">
                <a16:creationId xmlns:a16="http://schemas.microsoft.com/office/drawing/2014/main" id="{999760FF-9A3B-DBDE-3943-96A1256070A6}"/>
              </a:ext>
            </a:extLst>
          </p:cNvPr>
          <p:cNvSpPr/>
          <p:nvPr/>
        </p:nvSpPr>
        <p:spPr>
          <a:xfrm>
            <a:off x="2526035" y="4020823"/>
            <a:ext cx="154591" cy="91430"/>
          </a:xfrm>
          <a:custGeom>
            <a:avLst/>
            <a:gdLst/>
            <a:ahLst/>
            <a:cxnLst/>
            <a:rect l="l" t="t" r="r" b="b"/>
            <a:pathLst>
              <a:path w="7519" h="4447" extrusionOk="0">
                <a:moveTo>
                  <a:pt x="5389" y="1"/>
                </a:moveTo>
                <a:lnTo>
                  <a:pt x="1301" y="19"/>
                </a:lnTo>
                <a:cubicBezTo>
                  <a:pt x="566" y="19"/>
                  <a:pt x="1" y="415"/>
                  <a:pt x="38" y="905"/>
                </a:cubicBezTo>
                <a:lnTo>
                  <a:pt x="264" y="3580"/>
                </a:lnTo>
                <a:cubicBezTo>
                  <a:pt x="302" y="4051"/>
                  <a:pt x="980" y="4447"/>
                  <a:pt x="1772" y="4447"/>
                </a:cubicBezTo>
                <a:lnTo>
                  <a:pt x="6162" y="4427"/>
                </a:lnTo>
                <a:cubicBezTo>
                  <a:pt x="6953" y="4427"/>
                  <a:pt x="7518" y="4032"/>
                  <a:pt x="7423" y="3543"/>
                </a:cubicBezTo>
                <a:lnTo>
                  <a:pt x="6896" y="867"/>
                </a:lnTo>
                <a:cubicBezTo>
                  <a:pt x="6803" y="378"/>
                  <a:pt x="6124" y="1"/>
                  <a:pt x="53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6">
            <a:extLst>
              <a:ext uri="{FF2B5EF4-FFF2-40B4-BE49-F238E27FC236}">
                <a16:creationId xmlns:a16="http://schemas.microsoft.com/office/drawing/2014/main" id="{145CAF44-6377-923A-7D8C-737746182951}"/>
              </a:ext>
            </a:extLst>
          </p:cNvPr>
          <p:cNvSpPr/>
          <p:nvPr/>
        </p:nvSpPr>
        <p:spPr>
          <a:xfrm>
            <a:off x="2714283" y="4020063"/>
            <a:ext cx="166207" cy="91430"/>
          </a:xfrm>
          <a:custGeom>
            <a:avLst/>
            <a:gdLst/>
            <a:ahLst/>
            <a:cxnLst/>
            <a:rect l="l" t="t" r="r" b="b"/>
            <a:pathLst>
              <a:path w="8084" h="4447" extrusionOk="0">
                <a:moveTo>
                  <a:pt x="5333" y="0"/>
                </a:moveTo>
                <a:lnTo>
                  <a:pt x="1244" y="18"/>
                </a:lnTo>
                <a:cubicBezTo>
                  <a:pt x="510" y="18"/>
                  <a:pt x="1" y="415"/>
                  <a:pt x="114" y="904"/>
                </a:cubicBezTo>
                <a:lnTo>
                  <a:pt x="754" y="3580"/>
                </a:lnTo>
                <a:cubicBezTo>
                  <a:pt x="867" y="4050"/>
                  <a:pt x="1603" y="4446"/>
                  <a:pt x="2394" y="4446"/>
                </a:cubicBezTo>
                <a:lnTo>
                  <a:pt x="6802" y="4427"/>
                </a:lnTo>
                <a:cubicBezTo>
                  <a:pt x="7594" y="4427"/>
                  <a:pt x="8084" y="4032"/>
                  <a:pt x="7913" y="3560"/>
                </a:cubicBezTo>
                <a:lnTo>
                  <a:pt x="6971" y="867"/>
                </a:lnTo>
                <a:cubicBezTo>
                  <a:pt x="6802" y="377"/>
                  <a:pt x="6067" y="0"/>
                  <a:pt x="533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6">
            <a:extLst>
              <a:ext uri="{FF2B5EF4-FFF2-40B4-BE49-F238E27FC236}">
                <a16:creationId xmlns:a16="http://schemas.microsoft.com/office/drawing/2014/main" id="{C04546A3-5A9E-CF62-8F53-215615893962}"/>
              </a:ext>
            </a:extLst>
          </p:cNvPr>
          <p:cNvSpPr/>
          <p:nvPr/>
        </p:nvSpPr>
        <p:spPr>
          <a:xfrm>
            <a:off x="2902530" y="4019261"/>
            <a:ext cx="177823" cy="91451"/>
          </a:xfrm>
          <a:custGeom>
            <a:avLst/>
            <a:gdLst/>
            <a:ahLst/>
            <a:cxnLst/>
            <a:rect l="l" t="t" r="r" b="b"/>
            <a:pathLst>
              <a:path w="8649" h="4448" extrusionOk="0">
                <a:moveTo>
                  <a:pt x="5328" y="1"/>
                </a:moveTo>
                <a:cubicBezTo>
                  <a:pt x="5311" y="1"/>
                  <a:pt x="5293" y="1"/>
                  <a:pt x="5276" y="1"/>
                </a:cubicBezTo>
                <a:lnTo>
                  <a:pt x="1188" y="20"/>
                </a:lnTo>
                <a:cubicBezTo>
                  <a:pt x="453" y="20"/>
                  <a:pt x="1" y="416"/>
                  <a:pt x="189" y="886"/>
                </a:cubicBezTo>
                <a:lnTo>
                  <a:pt x="1244" y="3581"/>
                </a:lnTo>
                <a:cubicBezTo>
                  <a:pt x="1432" y="4071"/>
                  <a:pt x="2243" y="4448"/>
                  <a:pt x="3034" y="4448"/>
                </a:cubicBezTo>
                <a:lnTo>
                  <a:pt x="7423" y="4448"/>
                </a:lnTo>
                <a:cubicBezTo>
                  <a:pt x="8215" y="4428"/>
                  <a:pt x="8649" y="4033"/>
                  <a:pt x="8403" y="3561"/>
                </a:cubicBezTo>
                <a:lnTo>
                  <a:pt x="7047" y="868"/>
                </a:lnTo>
                <a:cubicBezTo>
                  <a:pt x="6808" y="390"/>
                  <a:pt x="6048" y="1"/>
                  <a:pt x="532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6">
            <a:extLst>
              <a:ext uri="{FF2B5EF4-FFF2-40B4-BE49-F238E27FC236}">
                <a16:creationId xmlns:a16="http://schemas.microsoft.com/office/drawing/2014/main" id="{B1524972-1533-02EA-007C-8570AD6B0AD6}"/>
              </a:ext>
            </a:extLst>
          </p:cNvPr>
          <p:cNvSpPr/>
          <p:nvPr/>
        </p:nvSpPr>
        <p:spPr>
          <a:xfrm>
            <a:off x="3090777" y="4018109"/>
            <a:ext cx="189810" cy="92191"/>
          </a:xfrm>
          <a:custGeom>
            <a:avLst/>
            <a:gdLst/>
            <a:ahLst/>
            <a:cxnLst/>
            <a:rect l="l" t="t" r="r" b="b"/>
            <a:pathLst>
              <a:path w="9232" h="4484" extrusionOk="0">
                <a:moveTo>
                  <a:pt x="5220" y="0"/>
                </a:moveTo>
                <a:lnTo>
                  <a:pt x="1131" y="20"/>
                </a:lnTo>
                <a:cubicBezTo>
                  <a:pt x="397" y="38"/>
                  <a:pt x="1" y="434"/>
                  <a:pt x="284" y="904"/>
                </a:cubicBezTo>
                <a:lnTo>
                  <a:pt x="1753" y="3599"/>
                </a:lnTo>
                <a:cubicBezTo>
                  <a:pt x="2017" y="4089"/>
                  <a:pt x="2864" y="4484"/>
                  <a:pt x="3655" y="4484"/>
                </a:cubicBezTo>
                <a:lnTo>
                  <a:pt x="8046" y="4466"/>
                </a:lnTo>
                <a:cubicBezTo>
                  <a:pt x="8837" y="4466"/>
                  <a:pt x="9232" y="4069"/>
                  <a:pt x="8912" y="3580"/>
                </a:cubicBezTo>
                <a:lnTo>
                  <a:pt x="7122" y="886"/>
                </a:lnTo>
                <a:cubicBezTo>
                  <a:pt x="6802" y="397"/>
                  <a:pt x="5954" y="0"/>
                  <a:pt x="522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">
            <a:extLst>
              <a:ext uri="{FF2B5EF4-FFF2-40B4-BE49-F238E27FC236}">
                <a16:creationId xmlns:a16="http://schemas.microsoft.com/office/drawing/2014/main" id="{D36246C0-BAFC-9529-1812-E72CAD5456AA}"/>
              </a:ext>
            </a:extLst>
          </p:cNvPr>
          <p:cNvSpPr/>
          <p:nvPr/>
        </p:nvSpPr>
        <p:spPr>
          <a:xfrm>
            <a:off x="1445360" y="4148254"/>
            <a:ext cx="414099" cy="90649"/>
          </a:xfrm>
          <a:custGeom>
            <a:avLst/>
            <a:gdLst/>
            <a:ahLst/>
            <a:cxnLst/>
            <a:rect l="l" t="t" r="r" b="b"/>
            <a:pathLst>
              <a:path w="20141" h="4409" extrusionOk="0">
                <a:moveTo>
                  <a:pt x="18840" y="0"/>
                </a:moveTo>
                <a:lnTo>
                  <a:pt x="4278" y="38"/>
                </a:lnTo>
                <a:cubicBezTo>
                  <a:pt x="3467" y="38"/>
                  <a:pt x="2525" y="434"/>
                  <a:pt x="2206" y="905"/>
                </a:cubicBezTo>
                <a:lnTo>
                  <a:pt x="340" y="3562"/>
                </a:lnTo>
                <a:cubicBezTo>
                  <a:pt x="1" y="4032"/>
                  <a:pt x="435" y="4409"/>
                  <a:pt x="1302" y="4409"/>
                </a:cubicBezTo>
                <a:lnTo>
                  <a:pt x="16843" y="4391"/>
                </a:lnTo>
                <a:cubicBezTo>
                  <a:pt x="17710" y="4391"/>
                  <a:pt x="18596" y="3994"/>
                  <a:pt x="18785" y="3524"/>
                </a:cubicBezTo>
                <a:lnTo>
                  <a:pt x="19933" y="867"/>
                </a:lnTo>
                <a:cubicBezTo>
                  <a:pt x="20141" y="377"/>
                  <a:pt x="19651" y="0"/>
                  <a:pt x="188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">
            <a:extLst>
              <a:ext uri="{FF2B5EF4-FFF2-40B4-BE49-F238E27FC236}">
                <a16:creationId xmlns:a16="http://schemas.microsoft.com/office/drawing/2014/main" id="{4DE27115-1F16-D55E-DB5B-7D71F198CB73}"/>
              </a:ext>
            </a:extLst>
          </p:cNvPr>
          <p:cNvSpPr/>
          <p:nvPr/>
        </p:nvSpPr>
        <p:spPr>
          <a:xfrm>
            <a:off x="1884234" y="4147884"/>
            <a:ext cx="182840" cy="90238"/>
          </a:xfrm>
          <a:custGeom>
            <a:avLst/>
            <a:gdLst/>
            <a:ahLst/>
            <a:cxnLst/>
            <a:rect l="l" t="t" r="r" b="b"/>
            <a:pathLst>
              <a:path w="8893" h="4389" extrusionOk="0">
                <a:moveTo>
                  <a:pt x="3015" y="0"/>
                </a:moveTo>
                <a:cubicBezTo>
                  <a:pt x="2204" y="0"/>
                  <a:pt x="1395" y="395"/>
                  <a:pt x="1206" y="867"/>
                </a:cubicBezTo>
                <a:lnTo>
                  <a:pt x="189" y="3542"/>
                </a:lnTo>
                <a:cubicBezTo>
                  <a:pt x="1" y="4012"/>
                  <a:pt x="546" y="4389"/>
                  <a:pt x="1413" y="4389"/>
                </a:cubicBezTo>
                <a:lnTo>
                  <a:pt x="6236" y="4389"/>
                </a:lnTo>
                <a:cubicBezTo>
                  <a:pt x="7102" y="4389"/>
                  <a:pt x="7913" y="3994"/>
                  <a:pt x="8044" y="3522"/>
                </a:cubicBezTo>
                <a:lnTo>
                  <a:pt x="8760" y="847"/>
                </a:lnTo>
                <a:cubicBezTo>
                  <a:pt x="8893" y="377"/>
                  <a:pt x="8346" y="0"/>
                  <a:pt x="753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>
            <a:extLst>
              <a:ext uri="{FF2B5EF4-FFF2-40B4-BE49-F238E27FC236}">
                <a16:creationId xmlns:a16="http://schemas.microsoft.com/office/drawing/2014/main" id="{CF77B79D-FCE6-A774-E7AB-0128FC5CF878}"/>
              </a:ext>
            </a:extLst>
          </p:cNvPr>
          <p:cNvSpPr/>
          <p:nvPr/>
        </p:nvSpPr>
        <p:spPr>
          <a:xfrm>
            <a:off x="1837357" y="4267543"/>
            <a:ext cx="1130677" cy="91430"/>
          </a:xfrm>
          <a:custGeom>
            <a:avLst/>
            <a:gdLst/>
            <a:ahLst/>
            <a:cxnLst/>
            <a:rect l="l" t="t" r="r" b="b"/>
            <a:pathLst>
              <a:path w="54994" h="4447" extrusionOk="0">
                <a:moveTo>
                  <a:pt x="51959" y="1"/>
                </a:moveTo>
                <a:lnTo>
                  <a:pt x="3147" y="58"/>
                </a:lnTo>
                <a:cubicBezTo>
                  <a:pt x="2261" y="58"/>
                  <a:pt x="1394" y="453"/>
                  <a:pt x="1206" y="925"/>
                </a:cubicBezTo>
                <a:lnTo>
                  <a:pt x="189" y="3580"/>
                </a:lnTo>
                <a:cubicBezTo>
                  <a:pt x="0" y="4070"/>
                  <a:pt x="603" y="4447"/>
                  <a:pt x="1545" y="4447"/>
                </a:cubicBezTo>
                <a:lnTo>
                  <a:pt x="53411" y="4429"/>
                </a:lnTo>
                <a:cubicBezTo>
                  <a:pt x="54353" y="4429"/>
                  <a:pt x="54993" y="4052"/>
                  <a:pt x="54823" y="3562"/>
                </a:cubicBezTo>
                <a:lnTo>
                  <a:pt x="53863" y="867"/>
                </a:lnTo>
                <a:cubicBezTo>
                  <a:pt x="53693" y="397"/>
                  <a:pt x="52846" y="1"/>
                  <a:pt x="5195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6">
            <a:extLst>
              <a:ext uri="{FF2B5EF4-FFF2-40B4-BE49-F238E27FC236}">
                <a16:creationId xmlns:a16="http://schemas.microsoft.com/office/drawing/2014/main" id="{D32040BE-087F-3510-1766-CCC7DEB01E9A}"/>
              </a:ext>
            </a:extLst>
          </p:cNvPr>
          <p:cNvSpPr/>
          <p:nvPr/>
        </p:nvSpPr>
        <p:spPr>
          <a:xfrm>
            <a:off x="2103466" y="4147103"/>
            <a:ext cx="171594" cy="90649"/>
          </a:xfrm>
          <a:custGeom>
            <a:avLst/>
            <a:gdLst/>
            <a:ahLst/>
            <a:cxnLst/>
            <a:rect l="l" t="t" r="r" b="b"/>
            <a:pathLst>
              <a:path w="8346" h="4409" extrusionOk="0">
                <a:moveTo>
                  <a:pt x="6914" y="0"/>
                </a:moveTo>
                <a:lnTo>
                  <a:pt x="2412" y="19"/>
                </a:lnTo>
                <a:cubicBezTo>
                  <a:pt x="1583" y="19"/>
                  <a:pt x="848" y="415"/>
                  <a:pt x="735" y="885"/>
                </a:cubicBezTo>
                <a:lnTo>
                  <a:pt x="114" y="3542"/>
                </a:lnTo>
                <a:cubicBezTo>
                  <a:pt x="1" y="4032"/>
                  <a:pt x="622" y="4409"/>
                  <a:pt x="1488" y="4409"/>
                </a:cubicBezTo>
                <a:lnTo>
                  <a:pt x="6311" y="4409"/>
                </a:lnTo>
                <a:cubicBezTo>
                  <a:pt x="7178" y="4409"/>
                  <a:pt x="7931" y="4013"/>
                  <a:pt x="7989" y="3542"/>
                </a:cubicBezTo>
                <a:lnTo>
                  <a:pt x="8290" y="867"/>
                </a:lnTo>
                <a:cubicBezTo>
                  <a:pt x="8346" y="395"/>
                  <a:pt x="7725" y="0"/>
                  <a:pt x="691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">
            <a:extLst>
              <a:ext uri="{FF2B5EF4-FFF2-40B4-BE49-F238E27FC236}">
                <a16:creationId xmlns:a16="http://schemas.microsoft.com/office/drawing/2014/main" id="{C57FF082-2AEC-0E71-1AC4-07E9D6A8D506}"/>
              </a:ext>
            </a:extLst>
          </p:cNvPr>
          <p:cNvSpPr/>
          <p:nvPr/>
        </p:nvSpPr>
        <p:spPr>
          <a:xfrm>
            <a:off x="2323087" y="4146692"/>
            <a:ext cx="162691" cy="90670"/>
          </a:xfrm>
          <a:custGeom>
            <a:avLst/>
            <a:gdLst/>
            <a:ahLst/>
            <a:cxnLst/>
            <a:rect l="l" t="t" r="r" b="b"/>
            <a:pathLst>
              <a:path w="7913" h="4410" extrusionOk="0">
                <a:moveTo>
                  <a:pt x="1771" y="1"/>
                </a:moveTo>
                <a:cubicBezTo>
                  <a:pt x="961" y="20"/>
                  <a:pt x="264" y="397"/>
                  <a:pt x="226" y="887"/>
                </a:cubicBezTo>
                <a:lnTo>
                  <a:pt x="38" y="3543"/>
                </a:lnTo>
                <a:cubicBezTo>
                  <a:pt x="1" y="4021"/>
                  <a:pt x="646" y="4410"/>
                  <a:pt x="1483" y="4410"/>
                </a:cubicBezTo>
                <a:cubicBezTo>
                  <a:pt x="1504" y="4410"/>
                  <a:pt x="1524" y="4410"/>
                  <a:pt x="1545" y="4409"/>
                </a:cubicBezTo>
                <a:lnTo>
                  <a:pt x="6368" y="4409"/>
                </a:lnTo>
                <a:cubicBezTo>
                  <a:pt x="7234" y="4409"/>
                  <a:pt x="7912" y="4014"/>
                  <a:pt x="7894" y="3543"/>
                </a:cubicBezTo>
                <a:lnTo>
                  <a:pt x="7781" y="867"/>
                </a:lnTo>
                <a:cubicBezTo>
                  <a:pt x="7762" y="378"/>
                  <a:pt x="7084" y="1"/>
                  <a:pt x="627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>
            <a:extLst>
              <a:ext uri="{FF2B5EF4-FFF2-40B4-BE49-F238E27FC236}">
                <a16:creationId xmlns:a16="http://schemas.microsoft.com/office/drawing/2014/main" id="{1A25C83B-94B3-D011-20A2-FC9ADD64D613}"/>
              </a:ext>
            </a:extLst>
          </p:cNvPr>
          <p:cNvSpPr/>
          <p:nvPr/>
        </p:nvSpPr>
        <p:spPr>
          <a:xfrm>
            <a:off x="2536521" y="4145931"/>
            <a:ext cx="168900" cy="91060"/>
          </a:xfrm>
          <a:custGeom>
            <a:avLst/>
            <a:gdLst/>
            <a:ahLst/>
            <a:cxnLst/>
            <a:rect l="l" t="t" r="r" b="b"/>
            <a:pathLst>
              <a:path w="8215" h="4429" extrusionOk="0">
                <a:moveTo>
                  <a:pt x="5953" y="0"/>
                </a:moveTo>
                <a:lnTo>
                  <a:pt x="1432" y="20"/>
                </a:lnTo>
                <a:cubicBezTo>
                  <a:pt x="621" y="20"/>
                  <a:pt x="0" y="415"/>
                  <a:pt x="38" y="886"/>
                </a:cubicBezTo>
                <a:lnTo>
                  <a:pt x="244" y="3562"/>
                </a:lnTo>
                <a:cubicBezTo>
                  <a:pt x="300" y="4041"/>
                  <a:pt x="1003" y="4429"/>
                  <a:pt x="1845" y="4429"/>
                </a:cubicBezTo>
                <a:cubicBezTo>
                  <a:pt x="1864" y="4429"/>
                  <a:pt x="1883" y="4429"/>
                  <a:pt x="1902" y="4428"/>
                </a:cubicBezTo>
                <a:lnTo>
                  <a:pt x="6725" y="4428"/>
                </a:lnTo>
                <a:cubicBezTo>
                  <a:pt x="7592" y="4428"/>
                  <a:pt x="8214" y="4032"/>
                  <a:pt x="8119" y="3562"/>
                </a:cubicBezTo>
                <a:lnTo>
                  <a:pt x="7592" y="867"/>
                </a:lnTo>
                <a:cubicBezTo>
                  <a:pt x="7498" y="397"/>
                  <a:pt x="6763" y="0"/>
                  <a:pt x="595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6">
            <a:extLst>
              <a:ext uri="{FF2B5EF4-FFF2-40B4-BE49-F238E27FC236}">
                <a16:creationId xmlns:a16="http://schemas.microsoft.com/office/drawing/2014/main" id="{A02BEC24-FE60-BBFE-0EC9-F080D0CACFE1}"/>
              </a:ext>
            </a:extLst>
          </p:cNvPr>
          <p:cNvSpPr/>
          <p:nvPr/>
        </p:nvSpPr>
        <p:spPr>
          <a:xfrm>
            <a:off x="2744136" y="4145561"/>
            <a:ext cx="180517" cy="91430"/>
          </a:xfrm>
          <a:custGeom>
            <a:avLst/>
            <a:gdLst/>
            <a:ahLst/>
            <a:cxnLst/>
            <a:rect l="l" t="t" r="r" b="b"/>
            <a:pathLst>
              <a:path w="8780" h="4447" extrusionOk="0">
                <a:moveTo>
                  <a:pt x="1375" y="0"/>
                </a:moveTo>
                <a:cubicBezTo>
                  <a:pt x="565" y="18"/>
                  <a:pt x="0" y="395"/>
                  <a:pt x="113" y="885"/>
                </a:cubicBezTo>
                <a:lnTo>
                  <a:pt x="754" y="3560"/>
                </a:lnTo>
                <a:cubicBezTo>
                  <a:pt x="867" y="4050"/>
                  <a:pt x="1658" y="4446"/>
                  <a:pt x="2525" y="4446"/>
                </a:cubicBezTo>
                <a:lnTo>
                  <a:pt x="7347" y="4427"/>
                </a:lnTo>
                <a:cubicBezTo>
                  <a:pt x="8214" y="4427"/>
                  <a:pt x="8779" y="4032"/>
                  <a:pt x="8609" y="3560"/>
                </a:cubicBezTo>
                <a:lnTo>
                  <a:pt x="7667" y="867"/>
                </a:lnTo>
                <a:cubicBezTo>
                  <a:pt x="7498" y="377"/>
                  <a:pt x="6707" y="0"/>
                  <a:pt x="589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>
            <a:extLst>
              <a:ext uri="{FF2B5EF4-FFF2-40B4-BE49-F238E27FC236}">
                <a16:creationId xmlns:a16="http://schemas.microsoft.com/office/drawing/2014/main" id="{B82854B6-930D-E886-97B3-C8949A81669E}"/>
              </a:ext>
            </a:extLst>
          </p:cNvPr>
          <p:cNvSpPr/>
          <p:nvPr/>
        </p:nvSpPr>
        <p:spPr>
          <a:xfrm>
            <a:off x="2952121" y="4144368"/>
            <a:ext cx="411776" cy="92212"/>
          </a:xfrm>
          <a:custGeom>
            <a:avLst/>
            <a:gdLst/>
            <a:ahLst/>
            <a:cxnLst/>
            <a:rect l="l" t="t" r="r" b="b"/>
            <a:pathLst>
              <a:path w="20028" h="4485" extrusionOk="0">
                <a:moveTo>
                  <a:pt x="15863" y="1"/>
                </a:moveTo>
                <a:lnTo>
                  <a:pt x="1301" y="39"/>
                </a:lnTo>
                <a:cubicBezTo>
                  <a:pt x="490" y="39"/>
                  <a:pt x="0" y="435"/>
                  <a:pt x="188" y="925"/>
                </a:cubicBezTo>
                <a:lnTo>
                  <a:pt x="1243" y="3600"/>
                </a:lnTo>
                <a:cubicBezTo>
                  <a:pt x="1432" y="4090"/>
                  <a:pt x="2280" y="4485"/>
                  <a:pt x="3147" y="4485"/>
                </a:cubicBezTo>
                <a:lnTo>
                  <a:pt x="18708" y="4447"/>
                </a:lnTo>
                <a:cubicBezTo>
                  <a:pt x="19575" y="4447"/>
                  <a:pt x="20027" y="4052"/>
                  <a:pt x="19706" y="3562"/>
                </a:cubicBezTo>
                <a:lnTo>
                  <a:pt x="17917" y="867"/>
                </a:lnTo>
                <a:cubicBezTo>
                  <a:pt x="17596" y="378"/>
                  <a:pt x="16674" y="1"/>
                  <a:pt x="1586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>
            <a:extLst>
              <a:ext uri="{FF2B5EF4-FFF2-40B4-BE49-F238E27FC236}">
                <a16:creationId xmlns:a16="http://schemas.microsoft.com/office/drawing/2014/main" id="{6C5F6518-6417-B8A7-7936-A607E94C8347}"/>
              </a:ext>
            </a:extLst>
          </p:cNvPr>
          <p:cNvSpPr/>
          <p:nvPr/>
        </p:nvSpPr>
        <p:spPr>
          <a:xfrm>
            <a:off x="1360550" y="4269497"/>
            <a:ext cx="220403" cy="89888"/>
          </a:xfrm>
          <a:custGeom>
            <a:avLst/>
            <a:gdLst/>
            <a:ahLst/>
            <a:cxnLst/>
            <a:rect l="l" t="t" r="r" b="b"/>
            <a:pathLst>
              <a:path w="10720" h="4372" extrusionOk="0">
                <a:moveTo>
                  <a:pt x="4409" y="1"/>
                </a:moveTo>
                <a:cubicBezTo>
                  <a:pt x="3523" y="1"/>
                  <a:pt x="2525" y="378"/>
                  <a:pt x="2186" y="867"/>
                </a:cubicBezTo>
                <a:lnTo>
                  <a:pt x="320" y="3505"/>
                </a:lnTo>
                <a:cubicBezTo>
                  <a:pt x="1" y="3975"/>
                  <a:pt x="491" y="4371"/>
                  <a:pt x="1433" y="4371"/>
                </a:cubicBezTo>
                <a:lnTo>
                  <a:pt x="6670" y="4371"/>
                </a:lnTo>
                <a:cubicBezTo>
                  <a:pt x="7612" y="4371"/>
                  <a:pt x="8592" y="3975"/>
                  <a:pt x="8873" y="3505"/>
                </a:cubicBezTo>
                <a:lnTo>
                  <a:pt x="10438" y="848"/>
                </a:lnTo>
                <a:cubicBezTo>
                  <a:pt x="10720" y="378"/>
                  <a:pt x="10212" y="1"/>
                  <a:pt x="932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6">
            <a:extLst>
              <a:ext uri="{FF2B5EF4-FFF2-40B4-BE49-F238E27FC236}">
                <a16:creationId xmlns:a16="http://schemas.microsoft.com/office/drawing/2014/main" id="{C9C55294-9D47-8039-E808-0B31D33D15A0}"/>
              </a:ext>
            </a:extLst>
          </p:cNvPr>
          <p:cNvSpPr/>
          <p:nvPr/>
        </p:nvSpPr>
        <p:spPr>
          <a:xfrm>
            <a:off x="1598759" y="4269106"/>
            <a:ext cx="208807" cy="90279"/>
          </a:xfrm>
          <a:custGeom>
            <a:avLst/>
            <a:gdLst/>
            <a:ahLst/>
            <a:cxnLst/>
            <a:rect l="l" t="t" r="r" b="b"/>
            <a:pathLst>
              <a:path w="10156" h="4391" extrusionOk="0">
                <a:moveTo>
                  <a:pt x="3788" y="0"/>
                </a:moveTo>
                <a:cubicBezTo>
                  <a:pt x="2902" y="0"/>
                  <a:pt x="1979" y="397"/>
                  <a:pt x="1715" y="867"/>
                </a:cubicBezTo>
                <a:lnTo>
                  <a:pt x="264" y="3524"/>
                </a:lnTo>
                <a:cubicBezTo>
                  <a:pt x="0" y="3994"/>
                  <a:pt x="547" y="4390"/>
                  <a:pt x="1489" y="4390"/>
                </a:cubicBezTo>
                <a:lnTo>
                  <a:pt x="6727" y="4371"/>
                </a:lnTo>
                <a:cubicBezTo>
                  <a:pt x="7669" y="4371"/>
                  <a:pt x="8611" y="3994"/>
                  <a:pt x="8817" y="3524"/>
                </a:cubicBezTo>
                <a:lnTo>
                  <a:pt x="9948" y="867"/>
                </a:lnTo>
                <a:cubicBezTo>
                  <a:pt x="10155" y="377"/>
                  <a:pt x="9608" y="0"/>
                  <a:pt x="87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">
            <a:extLst>
              <a:ext uri="{FF2B5EF4-FFF2-40B4-BE49-F238E27FC236}">
                <a16:creationId xmlns:a16="http://schemas.microsoft.com/office/drawing/2014/main" id="{805FA215-7CF6-9733-6ACB-ECAB6D840BAF}"/>
              </a:ext>
            </a:extLst>
          </p:cNvPr>
          <p:cNvSpPr/>
          <p:nvPr/>
        </p:nvSpPr>
        <p:spPr>
          <a:xfrm>
            <a:off x="2999779" y="4267173"/>
            <a:ext cx="206443" cy="91430"/>
          </a:xfrm>
          <a:custGeom>
            <a:avLst/>
            <a:gdLst/>
            <a:ahLst/>
            <a:cxnLst/>
            <a:rect l="l" t="t" r="r" b="b"/>
            <a:pathLst>
              <a:path w="10041" h="4447" extrusionOk="0">
                <a:moveTo>
                  <a:pt x="6386" y="1"/>
                </a:moveTo>
                <a:lnTo>
                  <a:pt x="1450" y="19"/>
                </a:lnTo>
                <a:cubicBezTo>
                  <a:pt x="565" y="19"/>
                  <a:pt x="0" y="415"/>
                  <a:pt x="188" y="885"/>
                </a:cubicBezTo>
                <a:lnTo>
                  <a:pt x="1243" y="3580"/>
                </a:lnTo>
                <a:cubicBezTo>
                  <a:pt x="1450" y="4070"/>
                  <a:pt x="2354" y="4447"/>
                  <a:pt x="3296" y="4447"/>
                </a:cubicBezTo>
                <a:lnTo>
                  <a:pt x="8533" y="4447"/>
                </a:lnTo>
                <a:cubicBezTo>
                  <a:pt x="9475" y="4447"/>
                  <a:pt x="10041" y="4050"/>
                  <a:pt x="9796" y="3580"/>
                </a:cubicBezTo>
                <a:lnTo>
                  <a:pt x="8440" y="885"/>
                </a:lnTo>
                <a:cubicBezTo>
                  <a:pt x="8194" y="396"/>
                  <a:pt x="7272" y="1"/>
                  <a:pt x="63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AD7FA450-A262-E0F3-D44F-B3B8F7875190}"/>
              </a:ext>
            </a:extLst>
          </p:cNvPr>
          <p:cNvSpPr/>
          <p:nvPr/>
        </p:nvSpPr>
        <p:spPr>
          <a:xfrm>
            <a:off x="3226741" y="4267173"/>
            <a:ext cx="218080" cy="91430"/>
          </a:xfrm>
          <a:custGeom>
            <a:avLst/>
            <a:gdLst/>
            <a:ahLst/>
            <a:cxnLst/>
            <a:rect l="l" t="t" r="r" b="b"/>
            <a:pathLst>
              <a:path w="10607" h="4447" extrusionOk="0">
                <a:moveTo>
                  <a:pt x="1395" y="1"/>
                </a:moveTo>
                <a:cubicBezTo>
                  <a:pt x="509" y="1"/>
                  <a:pt x="1" y="396"/>
                  <a:pt x="265" y="885"/>
                </a:cubicBezTo>
                <a:lnTo>
                  <a:pt x="1734" y="3580"/>
                </a:lnTo>
                <a:cubicBezTo>
                  <a:pt x="1998" y="4050"/>
                  <a:pt x="2978" y="4447"/>
                  <a:pt x="3919" y="4447"/>
                </a:cubicBezTo>
                <a:lnTo>
                  <a:pt x="9157" y="4447"/>
                </a:lnTo>
                <a:cubicBezTo>
                  <a:pt x="10099" y="4447"/>
                  <a:pt x="10607" y="4050"/>
                  <a:pt x="10287" y="3561"/>
                </a:cubicBezTo>
                <a:lnTo>
                  <a:pt x="8497" y="867"/>
                </a:lnTo>
                <a:cubicBezTo>
                  <a:pt x="8177" y="377"/>
                  <a:pt x="7198" y="1"/>
                  <a:pt x="631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16">
            <a:extLst>
              <a:ext uri="{FF2B5EF4-FFF2-40B4-BE49-F238E27FC236}">
                <a16:creationId xmlns:a16="http://schemas.microsoft.com/office/drawing/2014/main" id="{58AF081E-1E40-1A37-4F31-146FEBDE4933}"/>
              </a:ext>
            </a:extLst>
          </p:cNvPr>
          <p:cNvGrpSpPr/>
          <p:nvPr/>
        </p:nvGrpSpPr>
        <p:grpSpPr>
          <a:xfrm>
            <a:off x="5987864" y="1260853"/>
            <a:ext cx="1858626" cy="869563"/>
            <a:chOff x="7405300" y="1296675"/>
            <a:chExt cx="2268000" cy="869563"/>
          </a:xfrm>
        </p:grpSpPr>
        <p:sp>
          <p:nvSpPr>
            <p:cNvPr id="186" name="Google Shape;186;p16">
              <a:extLst>
                <a:ext uri="{FF2B5EF4-FFF2-40B4-BE49-F238E27FC236}">
                  <a16:creationId xmlns:a16="http://schemas.microsoft.com/office/drawing/2014/main" id="{5790EDE6-7331-CC89-BED8-3EEF4BFC0219}"/>
                </a:ext>
              </a:extLst>
            </p:cNvPr>
            <p:cNvSpPr txBox="1"/>
            <p:nvPr/>
          </p:nvSpPr>
          <p:spPr>
            <a:xfrm>
              <a:off x="7405301" y="1296675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Module 1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7" name="Google Shape;187;p16">
              <a:extLst>
                <a:ext uri="{FF2B5EF4-FFF2-40B4-BE49-F238E27FC236}">
                  <a16:creationId xmlns:a16="http://schemas.microsoft.com/office/drawing/2014/main" id="{F04E8E0F-C7FC-B2AE-D3FA-9930692BB968}"/>
                </a:ext>
              </a:extLst>
            </p:cNvPr>
            <p:cNvSpPr txBox="1"/>
            <p:nvPr/>
          </p:nvSpPr>
          <p:spPr>
            <a:xfrm>
              <a:off x="7405300" y="1593538"/>
              <a:ext cx="22680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Malware Collector implemented with the most popular APIs, in a secure environment, to be completed with advanced malware capture systems.</a:t>
              </a:r>
              <a:endParaRPr sz="9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E7FEB9BC-1462-C36A-72E1-DAB7FE71D0EB}"/>
              </a:ext>
            </a:extLst>
          </p:cNvPr>
          <p:cNvGrpSpPr/>
          <p:nvPr/>
        </p:nvGrpSpPr>
        <p:grpSpPr>
          <a:xfrm>
            <a:off x="5987947" y="3638362"/>
            <a:ext cx="1858728" cy="796626"/>
            <a:chOff x="7405217" y="3986337"/>
            <a:chExt cx="2078185" cy="796626"/>
          </a:xfrm>
        </p:grpSpPr>
        <p:sp>
          <p:nvSpPr>
            <p:cNvPr id="189" name="Google Shape;189;p16">
              <a:extLst>
                <a:ext uri="{FF2B5EF4-FFF2-40B4-BE49-F238E27FC236}">
                  <a16:creationId xmlns:a16="http://schemas.microsoft.com/office/drawing/2014/main" id="{9699C5D8-895A-2868-665D-6CF757A51C00}"/>
                </a:ext>
              </a:extLst>
            </p:cNvPr>
            <p:cNvSpPr txBox="1"/>
            <p:nvPr/>
          </p:nvSpPr>
          <p:spPr>
            <a:xfrm>
              <a:off x="7405217" y="3986337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Module 3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0" name="Google Shape;190;p16">
              <a:extLst>
                <a:ext uri="{FF2B5EF4-FFF2-40B4-BE49-F238E27FC236}">
                  <a16:creationId xmlns:a16="http://schemas.microsoft.com/office/drawing/2014/main" id="{773745AE-409E-FDD3-0D73-742D657BF4EC}"/>
                </a:ext>
              </a:extLst>
            </p:cNvPr>
            <p:cNvSpPr txBox="1"/>
            <p:nvPr/>
          </p:nvSpPr>
          <p:spPr>
            <a:xfrm>
              <a:off x="7405302" y="4296863"/>
              <a:ext cx="2078100" cy="48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lvl="0"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String and Signature Extractor with weighted scoring system and use of YARA Rules Datasets.</a:t>
              </a:r>
              <a:endParaRPr lang="it-IT" sz="900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91" name="Google Shape;191;p16">
            <a:extLst>
              <a:ext uri="{FF2B5EF4-FFF2-40B4-BE49-F238E27FC236}">
                <a16:creationId xmlns:a16="http://schemas.microsoft.com/office/drawing/2014/main" id="{D817F3AE-BEA4-C408-A745-E489A1C1091B}"/>
              </a:ext>
            </a:extLst>
          </p:cNvPr>
          <p:cNvGrpSpPr/>
          <p:nvPr/>
        </p:nvGrpSpPr>
        <p:grpSpPr>
          <a:xfrm>
            <a:off x="5987864" y="2463551"/>
            <a:ext cx="1858627" cy="816174"/>
            <a:chOff x="7405301" y="2651772"/>
            <a:chExt cx="2268001" cy="742465"/>
          </a:xfrm>
        </p:grpSpPr>
        <p:sp>
          <p:nvSpPr>
            <p:cNvPr id="192" name="Google Shape;192;p16">
              <a:extLst>
                <a:ext uri="{FF2B5EF4-FFF2-40B4-BE49-F238E27FC236}">
                  <a16:creationId xmlns:a16="http://schemas.microsoft.com/office/drawing/2014/main" id="{5139A0B8-713A-2A9A-DF25-8F57CE9FDB23}"/>
                </a:ext>
              </a:extLst>
            </p:cNvPr>
            <p:cNvSpPr txBox="1"/>
            <p:nvPr/>
          </p:nvSpPr>
          <p:spPr>
            <a:xfrm>
              <a:off x="7405301" y="2651772"/>
              <a:ext cx="12960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Module 2</a:t>
              </a:r>
              <a:endParaRPr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9141EC57-1597-6616-EFF2-A670FE058E16}"/>
                </a:ext>
              </a:extLst>
            </p:cNvPr>
            <p:cNvSpPr txBox="1"/>
            <p:nvPr/>
          </p:nvSpPr>
          <p:spPr>
            <a:xfrm>
              <a:off x="7405302" y="2952038"/>
              <a:ext cx="2268000" cy="442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Disassembler Module with </a:t>
              </a:r>
              <a:r>
                <a:rPr lang="en-US" sz="900" dirty="0" err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Ghidra</a:t>
              </a:r>
              <a:r>
                <a:rPr lang="en-US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 (headless mode) and radare2, full use of basic tools.</a:t>
              </a:r>
              <a:endParaRPr lang="it-IT" sz="900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cxnSp>
        <p:nvCxnSpPr>
          <p:cNvPr id="194" name="Google Shape;194;p16">
            <a:extLst>
              <a:ext uri="{FF2B5EF4-FFF2-40B4-BE49-F238E27FC236}">
                <a16:creationId xmlns:a16="http://schemas.microsoft.com/office/drawing/2014/main" id="{617F5BEE-A95F-F0FE-FE41-A9DF684BA8A0}"/>
              </a:ext>
            </a:extLst>
          </p:cNvPr>
          <p:cNvCxnSpPr/>
          <p:nvPr/>
        </p:nvCxnSpPr>
        <p:spPr>
          <a:xfrm>
            <a:off x="4011050" y="2953550"/>
            <a:ext cx="1125000" cy="97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95" name="Google Shape;195;p16">
            <a:extLst>
              <a:ext uri="{FF2B5EF4-FFF2-40B4-BE49-F238E27FC236}">
                <a16:creationId xmlns:a16="http://schemas.microsoft.com/office/drawing/2014/main" id="{2E339B32-6E8B-D897-DE63-0CFCCE1E712A}"/>
              </a:ext>
            </a:extLst>
          </p:cNvPr>
          <p:cNvCxnSpPr/>
          <p:nvPr/>
        </p:nvCxnSpPr>
        <p:spPr>
          <a:xfrm rot="10800000" flipH="1">
            <a:off x="4011050" y="1498700"/>
            <a:ext cx="1125000" cy="978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335E7491-6F09-72BA-726B-3B4BD2D68840}"/>
              </a:ext>
            </a:extLst>
          </p:cNvPr>
          <p:cNvSpPr/>
          <p:nvPr/>
        </p:nvSpPr>
        <p:spPr>
          <a:xfrm>
            <a:off x="5322720" y="128713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">
            <a:extLst>
              <a:ext uri="{FF2B5EF4-FFF2-40B4-BE49-F238E27FC236}">
                <a16:creationId xmlns:a16="http://schemas.microsoft.com/office/drawing/2014/main" id="{095F995C-CC38-CE36-4790-AAB1BC638AA4}"/>
              </a:ext>
            </a:extLst>
          </p:cNvPr>
          <p:cNvSpPr/>
          <p:nvPr/>
        </p:nvSpPr>
        <p:spPr>
          <a:xfrm>
            <a:off x="5324007" y="247758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6">
            <a:extLst>
              <a:ext uri="{FF2B5EF4-FFF2-40B4-BE49-F238E27FC236}">
                <a16:creationId xmlns:a16="http://schemas.microsoft.com/office/drawing/2014/main" id="{FBF05E2F-E116-0EB3-07C5-619D8A95C9AE}"/>
              </a:ext>
            </a:extLst>
          </p:cNvPr>
          <p:cNvSpPr/>
          <p:nvPr/>
        </p:nvSpPr>
        <p:spPr>
          <a:xfrm>
            <a:off x="5324007" y="3668038"/>
            <a:ext cx="475964" cy="475964"/>
          </a:xfrm>
          <a:custGeom>
            <a:avLst/>
            <a:gdLst/>
            <a:ahLst/>
            <a:cxnLst/>
            <a:rect l="l" t="t" r="r" b="b"/>
            <a:pathLst>
              <a:path w="14467" h="14467" extrusionOk="0">
                <a:moveTo>
                  <a:pt x="7228" y="0"/>
                </a:moveTo>
                <a:cubicBezTo>
                  <a:pt x="3239" y="0"/>
                  <a:pt x="1" y="3227"/>
                  <a:pt x="1" y="7227"/>
                </a:cubicBezTo>
                <a:cubicBezTo>
                  <a:pt x="1" y="11228"/>
                  <a:pt x="3239" y="14466"/>
                  <a:pt x="7228" y="14466"/>
                </a:cubicBezTo>
                <a:cubicBezTo>
                  <a:pt x="11228" y="14466"/>
                  <a:pt x="14467" y="11228"/>
                  <a:pt x="14467" y="7227"/>
                </a:cubicBezTo>
                <a:cubicBezTo>
                  <a:pt x="14467" y="3227"/>
                  <a:pt x="11228" y="0"/>
                  <a:pt x="72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9" name="Google Shape;199;p16">
            <a:extLst>
              <a:ext uri="{FF2B5EF4-FFF2-40B4-BE49-F238E27FC236}">
                <a16:creationId xmlns:a16="http://schemas.microsoft.com/office/drawing/2014/main" id="{60AE7E10-D839-784E-FE5E-781CFDF738CB}"/>
              </a:ext>
            </a:extLst>
          </p:cNvPr>
          <p:cNvCxnSpPr/>
          <p:nvPr/>
        </p:nvCxnSpPr>
        <p:spPr>
          <a:xfrm>
            <a:off x="4029638" y="2715575"/>
            <a:ext cx="1136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00" name="Google Shape;200;p16">
            <a:extLst>
              <a:ext uri="{FF2B5EF4-FFF2-40B4-BE49-F238E27FC236}">
                <a16:creationId xmlns:a16="http://schemas.microsoft.com/office/drawing/2014/main" id="{EB69C364-4C09-C5A1-1CDD-31E613F2862D}"/>
              </a:ext>
            </a:extLst>
          </p:cNvPr>
          <p:cNvSpPr txBox="1"/>
          <p:nvPr/>
        </p:nvSpPr>
        <p:spPr>
          <a:xfrm>
            <a:off x="5324000" y="1424925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1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16">
            <a:extLst>
              <a:ext uri="{FF2B5EF4-FFF2-40B4-BE49-F238E27FC236}">
                <a16:creationId xmlns:a16="http://schemas.microsoft.com/office/drawing/2014/main" id="{D309B79D-6FDC-0EAA-0DB5-41FAD7659B0D}"/>
              </a:ext>
            </a:extLst>
          </p:cNvPr>
          <p:cNvSpPr txBox="1"/>
          <p:nvPr/>
        </p:nvSpPr>
        <p:spPr>
          <a:xfrm>
            <a:off x="5323937" y="2615375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2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2" name="Google Shape;202;p16">
            <a:extLst>
              <a:ext uri="{FF2B5EF4-FFF2-40B4-BE49-F238E27FC236}">
                <a16:creationId xmlns:a16="http://schemas.microsoft.com/office/drawing/2014/main" id="{35C3AE65-C48B-1D2B-1C8E-D5A052DC5F95}"/>
              </a:ext>
            </a:extLst>
          </p:cNvPr>
          <p:cNvSpPr txBox="1"/>
          <p:nvPr/>
        </p:nvSpPr>
        <p:spPr>
          <a:xfrm>
            <a:off x="5323950" y="3805813"/>
            <a:ext cx="4761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3</a:t>
            </a:r>
            <a:endParaRPr b="1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B15B6BC-0932-28EE-6A40-73BF250C9C67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CDA3BD36-A330-2B1A-79DF-10B552031303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98B12CBA-D479-18A9-3D7D-2D22BB090E51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52E2B35E-38CF-DFBC-91E2-FE4875847E66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E7DADB21-FBF9-EE44-4EB7-2C6A8948F127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92F99DDC-C5BA-23DB-6F0F-CCC3B69B0D19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B823EEE4-5391-BB9F-F06B-B723FB1D9A4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70;p15">
                <a:extLst>
                  <a:ext uri="{FF2B5EF4-FFF2-40B4-BE49-F238E27FC236}">
                    <a16:creationId xmlns:a16="http://schemas.microsoft.com/office/drawing/2014/main" id="{60F9B008-0DEC-5E52-DF58-8194FF70ECF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E8F6F50-61E4-28BD-830F-99FD6B545C05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1" name="Google Shape;73;p15">
              <a:extLst>
                <a:ext uri="{FF2B5EF4-FFF2-40B4-BE49-F238E27FC236}">
                  <a16:creationId xmlns:a16="http://schemas.microsoft.com/office/drawing/2014/main" id="{F4EC2CB4-C804-08DF-E04C-3B1A8239F3BA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5;p15">
              <a:extLst>
                <a:ext uri="{FF2B5EF4-FFF2-40B4-BE49-F238E27FC236}">
                  <a16:creationId xmlns:a16="http://schemas.microsoft.com/office/drawing/2014/main" id="{5CEA11BF-F37E-9AA7-7F79-EDE4D8D2AEE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6;p15">
              <a:extLst>
                <a:ext uri="{FF2B5EF4-FFF2-40B4-BE49-F238E27FC236}">
                  <a16:creationId xmlns:a16="http://schemas.microsoft.com/office/drawing/2014/main" id="{0C4CAE82-9E6F-8056-B106-40496D905C5C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1;p15">
              <a:extLst>
                <a:ext uri="{FF2B5EF4-FFF2-40B4-BE49-F238E27FC236}">
                  <a16:creationId xmlns:a16="http://schemas.microsoft.com/office/drawing/2014/main" id="{01E5196A-1604-72BC-3352-FE210D7FE01D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2;p15">
              <a:extLst>
                <a:ext uri="{FF2B5EF4-FFF2-40B4-BE49-F238E27FC236}">
                  <a16:creationId xmlns:a16="http://schemas.microsoft.com/office/drawing/2014/main" id="{F0E043D7-F2F5-341D-5627-C9C3C420B98F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4;p15">
              <a:extLst>
                <a:ext uri="{FF2B5EF4-FFF2-40B4-BE49-F238E27FC236}">
                  <a16:creationId xmlns:a16="http://schemas.microsoft.com/office/drawing/2014/main" id="{C18110AF-34FD-1AAF-1AB7-3C462C6A0FD2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46BD3C6E-44FA-79F3-177A-530C4336E4C7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18" name="Google Shape;122;p15">
              <a:extLst>
                <a:ext uri="{FF2B5EF4-FFF2-40B4-BE49-F238E27FC236}">
                  <a16:creationId xmlns:a16="http://schemas.microsoft.com/office/drawing/2014/main" id="{91E03BE2-D6E8-D966-F117-E5AE12A7D33B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3;p15">
              <a:extLst>
                <a:ext uri="{FF2B5EF4-FFF2-40B4-BE49-F238E27FC236}">
                  <a16:creationId xmlns:a16="http://schemas.microsoft.com/office/drawing/2014/main" id="{7EB9416A-1023-17D8-0980-394301401EC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4;p15">
              <a:extLst>
                <a:ext uri="{FF2B5EF4-FFF2-40B4-BE49-F238E27FC236}">
                  <a16:creationId xmlns:a16="http://schemas.microsoft.com/office/drawing/2014/main" id="{3A68AAA6-9904-9B59-4CBB-EB1A6105920E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;p15">
              <a:extLst>
                <a:ext uri="{FF2B5EF4-FFF2-40B4-BE49-F238E27FC236}">
                  <a16:creationId xmlns:a16="http://schemas.microsoft.com/office/drawing/2014/main" id="{04FE7E12-5CFC-B8A7-157C-19E0EF681123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805A5454-65A0-827D-A278-017CA6A65A78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3" name="Google Shape;57;p15">
              <a:extLst>
                <a:ext uri="{FF2B5EF4-FFF2-40B4-BE49-F238E27FC236}">
                  <a16:creationId xmlns:a16="http://schemas.microsoft.com/office/drawing/2014/main" id="{48E380FE-8030-46E9-7F2C-D30870C5DE6D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;p15">
              <a:extLst>
                <a:ext uri="{FF2B5EF4-FFF2-40B4-BE49-F238E27FC236}">
                  <a16:creationId xmlns:a16="http://schemas.microsoft.com/office/drawing/2014/main" id="{D64F26BC-44B4-96B4-BFE4-51C7794816A7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;p15">
              <a:extLst>
                <a:ext uri="{FF2B5EF4-FFF2-40B4-BE49-F238E27FC236}">
                  <a16:creationId xmlns:a16="http://schemas.microsoft.com/office/drawing/2014/main" id="{E8239A00-5C44-ED65-08ED-CB13ED90864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0;p15">
              <a:extLst>
                <a:ext uri="{FF2B5EF4-FFF2-40B4-BE49-F238E27FC236}">
                  <a16:creationId xmlns:a16="http://schemas.microsoft.com/office/drawing/2014/main" id="{62AD0B69-ED7D-D519-AF84-3D19DCB0C03A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1;p15">
              <a:extLst>
                <a:ext uri="{FF2B5EF4-FFF2-40B4-BE49-F238E27FC236}">
                  <a16:creationId xmlns:a16="http://schemas.microsoft.com/office/drawing/2014/main" id="{AAFB7B0E-6061-261A-D2B5-61BC97DB852D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2;p15">
              <a:extLst>
                <a:ext uri="{FF2B5EF4-FFF2-40B4-BE49-F238E27FC236}">
                  <a16:creationId xmlns:a16="http://schemas.microsoft.com/office/drawing/2014/main" id="{0D7F7C86-E8BA-0450-F0BE-3BB2F62EBDB1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3;p15">
              <a:extLst>
                <a:ext uri="{FF2B5EF4-FFF2-40B4-BE49-F238E27FC236}">
                  <a16:creationId xmlns:a16="http://schemas.microsoft.com/office/drawing/2014/main" id="{F660A3D3-2132-C09C-BEB9-FCC4C65CED35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7;p15">
              <a:extLst>
                <a:ext uri="{FF2B5EF4-FFF2-40B4-BE49-F238E27FC236}">
                  <a16:creationId xmlns:a16="http://schemas.microsoft.com/office/drawing/2014/main" id="{D6488BF1-C007-D793-7615-2A1743F44348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8;p15">
              <a:extLst>
                <a:ext uri="{FF2B5EF4-FFF2-40B4-BE49-F238E27FC236}">
                  <a16:creationId xmlns:a16="http://schemas.microsoft.com/office/drawing/2014/main" id="{ED657888-AA8E-6773-D811-9EB020961358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9;p15">
              <a:extLst>
                <a:ext uri="{FF2B5EF4-FFF2-40B4-BE49-F238E27FC236}">
                  <a16:creationId xmlns:a16="http://schemas.microsoft.com/office/drawing/2014/main" id="{F80479E3-98F3-8F38-7DE9-F9530CA95A45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0;p15">
              <a:extLst>
                <a:ext uri="{FF2B5EF4-FFF2-40B4-BE49-F238E27FC236}">
                  <a16:creationId xmlns:a16="http://schemas.microsoft.com/office/drawing/2014/main" id="{98B0A2FE-B33E-49D2-3978-71353CB698B8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1;p15">
              <a:extLst>
                <a:ext uri="{FF2B5EF4-FFF2-40B4-BE49-F238E27FC236}">
                  <a16:creationId xmlns:a16="http://schemas.microsoft.com/office/drawing/2014/main" id="{09307731-3406-FD22-DDEA-25C52438B953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2;p15">
              <a:extLst>
                <a:ext uri="{FF2B5EF4-FFF2-40B4-BE49-F238E27FC236}">
                  <a16:creationId xmlns:a16="http://schemas.microsoft.com/office/drawing/2014/main" id="{4F8DCE5F-9CDC-E05A-A514-13F3236AB7EB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3;p15">
              <a:extLst>
                <a:ext uri="{FF2B5EF4-FFF2-40B4-BE49-F238E27FC236}">
                  <a16:creationId xmlns:a16="http://schemas.microsoft.com/office/drawing/2014/main" id="{962BB3A8-5AFF-7DC0-89AD-FC477F6E6706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2952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2">
          <a:extLst>
            <a:ext uri="{FF2B5EF4-FFF2-40B4-BE49-F238E27FC236}">
              <a16:creationId xmlns:a16="http://schemas.microsoft.com/office/drawing/2014/main" id="{6EBE5B2A-EFA9-315F-1192-F9F93883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41">
            <a:extLst>
              <a:ext uri="{FF2B5EF4-FFF2-40B4-BE49-F238E27FC236}">
                <a16:creationId xmlns:a16="http://schemas.microsoft.com/office/drawing/2014/main" id="{EFEFB2B5-4B1A-AB95-4B54-022C862B5B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Development Roadmap</a:t>
            </a:r>
            <a:endParaRPr dirty="0"/>
          </a:p>
        </p:txBody>
      </p:sp>
      <p:sp>
        <p:nvSpPr>
          <p:cNvPr id="1704" name="Google Shape;1704;p41">
            <a:extLst>
              <a:ext uri="{FF2B5EF4-FFF2-40B4-BE49-F238E27FC236}">
                <a16:creationId xmlns:a16="http://schemas.microsoft.com/office/drawing/2014/main" id="{A1929ABE-DB97-F30C-D645-BE88D9E434DD}"/>
              </a:ext>
            </a:extLst>
          </p:cNvPr>
          <p:cNvSpPr/>
          <p:nvPr/>
        </p:nvSpPr>
        <p:spPr>
          <a:xfrm>
            <a:off x="939937" y="875672"/>
            <a:ext cx="2154300" cy="486000"/>
          </a:xfrm>
          <a:prstGeom prst="roundRect">
            <a:avLst>
              <a:gd name="adj" fmla="val 931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5" name="Google Shape;1705;p41">
            <a:extLst>
              <a:ext uri="{FF2B5EF4-FFF2-40B4-BE49-F238E27FC236}">
                <a16:creationId xmlns:a16="http://schemas.microsoft.com/office/drawing/2014/main" id="{F79BFDB3-B818-4687-6979-9B49C4E1DF99}"/>
              </a:ext>
            </a:extLst>
          </p:cNvPr>
          <p:cNvSpPr/>
          <p:nvPr/>
        </p:nvSpPr>
        <p:spPr>
          <a:xfrm>
            <a:off x="3383551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6" name="Google Shape;1706;p41">
            <a:extLst>
              <a:ext uri="{FF2B5EF4-FFF2-40B4-BE49-F238E27FC236}">
                <a16:creationId xmlns:a16="http://schemas.microsoft.com/office/drawing/2014/main" id="{1F177743-7352-C413-DF07-954DFDDB9B53}"/>
              </a:ext>
            </a:extLst>
          </p:cNvPr>
          <p:cNvSpPr/>
          <p:nvPr/>
        </p:nvSpPr>
        <p:spPr>
          <a:xfrm>
            <a:off x="5079659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7" name="Google Shape;1707;p41">
            <a:extLst>
              <a:ext uri="{FF2B5EF4-FFF2-40B4-BE49-F238E27FC236}">
                <a16:creationId xmlns:a16="http://schemas.microsoft.com/office/drawing/2014/main" id="{4C47D60E-00D5-94EB-3C2A-08D020024465}"/>
              </a:ext>
            </a:extLst>
          </p:cNvPr>
          <p:cNvSpPr/>
          <p:nvPr/>
        </p:nvSpPr>
        <p:spPr>
          <a:xfrm>
            <a:off x="6775768" y="875672"/>
            <a:ext cx="1428300" cy="486000"/>
          </a:xfrm>
          <a:prstGeom prst="roundRect">
            <a:avLst>
              <a:gd name="adj" fmla="val 9314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08" name="Google Shape;1708;p41">
            <a:extLst>
              <a:ext uri="{FF2B5EF4-FFF2-40B4-BE49-F238E27FC236}">
                <a16:creationId xmlns:a16="http://schemas.microsoft.com/office/drawing/2014/main" id="{2AED18D1-6608-C3ED-B848-F646C8D942B0}"/>
              </a:ext>
            </a:extLst>
          </p:cNvPr>
          <p:cNvSpPr/>
          <p:nvPr/>
        </p:nvSpPr>
        <p:spPr>
          <a:xfrm>
            <a:off x="939940" y="1559619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Malware Sample </a:t>
            </a:r>
            <a:r>
              <a:rPr lang="it-IT" sz="1200" dirty="0" err="1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Collector</a:t>
            </a:r>
            <a:r>
              <a:rPr lang="it-IT" sz="1200" dirty="0">
                <a:solidFill>
                  <a:schemeClr val="tx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200" dirty="0">
              <a:solidFill>
                <a:schemeClr val="tx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09" name="Google Shape;1709;p41">
            <a:extLst>
              <a:ext uri="{FF2B5EF4-FFF2-40B4-BE49-F238E27FC236}">
                <a16:creationId xmlns:a16="http://schemas.microsoft.com/office/drawing/2014/main" id="{F0C670C6-D620-A9B1-B835-F81D4825A0F6}"/>
              </a:ext>
            </a:extLst>
          </p:cNvPr>
          <p:cNvSpPr/>
          <p:nvPr/>
        </p:nvSpPr>
        <p:spPr>
          <a:xfrm>
            <a:off x="939937" y="2183596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Disassembler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Module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0" name="Google Shape;1710;p41">
            <a:extLst>
              <a:ext uri="{FF2B5EF4-FFF2-40B4-BE49-F238E27FC236}">
                <a16:creationId xmlns:a16="http://schemas.microsoft.com/office/drawing/2014/main" id="{7FF9CB2D-E9DB-D074-CE18-C069D764361C}"/>
              </a:ext>
            </a:extLst>
          </p:cNvPr>
          <p:cNvSpPr/>
          <p:nvPr/>
        </p:nvSpPr>
        <p:spPr>
          <a:xfrm>
            <a:off x="939937" y="2807573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String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Signature </a:t>
            </a: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Extractor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1" name="Google Shape;1711;p41">
            <a:extLst>
              <a:ext uri="{FF2B5EF4-FFF2-40B4-BE49-F238E27FC236}">
                <a16:creationId xmlns:a16="http://schemas.microsoft.com/office/drawing/2014/main" id="{47F7B7D8-861C-D7D6-FCEC-4D7D1907CA66}"/>
              </a:ext>
            </a:extLst>
          </p:cNvPr>
          <p:cNvSpPr/>
          <p:nvPr/>
        </p:nvSpPr>
        <p:spPr>
          <a:xfrm>
            <a:off x="939933" y="3431528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Behavioral</a:t>
            </a: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dirty="0" err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Predictor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2" name="Google Shape;1712;p41">
            <a:extLst>
              <a:ext uri="{FF2B5EF4-FFF2-40B4-BE49-F238E27FC236}">
                <a16:creationId xmlns:a16="http://schemas.microsoft.com/office/drawing/2014/main" id="{2334C292-46B3-802D-FBD2-E4832149466C}"/>
              </a:ext>
            </a:extLst>
          </p:cNvPr>
          <p:cNvSpPr/>
          <p:nvPr/>
        </p:nvSpPr>
        <p:spPr>
          <a:xfrm>
            <a:off x="3383552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3" name="Google Shape;1713;p41">
            <a:extLst>
              <a:ext uri="{FF2B5EF4-FFF2-40B4-BE49-F238E27FC236}">
                <a16:creationId xmlns:a16="http://schemas.microsoft.com/office/drawing/2014/main" id="{F8F0BDE4-91D8-E8D7-A4A0-E0321282B4DB}"/>
              </a:ext>
            </a:extLst>
          </p:cNvPr>
          <p:cNvSpPr/>
          <p:nvPr/>
        </p:nvSpPr>
        <p:spPr>
          <a:xfrm>
            <a:off x="3383552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4" name="Google Shape;1714;p41">
            <a:extLst>
              <a:ext uri="{FF2B5EF4-FFF2-40B4-BE49-F238E27FC236}">
                <a16:creationId xmlns:a16="http://schemas.microsoft.com/office/drawing/2014/main" id="{7DA50295-1157-EC0C-D775-B78BE1D7E3C0}"/>
              </a:ext>
            </a:extLst>
          </p:cNvPr>
          <p:cNvSpPr/>
          <p:nvPr/>
        </p:nvSpPr>
        <p:spPr>
          <a:xfrm>
            <a:off x="3383551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5" name="Google Shape;1715;p41">
            <a:extLst>
              <a:ext uri="{FF2B5EF4-FFF2-40B4-BE49-F238E27FC236}">
                <a16:creationId xmlns:a16="http://schemas.microsoft.com/office/drawing/2014/main" id="{17AFA851-23F6-DD76-6779-AA2EB6235B04}"/>
              </a:ext>
            </a:extLst>
          </p:cNvPr>
          <p:cNvSpPr/>
          <p:nvPr/>
        </p:nvSpPr>
        <p:spPr>
          <a:xfrm>
            <a:off x="3389316" y="342572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6" name="Google Shape;1716;p41">
            <a:extLst>
              <a:ext uri="{FF2B5EF4-FFF2-40B4-BE49-F238E27FC236}">
                <a16:creationId xmlns:a16="http://schemas.microsoft.com/office/drawing/2014/main" id="{81E29914-5AFF-C03D-67CE-11607560E369}"/>
              </a:ext>
            </a:extLst>
          </p:cNvPr>
          <p:cNvSpPr/>
          <p:nvPr/>
        </p:nvSpPr>
        <p:spPr>
          <a:xfrm>
            <a:off x="5079660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7" name="Google Shape;1717;p41">
            <a:extLst>
              <a:ext uri="{FF2B5EF4-FFF2-40B4-BE49-F238E27FC236}">
                <a16:creationId xmlns:a16="http://schemas.microsoft.com/office/drawing/2014/main" id="{AB616366-C19D-2998-A88D-850DEC98CEBB}"/>
              </a:ext>
            </a:extLst>
          </p:cNvPr>
          <p:cNvSpPr/>
          <p:nvPr/>
        </p:nvSpPr>
        <p:spPr>
          <a:xfrm>
            <a:off x="5079660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8" name="Google Shape;1718;p41">
            <a:extLst>
              <a:ext uri="{FF2B5EF4-FFF2-40B4-BE49-F238E27FC236}">
                <a16:creationId xmlns:a16="http://schemas.microsoft.com/office/drawing/2014/main" id="{01E0A093-B480-F2CC-E46A-1064B86D9163}"/>
              </a:ext>
            </a:extLst>
          </p:cNvPr>
          <p:cNvSpPr/>
          <p:nvPr/>
        </p:nvSpPr>
        <p:spPr>
          <a:xfrm>
            <a:off x="5079659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19" name="Google Shape;1719;p41">
            <a:extLst>
              <a:ext uri="{FF2B5EF4-FFF2-40B4-BE49-F238E27FC236}">
                <a16:creationId xmlns:a16="http://schemas.microsoft.com/office/drawing/2014/main" id="{CA30E37B-7A21-0804-9A6D-2FEC00DB4E4A}"/>
              </a:ext>
            </a:extLst>
          </p:cNvPr>
          <p:cNvSpPr/>
          <p:nvPr/>
        </p:nvSpPr>
        <p:spPr>
          <a:xfrm>
            <a:off x="5079659" y="343986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0" name="Google Shape;1720;p41">
            <a:extLst>
              <a:ext uri="{FF2B5EF4-FFF2-40B4-BE49-F238E27FC236}">
                <a16:creationId xmlns:a16="http://schemas.microsoft.com/office/drawing/2014/main" id="{000B1E56-34DF-A344-9CF8-E9D61BC1967F}"/>
              </a:ext>
            </a:extLst>
          </p:cNvPr>
          <p:cNvSpPr/>
          <p:nvPr/>
        </p:nvSpPr>
        <p:spPr>
          <a:xfrm>
            <a:off x="6775768" y="1559619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1" name="Google Shape;1721;p41">
            <a:extLst>
              <a:ext uri="{FF2B5EF4-FFF2-40B4-BE49-F238E27FC236}">
                <a16:creationId xmlns:a16="http://schemas.microsoft.com/office/drawing/2014/main" id="{BF8A1227-EFAF-B377-ED89-69FB24BB3449}"/>
              </a:ext>
            </a:extLst>
          </p:cNvPr>
          <p:cNvSpPr/>
          <p:nvPr/>
        </p:nvSpPr>
        <p:spPr>
          <a:xfrm>
            <a:off x="6775768" y="2176526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2" name="Google Shape;1722;p41">
            <a:extLst>
              <a:ext uri="{FF2B5EF4-FFF2-40B4-BE49-F238E27FC236}">
                <a16:creationId xmlns:a16="http://schemas.microsoft.com/office/drawing/2014/main" id="{67DA558D-5F2A-55D1-5960-C6EED816AABE}"/>
              </a:ext>
            </a:extLst>
          </p:cNvPr>
          <p:cNvSpPr/>
          <p:nvPr/>
        </p:nvSpPr>
        <p:spPr>
          <a:xfrm>
            <a:off x="6775767" y="2808821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3" name="Google Shape;1723;p41">
            <a:extLst>
              <a:ext uri="{FF2B5EF4-FFF2-40B4-BE49-F238E27FC236}">
                <a16:creationId xmlns:a16="http://schemas.microsoft.com/office/drawing/2014/main" id="{FB30DED7-E635-09F2-BC6A-88D07DC156BD}"/>
              </a:ext>
            </a:extLst>
          </p:cNvPr>
          <p:cNvSpPr/>
          <p:nvPr/>
        </p:nvSpPr>
        <p:spPr>
          <a:xfrm>
            <a:off x="6775767" y="3439868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4" name="Google Shape;1724;p41">
            <a:extLst>
              <a:ext uri="{FF2B5EF4-FFF2-40B4-BE49-F238E27FC236}">
                <a16:creationId xmlns:a16="http://schemas.microsoft.com/office/drawing/2014/main" id="{5DEFEE3B-CDBD-2E60-D474-F9AD1CC66667}"/>
              </a:ext>
            </a:extLst>
          </p:cNvPr>
          <p:cNvSpPr txBox="1"/>
          <p:nvPr/>
        </p:nvSpPr>
        <p:spPr>
          <a:xfrm>
            <a:off x="939939" y="1015461"/>
            <a:ext cx="21543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Module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5" name="Google Shape;1725;p41">
            <a:extLst>
              <a:ext uri="{FF2B5EF4-FFF2-40B4-BE49-F238E27FC236}">
                <a16:creationId xmlns:a16="http://schemas.microsoft.com/office/drawing/2014/main" id="{A3F7571D-7688-19B7-5E9B-970AE45A8317}"/>
              </a:ext>
            </a:extLst>
          </p:cNvPr>
          <p:cNvSpPr txBox="1"/>
          <p:nvPr/>
        </p:nvSpPr>
        <p:spPr>
          <a:xfrm>
            <a:off x="3624034" y="1015463"/>
            <a:ext cx="9474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 algn="ctr"/>
            <a:r>
              <a:rPr lang="it-IT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Design</a:t>
            </a:r>
          </a:p>
        </p:txBody>
      </p:sp>
      <p:sp>
        <p:nvSpPr>
          <p:cNvPr id="1726" name="Google Shape;1726;p41">
            <a:extLst>
              <a:ext uri="{FF2B5EF4-FFF2-40B4-BE49-F238E27FC236}">
                <a16:creationId xmlns:a16="http://schemas.microsoft.com/office/drawing/2014/main" id="{08643E49-EA0D-D2EA-42C3-08014E82D264}"/>
              </a:ext>
            </a:extLst>
          </p:cNvPr>
          <p:cNvSpPr txBox="1"/>
          <p:nvPr/>
        </p:nvSpPr>
        <p:spPr>
          <a:xfrm>
            <a:off x="5305979" y="1015463"/>
            <a:ext cx="9759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Development</a:t>
            </a:r>
            <a:endParaRPr sz="1050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7" name="Google Shape;1727;p41">
            <a:extLst>
              <a:ext uri="{FF2B5EF4-FFF2-40B4-BE49-F238E27FC236}">
                <a16:creationId xmlns:a16="http://schemas.microsoft.com/office/drawing/2014/main" id="{B19F8522-ED49-9BFC-0939-68F5A94521B3}"/>
              </a:ext>
            </a:extLst>
          </p:cNvPr>
          <p:cNvSpPr txBox="1"/>
          <p:nvPr/>
        </p:nvSpPr>
        <p:spPr>
          <a:xfrm>
            <a:off x="6999540" y="1015463"/>
            <a:ext cx="9810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Complete</a:t>
            </a:r>
            <a:endParaRPr sz="1050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728" name="Google Shape;1728;p41">
            <a:extLst>
              <a:ext uri="{FF2B5EF4-FFF2-40B4-BE49-F238E27FC236}">
                <a16:creationId xmlns:a16="http://schemas.microsoft.com/office/drawing/2014/main" id="{5494CEC4-6320-BF2D-1A16-4EBA90560F40}"/>
              </a:ext>
            </a:extLst>
          </p:cNvPr>
          <p:cNvSpPr/>
          <p:nvPr/>
        </p:nvSpPr>
        <p:spPr>
          <a:xfrm>
            <a:off x="3934042" y="166398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29" name="Google Shape;1729;p41">
            <a:extLst>
              <a:ext uri="{FF2B5EF4-FFF2-40B4-BE49-F238E27FC236}">
                <a16:creationId xmlns:a16="http://schemas.microsoft.com/office/drawing/2014/main" id="{072D1FFF-C23F-6C08-5211-62D788983722}"/>
              </a:ext>
            </a:extLst>
          </p:cNvPr>
          <p:cNvSpPr/>
          <p:nvPr/>
        </p:nvSpPr>
        <p:spPr>
          <a:xfrm>
            <a:off x="3934042" y="2275837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0" name="Google Shape;1730;p41">
            <a:extLst>
              <a:ext uri="{FF2B5EF4-FFF2-40B4-BE49-F238E27FC236}">
                <a16:creationId xmlns:a16="http://schemas.microsoft.com/office/drawing/2014/main" id="{0540DFEC-3437-2D95-4777-5208C074A11C}"/>
              </a:ext>
            </a:extLst>
          </p:cNvPr>
          <p:cNvSpPr/>
          <p:nvPr/>
        </p:nvSpPr>
        <p:spPr>
          <a:xfrm>
            <a:off x="3934041" y="2930124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1" name="Google Shape;1731;p41">
            <a:extLst>
              <a:ext uri="{FF2B5EF4-FFF2-40B4-BE49-F238E27FC236}">
                <a16:creationId xmlns:a16="http://schemas.microsoft.com/office/drawing/2014/main" id="{6AC1B628-2646-559D-608E-19F1A7481330}"/>
              </a:ext>
            </a:extLst>
          </p:cNvPr>
          <p:cNvSpPr/>
          <p:nvPr/>
        </p:nvSpPr>
        <p:spPr>
          <a:xfrm>
            <a:off x="3934041" y="3550172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2" name="Google Shape;1732;p41">
            <a:extLst>
              <a:ext uri="{FF2B5EF4-FFF2-40B4-BE49-F238E27FC236}">
                <a16:creationId xmlns:a16="http://schemas.microsoft.com/office/drawing/2014/main" id="{4B24094B-603B-9DBC-8838-EE0964323E92}"/>
              </a:ext>
            </a:extLst>
          </p:cNvPr>
          <p:cNvSpPr/>
          <p:nvPr/>
        </p:nvSpPr>
        <p:spPr>
          <a:xfrm>
            <a:off x="5630686" y="166398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3" name="Google Shape;1733;p41">
            <a:extLst>
              <a:ext uri="{FF2B5EF4-FFF2-40B4-BE49-F238E27FC236}">
                <a16:creationId xmlns:a16="http://schemas.microsoft.com/office/drawing/2014/main" id="{061DC498-9AC2-36C2-A727-DD5D54732B95}"/>
              </a:ext>
            </a:extLst>
          </p:cNvPr>
          <p:cNvSpPr/>
          <p:nvPr/>
        </p:nvSpPr>
        <p:spPr>
          <a:xfrm>
            <a:off x="5630686" y="2933534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4" name="Google Shape;1734;p41">
            <a:extLst>
              <a:ext uri="{FF2B5EF4-FFF2-40B4-BE49-F238E27FC236}">
                <a16:creationId xmlns:a16="http://schemas.microsoft.com/office/drawing/2014/main" id="{A6AD5FEB-CFFD-A71D-5654-FCE49B8F2221}"/>
              </a:ext>
            </a:extLst>
          </p:cNvPr>
          <p:cNvSpPr/>
          <p:nvPr/>
        </p:nvSpPr>
        <p:spPr>
          <a:xfrm>
            <a:off x="5603745" y="3560792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37" name="Google Shape;1737;p41">
            <a:extLst>
              <a:ext uri="{FF2B5EF4-FFF2-40B4-BE49-F238E27FC236}">
                <a16:creationId xmlns:a16="http://schemas.microsoft.com/office/drawing/2014/main" id="{D2582B98-9954-CE38-2823-48FF5792704B}"/>
              </a:ext>
            </a:extLst>
          </p:cNvPr>
          <p:cNvSpPr/>
          <p:nvPr/>
        </p:nvSpPr>
        <p:spPr>
          <a:xfrm>
            <a:off x="7326632" y="2943618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" name="Google Shape;1711;p41">
            <a:extLst>
              <a:ext uri="{FF2B5EF4-FFF2-40B4-BE49-F238E27FC236}">
                <a16:creationId xmlns:a16="http://schemas.microsoft.com/office/drawing/2014/main" id="{6869344C-77CE-CECB-3A4E-EF6CC28874CE}"/>
              </a:ext>
            </a:extLst>
          </p:cNvPr>
          <p:cNvSpPr/>
          <p:nvPr/>
        </p:nvSpPr>
        <p:spPr>
          <a:xfrm>
            <a:off x="939933" y="4062553"/>
            <a:ext cx="2154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Reporting Engine</a:t>
            </a:r>
            <a:endParaRPr sz="1200" dirty="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0" name="Google Shape;1715;p41">
            <a:extLst>
              <a:ext uri="{FF2B5EF4-FFF2-40B4-BE49-F238E27FC236}">
                <a16:creationId xmlns:a16="http://schemas.microsoft.com/office/drawing/2014/main" id="{C29B6D5E-0A5A-5D4F-70E2-B0A36C96B2A1}"/>
              </a:ext>
            </a:extLst>
          </p:cNvPr>
          <p:cNvSpPr/>
          <p:nvPr/>
        </p:nvSpPr>
        <p:spPr>
          <a:xfrm>
            <a:off x="3389316" y="405675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1" name="Google Shape;1719;p41">
            <a:extLst>
              <a:ext uri="{FF2B5EF4-FFF2-40B4-BE49-F238E27FC236}">
                <a16:creationId xmlns:a16="http://schemas.microsoft.com/office/drawing/2014/main" id="{CD01E6D4-C9AF-5E8D-36AB-3A44DE49E469}"/>
              </a:ext>
            </a:extLst>
          </p:cNvPr>
          <p:cNvSpPr/>
          <p:nvPr/>
        </p:nvSpPr>
        <p:spPr>
          <a:xfrm>
            <a:off x="5079659" y="407089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2" name="Google Shape;1723;p41">
            <a:extLst>
              <a:ext uri="{FF2B5EF4-FFF2-40B4-BE49-F238E27FC236}">
                <a16:creationId xmlns:a16="http://schemas.microsoft.com/office/drawing/2014/main" id="{011AFE2A-DE5F-5160-3235-0E93DFB1B9C7}"/>
              </a:ext>
            </a:extLst>
          </p:cNvPr>
          <p:cNvSpPr/>
          <p:nvPr/>
        </p:nvSpPr>
        <p:spPr>
          <a:xfrm>
            <a:off x="6775767" y="4070893"/>
            <a:ext cx="1428300" cy="497100"/>
          </a:xfrm>
          <a:prstGeom prst="roundRect">
            <a:avLst>
              <a:gd name="adj" fmla="val 9314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3" name="Google Shape;1731;p41">
            <a:extLst>
              <a:ext uri="{FF2B5EF4-FFF2-40B4-BE49-F238E27FC236}">
                <a16:creationId xmlns:a16="http://schemas.microsoft.com/office/drawing/2014/main" id="{73FF3B5C-D6B9-C093-8FE5-BC126FB3798E}"/>
              </a:ext>
            </a:extLst>
          </p:cNvPr>
          <p:cNvSpPr/>
          <p:nvPr/>
        </p:nvSpPr>
        <p:spPr>
          <a:xfrm>
            <a:off x="3934041" y="4181197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4" name="Google Shape;1734;p41">
            <a:extLst>
              <a:ext uri="{FF2B5EF4-FFF2-40B4-BE49-F238E27FC236}">
                <a16:creationId xmlns:a16="http://schemas.microsoft.com/office/drawing/2014/main" id="{B26E6373-0035-0160-6ED4-7142139CC2F5}"/>
              </a:ext>
            </a:extLst>
          </p:cNvPr>
          <p:cNvSpPr/>
          <p:nvPr/>
        </p:nvSpPr>
        <p:spPr>
          <a:xfrm>
            <a:off x="5603745" y="419181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0" name="Google Shape;1736;p41">
            <a:extLst>
              <a:ext uri="{FF2B5EF4-FFF2-40B4-BE49-F238E27FC236}">
                <a16:creationId xmlns:a16="http://schemas.microsoft.com/office/drawing/2014/main" id="{0DBB2F25-C642-7F03-3D2C-11FEDC743D9B}"/>
              </a:ext>
            </a:extLst>
          </p:cNvPr>
          <p:cNvSpPr/>
          <p:nvPr/>
        </p:nvSpPr>
        <p:spPr>
          <a:xfrm>
            <a:off x="7369618" y="167862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1" name="Google Shape;1732;p41">
            <a:extLst>
              <a:ext uri="{FF2B5EF4-FFF2-40B4-BE49-F238E27FC236}">
                <a16:creationId xmlns:a16="http://schemas.microsoft.com/office/drawing/2014/main" id="{8E2933AA-E7F5-CFF3-B133-05E43EA04455}"/>
              </a:ext>
            </a:extLst>
          </p:cNvPr>
          <p:cNvSpPr/>
          <p:nvPr/>
        </p:nvSpPr>
        <p:spPr>
          <a:xfrm>
            <a:off x="5630687" y="228219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2" name="Google Shape;1732;p41">
            <a:extLst>
              <a:ext uri="{FF2B5EF4-FFF2-40B4-BE49-F238E27FC236}">
                <a16:creationId xmlns:a16="http://schemas.microsoft.com/office/drawing/2014/main" id="{C3E755FD-970E-5BFA-3499-2A4AA521CC08}"/>
              </a:ext>
            </a:extLst>
          </p:cNvPr>
          <p:cNvSpPr/>
          <p:nvPr/>
        </p:nvSpPr>
        <p:spPr>
          <a:xfrm>
            <a:off x="7326632" y="2289265"/>
            <a:ext cx="327429" cy="285761"/>
          </a:xfrm>
          <a:custGeom>
            <a:avLst/>
            <a:gdLst/>
            <a:ahLst/>
            <a:cxnLst/>
            <a:rect l="l" t="t" r="r" b="b"/>
            <a:pathLst>
              <a:path w="5250" h="4113" extrusionOk="0">
                <a:moveTo>
                  <a:pt x="1845" y="4112"/>
                </a:moveTo>
                <a:lnTo>
                  <a:pt x="205" y="2473"/>
                </a:lnTo>
                <a:lnTo>
                  <a:pt x="205" y="2473"/>
                </a:lnTo>
                <a:cubicBezTo>
                  <a:pt x="0" y="2267"/>
                  <a:pt x="0" y="1935"/>
                  <a:pt x="205" y="1730"/>
                </a:cubicBezTo>
                <a:lnTo>
                  <a:pt x="205" y="1730"/>
                </a:lnTo>
                <a:cubicBezTo>
                  <a:pt x="410" y="1524"/>
                  <a:pt x="743" y="1524"/>
                  <a:pt x="948" y="1730"/>
                </a:cubicBezTo>
                <a:lnTo>
                  <a:pt x="1849" y="2630"/>
                </a:lnTo>
                <a:lnTo>
                  <a:pt x="4302" y="205"/>
                </a:lnTo>
                <a:lnTo>
                  <a:pt x="4302" y="205"/>
                </a:lnTo>
                <a:cubicBezTo>
                  <a:pt x="4508" y="0"/>
                  <a:pt x="4841" y="2"/>
                  <a:pt x="5045" y="209"/>
                </a:cubicBezTo>
                <a:lnTo>
                  <a:pt x="5045" y="209"/>
                </a:lnTo>
                <a:cubicBezTo>
                  <a:pt x="5249" y="415"/>
                  <a:pt x="5247" y="748"/>
                  <a:pt x="5041" y="952"/>
                </a:cubicBezTo>
                <a:lnTo>
                  <a:pt x="1845" y="4112"/>
                </a:lnTo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3" name="Google Shape;1736;p41">
            <a:extLst>
              <a:ext uri="{FF2B5EF4-FFF2-40B4-BE49-F238E27FC236}">
                <a16:creationId xmlns:a16="http://schemas.microsoft.com/office/drawing/2014/main" id="{AE19ABF9-7931-BBFA-2747-57E13B47E9DF}"/>
              </a:ext>
            </a:extLst>
          </p:cNvPr>
          <p:cNvSpPr/>
          <p:nvPr/>
        </p:nvSpPr>
        <p:spPr>
          <a:xfrm>
            <a:off x="7369618" y="3562581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764" name="Google Shape;1736;p41">
            <a:extLst>
              <a:ext uri="{FF2B5EF4-FFF2-40B4-BE49-F238E27FC236}">
                <a16:creationId xmlns:a16="http://schemas.microsoft.com/office/drawing/2014/main" id="{A52201C9-EB01-CFD5-7905-D9092090375C}"/>
              </a:ext>
            </a:extLst>
          </p:cNvPr>
          <p:cNvSpPr/>
          <p:nvPr/>
        </p:nvSpPr>
        <p:spPr>
          <a:xfrm>
            <a:off x="7376804" y="4181197"/>
            <a:ext cx="238747" cy="263667"/>
          </a:xfrm>
          <a:custGeom>
            <a:avLst/>
            <a:gdLst/>
            <a:ahLst/>
            <a:cxnLst/>
            <a:rect l="l" t="t" r="r" b="b"/>
            <a:pathLst>
              <a:path w="672526" h="671763" extrusionOk="0">
                <a:moveTo>
                  <a:pt x="92404" y="0"/>
                </a:moveTo>
                <a:cubicBezTo>
                  <a:pt x="116117" y="0"/>
                  <a:pt x="139852" y="8993"/>
                  <a:pt x="157940" y="26977"/>
                </a:cubicBezTo>
                <a:lnTo>
                  <a:pt x="336263" y="205079"/>
                </a:lnTo>
                <a:lnTo>
                  <a:pt x="514585" y="26977"/>
                </a:lnTo>
                <a:cubicBezTo>
                  <a:pt x="550585" y="-8992"/>
                  <a:pt x="609526" y="-8992"/>
                  <a:pt x="645526" y="26977"/>
                </a:cubicBezTo>
                <a:cubicBezTo>
                  <a:pt x="681526" y="62945"/>
                  <a:pt x="681526" y="121658"/>
                  <a:pt x="645526" y="157803"/>
                </a:cubicBezTo>
                <a:lnTo>
                  <a:pt x="467227" y="335882"/>
                </a:lnTo>
                <a:lnTo>
                  <a:pt x="645526" y="513961"/>
                </a:lnTo>
                <a:cubicBezTo>
                  <a:pt x="681526" y="549930"/>
                  <a:pt x="681526" y="608819"/>
                  <a:pt x="645526" y="644787"/>
                </a:cubicBezTo>
                <a:cubicBezTo>
                  <a:pt x="609526" y="680756"/>
                  <a:pt x="550585" y="680756"/>
                  <a:pt x="514585" y="644787"/>
                </a:cubicBezTo>
                <a:lnTo>
                  <a:pt x="336263" y="466685"/>
                </a:lnTo>
                <a:lnTo>
                  <a:pt x="157940" y="644787"/>
                </a:lnTo>
                <a:cubicBezTo>
                  <a:pt x="121764" y="680756"/>
                  <a:pt x="63000" y="680756"/>
                  <a:pt x="27000" y="644787"/>
                </a:cubicBezTo>
                <a:cubicBezTo>
                  <a:pt x="-9000" y="608819"/>
                  <a:pt x="-9000" y="549930"/>
                  <a:pt x="27000" y="513961"/>
                </a:cubicBezTo>
                <a:lnTo>
                  <a:pt x="205299" y="335882"/>
                </a:lnTo>
                <a:lnTo>
                  <a:pt x="27000" y="157803"/>
                </a:lnTo>
                <a:cubicBezTo>
                  <a:pt x="-9000" y="121658"/>
                  <a:pt x="-9000" y="62945"/>
                  <a:pt x="27000" y="26977"/>
                </a:cubicBezTo>
                <a:cubicBezTo>
                  <a:pt x="45000" y="8993"/>
                  <a:pt x="68691" y="0"/>
                  <a:pt x="92404" y="0"/>
                </a:cubicBezTo>
                <a:close/>
              </a:path>
            </a:pathLst>
          </a:custGeom>
          <a:solidFill>
            <a:srgbClr val="434343"/>
          </a:solidFill>
          <a:ln>
            <a:noFill/>
          </a:ln>
        </p:spPr>
        <p:txBody>
          <a:bodyPr spcFirstLastPara="1" wrap="square" lIns="34300" tIns="17150" rIns="34300" bIns="171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5A45DC74-A7A8-CC5B-7BC0-4EC1FCBDE889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3" name="Google Shape;68;p15">
              <a:extLst>
                <a:ext uri="{FF2B5EF4-FFF2-40B4-BE49-F238E27FC236}">
                  <a16:creationId xmlns:a16="http://schemas.microsoft.com/office/drawing/2014/main" id="{1FA98301-B328-D30B-CC1B-FE3C266AF514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69;p15">
              <a:extLst>
                <a:ext uri="{FF2B5EF4-FFF2-40B4-BE49-F238E27FC236}">
                  <a16:creationId xmlns:a16="http://schemas.microsoft.com/office/drawing/2014/main" id="{83392AC1-5872-055D-3DB8-84D9EEC6A3EE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7740F06B-E843-9EBF-22B8-B2EE30FB2D5E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6" name="Google Shape;65;p15">
                <a:extLst>
                  <a:ext uri="{FF2B5EF4-FFF2-40B4-BE49-F238E27FC236}">
                    <a16:creationId xmlns:a16="http://schemas.microsoft.com/office/drawing/2014/main" id="{56566785-F267-3CAE-8EEE-9E8198FEEBED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66;p15">
                <a:extLst>
                  <a:ext uri="{FF2B5EF4-FFF2-40B4-BE49-F238E27FC236}">
                    <a16:creationId xmlns:a16="http://schemas.microsoft.com/office/drawing/2014/main" id="{9815DAD3-29FA-8CD5-0B94-C3335882E66B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67;p15">
                <a:extLst>
                  <a:ext uri="{FF2B5EF4-FFF2-40B4-BE49-F238E27FC236}">
                    <a16:creationId xmlns:a16="http://schemas.microsoft.com/office/drawing/2014/main" id="{578A3CE3-22CF-6A49-53F6-07C1B3511BE0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70;p15">
                <a:extLst>
                  <a:ext uri="{FF2B5EF4-FFF2-40B4-BE49-F238E27FC236}">
                    <a16:creationId xmlns:a16="http://schemas.microsoft.com/office/drawing/2014/main" id="{7A6731FF-59C0-1367-1AB5-65A9BAB986D7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A8458F82-CA0C-3ACE-6F45-68AD48338DFF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17" name="Google Shape;73;p15">
              <a:extLst>
                <a:ext uri="{FF2B5EF4-FFF2-40B4-BE49-F238E27FC236}">
                  <a16:creationId xmlns:a16="http://schemas.microsoft.com/office/drawing/2014/main" id="{2A68C709-C250-40A2-1634-72C427B361B6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75;p15">
              <a:extLst>
                <a:ext uri="{FF2B5EF4-FFF2-40B4-BE49-F238E27FC236}">
                  <a16:creationId xmlns:a16="http://schemas.microsoft.com/office/drawing/2014/main" id="{B5D2ED5D-19CC-D75C-8F5F-5DD29E279C52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76;p15">
              <a:extLst>
                <a:ext uri="{FF2B5EF4-FFF2-40B4-BE49-F238E27FC236}">
                  <a16:creationId xmlns:a16="http://schemas.microsoft.com/office/drawing/2014/main" id="{905F8FD4-3DE9-619A-FCD2-B99F8E23D4AF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71;p15">
              <a:extLst>
                <a:ext uri="{FF2B5EF4-FFF2-40B4-BE49-F238E27FC236}">
                  <a16:creationId xmlns:a16="http://schemas.microsoft.com/office/drawing/2014/main" id="{C0E6D629-B6BD-4FFC-DF0C-9A2ED7E932A8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2;p15">
              <a:extLst>
                <a:ext uri="{FF2B5EF4-FFF2-40B4-BE49-F238E27FC236}">
                  <a16:creationId xmlns:a16="http://schemas.microsoft.com/office/drawing/2014/main" id="{06554F7A-CA98-DBD6-EBF4-6B08957F4F35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4;p15">
              <a:extLst>
                <a:ext uri="{FF2B5EF4-FFF2-40B4-BE49-F238E27FC236}">
                  <a16:creationId xmlns:a16="http://schemas.microsoft.com/office/drawing/2014/main" id="{BA4BC58A-307E-95CB-09C0-49E1709B9C48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EA5AF24D-87F8-8F0E-41D5-D17415083B90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4" name="Google Shape;122;p15">
              <a:extLst>
                <a:ext uri="{FF2B5EF4-FFF2-40B4-BE49-F238E27FC236}">
                  <a16:creationId xmlns:a16="http://schemas.microsoft.com/office/drawing/2014/main" id="{ADF91585-CE05-C19D-3DD3-E6086CA58E41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;p15">
              <a:extLst>
                <a:ext uri="{FF2B5EF4-FFF2-40B4-BE49-F238E27FC236}">
                  <a16:creationId xmlns:a16="http://schemas.microsoft.com/office/drawing/2014/main" id="{49DBECC3-BD74-7BA5-71DF-167F7ED1BAEC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4;p15">
              <a:extLst>
                <a:ext uri="{FF2B5EF4-FFF2-40B4-BE49-F238E27FC236}">
                  <a16:creationId xmlns:a16="http://schemas.microsoft.com/office/drawing/2014/main" id="{991D7650-1FAC-FA2E-0786-95BDAE9DB86D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5;p15">
              <a:extLst>
                <a:ext uri="{FF2B5EF4-FFF2-40B4-BE49-F238E27FC236}">
                  <a16:creationId xmlns:a16="http://schemas.microsoft.com/office/drawing/2014/main" id="{4E190A97-8BAE-3AE2-3073-3B3E06E03D65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6FA1D334-5565-3934-004E-EAB702CFD1C5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29" name="Google Shape;57;p15">
              <a:extLst>
                <a:ext uri="{FF2B5EF4-FFF2-40B4-BE49-F238E27FC236}">
                  <a16:creationId xmlns:a16="http://schemas.microsoft.com/office/drawing/2014/main" id="{697F59EF-7232-3F02-82A5-2824F33F41B0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8;p15">
              <a:extLst>
                <a:ext uri="{FF2B5EF4-FFF2-40B4-BE49-F238E27FC236}">
                  <a16:creationId xmlns:a16="http://schemas.microsoft.com/office/drawing/2014/main" id="{4DDB7616-F3C0-C62F-9338-9A143CEAA874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;p15">
              <a:extLst>
                <a:ext uri="{FF2B5EF4-FFF2-40B4-BE49-F238E27FC236}">
                  <a16:creationId xmlns:a16="http://schemas.microsoft.com/office/drawing/2014/main" id="{D6E5E17D-51E8-D550-43E8-B0D0BFB1E822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60;p15">
              <a:extLst>
                <a:ext uri="{FF2B5EF4-FFF2-40B4-BE49-F238E27FC236}">
                  <a16:creationId xmlns:a16="http://schemas.microsoft.com/office/drawing/2014/main" id="{E6B971EE-E8D9-2820-A3B4-77CC88582F5C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61;p15">
              <a:extLst>
                <a:ext uri="{FF2B5EF4-FFF2-40B4-BE49-F238E27FC236}">
                  <a16:creationId xmlns:a16="http://schemas.microsoft.com/office/drawing/2014/main" id="{4A5FE1CD-C72E-8914-8969-370984D576E0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62;p15">
              <a:extLst>
                <a:ext uri="{FF2B5EF4-FFF2-40B4-BE49-F238E27FC236}">
                  <a16:creationId xmlns:a16="http://schemas.microsoft.com/office/drawing/2014/main" id="{6924FD4C-25D4-D171-8F1C-DFDB5377F6AE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63;p15">
              <a:extLst>
                <a:ext uri="{FF2B5EF4-FFF2-40B4-BE49-F238E27FC236}">
                  <a16:creationId xmlns:a16="http://schemas.microsoft.com/office/drawing/2014/main" id="{2B042D9B-5470-D253-115B-A19DEE53E301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27;p15">
              <a:extLst>
                <a:ext uri="{FF2B5EF4-FFF2-40B4-BE49-F238E27FC236}">
                  <a16:creationId xmlns:a16="http://schemas.microsoft.com/office/drawing/2014/main" id="{37BA2F47-2345-737A-1524-897435791ABF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28;p15">
              <a:extLst>
                <a:ext uri="{FF2B5EF4-FFF2-40B4-BE49-F238E27FC236}">
                  <a16:creationId xmlns:a16="http://schemas.microsoft.com/office/drawing/2014/main" id="{10224D3B-40C9-EE19-C722-CC4961C6BECE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29;p15">
              <a:extLst>
                <a:ext uri="{FF2B5EF4-FFF2-40B4-BE49-F238E27FC236}">
                  <a16:creationId xmlns:a16="http://schemas.microsoft.com/office/drawing/2014/main" id="{1E281FCE-0957-4CD4-426B-BC8CF6CEA972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30;p15">
              <a:extLst>
                <a:ext uri="{FF2B5EF4-FFF2-40B4-BE49-F238E27FC236}">
                  <a16:creationId xmlns:a16="http://schemas.microsoft.com/office/drawing/2014/main" id="{68CB333B-91AD-A710-F6CF-2C6B50B34DD2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31;p15">
              <a:extLst>
                <a:ext uri="{FF2B5EF4-FFF2-40B4-BE49-F238E27FC236}">
                  <a16:creationId xmlns:a16="http://schemas.microsoft.com/office/drawing/2014/main" id="{DEAA0968-721B-FEE0-98DF-57459DAD39BE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32;p15">
              <a:extLst>
                <a:ext uri="{FF2B5EF4-FFF2-40B4-BE49-F238E27FC236}">
                  <a16:creationId xmlns:a16="http://schemas.microsoft.com/office/drawing/2014/main" id="{B944967C-4A3C-E372-5B5D-014688BAA73F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33;p15">
              <a:extLst>
                <a:ext uri="{FF2B5EF4-FFF2-40B4-BE49-F238E27FC236}">
                  <a16:creationId xmlns:a16="http://schemas.microsoft.com/office/drawing/2014/main" id="{E9C3272B-3759-6C9F-C62D-01F1F9D7D5B5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66130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9">
          <a:extLst>
            <a:ext uri="{FF2B5EF4-FFF2-40B4-BE49-F238E27FC236}">
              <a16:creationId xmlns:a16="http://schemas.microsoft.com/office/drawing/2014/main" id="{6AABBD89-D45F-356A-6149-4468F96A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38">
            <a:extLst>
              <a:ext uri="{FF2B5EF4-FFF2-40B4-BE49-F238E27FC236}">
                <a16:creationId xmlns:a16="http://schemas.microsoft.com/office/drawing/2014/main" id="{E9EF31C3-33E5-EFF6-BDF6-8BE804FA15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dirty="0"/>
              <a:t>Future </a:t>
            </a:r>
            <a:r>
              <a:rPr lang="it-IT" dirty="0" err="1"/>
              <a:t>Devs</a:t>
            </a:r>
            <a:endParaRPr lang="it-IT" dirty="0"/>
          </a:p>
        </p:txBody>
      </p:sp>
      <p:sp>
        <p:nvSpPr>
          <p:cNvPr id="1571" name="Google Shape;1571;p38">
            <a:extLst>
              <a:ext uri="{FF2B5EF4-FFF2-40B4-BE49-F238E27FC236}">
                <a16:creationId xmlns:a16="http://schemas.microsoft.com/office/drawing/2014/main" id="{EAA2D530-83B3-6D22-6CBF-069A2653376C}"/>
              </a:ext>
            </a:extLst>
          </p:cNvPr>
          <p:cNvSpPr/>
          <p:nvPr/>
        </p:nvSpPr>
        <p:spPr>
          <a:xfrm>
            <a:off x="500857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3977" y="1"/>
                </a:moveTo>
                <a:cubicBezTo>
                  <a:pt x="1786" y="1"/>
                  <a:pt x="0" y="2382"/>
                  <a:pt x="0" y="5311"/>
                </a:cubicBezTo>
                <a:cubicBezTo>
                  <a:pt x="0" y="8228"/>
                  <a:pt x="1786" y="10621"/>
                  <a:pt x="3977" y="10621"/>
                </a:cubicBez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it-IT" dirty="0" err="1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Behavioral</a:t>
            </a:r>
            <a:r>
              <a:rPr lang="it-IT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 </a:t>
            </a:r>
            <a:r>
              <a:rPr lang="it-IT" dirty="0" err="1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Predictor</a:t>
            </a:r>
            <a:endParaRPr lang="it-IT"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2" name="Google Shape;1572;p38">
            <a:extLst>
              <a:ext uri="{FF2B5EF4-FFF2-40B4-BE49-F238E27FC236}">
                <a16:creationId xmlns:a16="http://schemas.microsoft.com/office/drawing/2014/main" id="{F42B86C6-A5D9-8787-D2CD-9650731C62EB}"/>
              </a:ext>
            </a:extLst>
          </p:cNvPr>
          <p:cNvSpPr/>
          <p:nvPr/>
        </p:nvSpPr>
        <p:spPr>
          <a:xfrm>
            <a:off x="948401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86" y="0"/>
                </a:moveTo>
                <a:cubicBezTo>
                  <a:pt x="13049" y="0"/>
                  <a:pt x="7489" y="2763"/>
                  <a:pt x="3846" y="7597"/>
                </a:cubicBezTo>
                <a:cubicBezTo>
                  <a:pt x="3715" y="7763"/>
                  <a:pt x="3751" y="8001"/>
                  <a:pt x="3917" y="8120"/>
                </a:cubicBezTo>
                <a:cubicBezTo>
                  <a:pt x="3986" y="8174"/>
                  <a:pt x="4068" y="8200"/>
                  <a:pt x="4150" y="8200"/>
                </a:cubicBezTo>
                <a:cubicBezTo>
                  <a:pt x="4267" y="8200"/>
                  <a:pt x="4383" y="8147"/>
                  <a:pt x="4453" y="8049"/>
                </a:cubicBezTo>
                <a:cubicBezTo>
                  <a:pt x="7953" y="3417"/>
                  <a:pt x="13287" y="762"/>
                  <a:pt x="19086" y="762"/>
                </a:cubicBezTo>
                <a:cubicBezTo>
                  <a:pt x="29182" y="762"/>
                  <a:pt x="37398" y="8978"/>
                  <a:pt x="37398" y="19074"/>
                </a:cubicBezTo>
                <a:cubicBezTo>
                  <a:pt x="37398" y="29183"/>
                  <a:pt x="29182" y="37398"/>
                  <a:pt x="19086" y="37398"/>
                </a:cubicBezTo>
                <a:cubicBezTo>
                  <a:pt x="8977" y="37398"/>
                  <a:pt x="762" y="29183"/>
                  <a:pt x="762" y="19074"/>
                </a:cubicBezTo>
                <a:cubicBezTo>
                  <a:pt x="762" y="18872"/>
                  <a:pt x="595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61" y="38160"/>
                  <a:pt x="19086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86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38">
            <a:extLst>
              <a:ext uri="{FF2B5EF4-FFF2-40B4-BE49-F238E27FC236}">
                <a16:creationId xmlns:a16="http://schemas.microsoft.com/office/drawing/2014/main" id="{2F6F1ADE-EB66-5040-8389-5D2FB2E5F53C}"/>
              </a:ext>
            </a:extLst>
          </p:cNvPr>
          <p:cNvSpPr/>
          <p:nvPr/>
        </p:nvSpPr>
        <p:spPr>
          <a:xfrm>
            <a:off x="1536566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2" y="1"/>
                </a:moveTo>
                <a:cubicBezTo>
                  <a:pt x="168" y="1"/>
                  <a:pt x="1" y="168"/>
                  <a:pt x="1" y="382"/>
                </a:cubicBezTo>
                <a:lnTo>
                  <a:pt x="1" y="9085"/>
                </a:lnTo>
                <a:cubicBezTo>
                  <a:pt x="1" y="9300"/>
                  <a:pt x="168" y="9466"/>
                  <a:pt x="382" y="9466"/>
                </a:cubicBezTo>
                <a:cubicBezTo>
                  <a:pt x="584" y="9466"/>
                  <a:pt x="763" y="9300"/>
                  <a:pt x="763" y="9085"/>
                </a:cubicBezTo>
                <a:lnTo>
                  <a:pt x="763" y="382"/>
                </a:lnTo>
                <a:cubicBezTo>
                  <a:pt x="763" y="168"/>
                  <a:pt x="584" y="1"/>
                  <a:pt x="382" y="1"/>
                </a:cubicBezTo>
                <a:close/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38">
            <a:extLst>
              <a:ext uri="{FF2B5EF4-FFF2-40B4-BE49-F238E27FC236}">
                <a16:creationId xmlns:a16="http://schemas.microsoft.com/office/drawing/2014/main" id="{DCAA9257-4203-A587-49AD-EDCB0F7BC0E8}"/>
              </a:ext>
            </a:extLst>
          </p:cNvPr>
          <p:cNvSpPr txBox="1"/>
          <p:nvPr/>
        </p:nvSpPr>
        <p:spPr>
          <a:xfrm>
            <a:off x="696634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Sviluppo con modelli di apprendimento automatico avanzati o LLM di un sistema di predizione AI based.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5" name="Google Shape;1575;p38">
            <a:extLst>
              <a:ext uri="{FF2B5EF4-FFF2-40B4-BE49-F238E27FC236}">
                <a16:creationId xmlns:a16="http://schemas.microsoft.com/office/drawing/2014/main" id="{0BEFAB12-BE9E-7DCB-E2DB-F5683BD62E62}"/>
              </a:ext>
            </a:extLst>
          </p:cNvPr>
          <p:cNvSpPr/>
          <p:nvPr/>
        </p:nvSpPr>
        <p:spPr>
          <a:xfrm>
            <a:off x="2536321" y="2687777"/>
            <a:ext cx="2035139" cy="334115"/>
          </a:xfrm>
          <a:custGeom>
            <a:avLst/>
            <a:gdLst/>
            <a:ahLst/>
            <a:cxnLst/>
            <a:rect l="l" t="t" r="r" b="b"/>
            <a:pathLst>
              <a:path w="64700" h="10622" extrusionOk="0">
                <a:moveTo>
                  <a:pt x="1" y="1"/>
                </a:moveTo>
                <a:lnTo>
                  <a:pt x="1" y="10621"/>
                </a:ln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Report Engine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76" name="Google Shape;1576;p38">
            <a:extLst>
              <a:ext uri="{FF2B5EF4-FFF2-40B4-BE49-F238E27FC236}">
                <a16:creationId xmlns:a16="http://schemas.microsoft.com/office/drawing/2014/main" id="{6515A157-93ED-A22D-0E19-8A39AA75A4AF}"/>
              </a:ext>
            </a:extLst>
          </p:cNvPr>
          <p:cNvSpPr/>
          <p:nvPr/>
        </p:nvSpPr>
        <p:spPr>
          <a:xfrm>
            <a:off x="2953920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74" y="0"/>
                </a:moveTo>
                <a:cubicBezTo>
                  <a:pt x="13037" y="0"/>
                  <a:pt x="7489" y="2763"/>
                  <a:pt x="3846" y="7597"/>
                </a:cubicBezTo>
                <a:cubicBezTo>
                  <a:pt x="3715" y="7763"/>
                  <a:pt x="3751" y="8001"/>
                  <a:pt x="3917" y="8120"/>
                </a:cubicBezTo>
                <a:cubicBezTo>
                  <a:pt x="3986" y="8174"/>
                  <a:pt x="4066" y="8200"/>
                  <a:pt x="4147" y="8200"/>
                </a:cubicBezTo>
                <a:cubicBezTo>
                  <a:pt x="4262" y="8200"/>
                  <a:pt x="4376" y="8147"/>
                  <a:pt x="4453" y="8049"/>
                </a:cubicBezTo>
                <a:cubicBezTo>
                  <a:pt x="7953" y="3417"/>
                  <a:pt x="13287" y="762"/>
                  <a:pt x="19074" y="762"/>
                </a:cubicBezTo>
                <a:cubicBezTo>
                  <a:pt x="29182" y="762"/>
                  <a:pt x="37398" y="8978"/>
                  <a:pt x="37398" y="19074"/>
                </a:cubicBezTo>
                <a:cubicBezTo>
                  <a:pt x="37398" y="29183"/>
                  <a:pt x="29182" y="37398"/>
                  <a:pt x="19074" y="37398"/>
                </a:cubicBezTo>
                <a:cubicBezTo>
                  <a:pt x="8977" y="37398"/>
                  <a:pt x="762" y="29183"/>
                  <a:pt x="762" y="19074"/>
                </a:cubicBezTo>
                <a:cubicBezTo>
                  <a:pt x="762" y="18872"/>
                  <a:pt x="595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61" y="38160"/>
                  <a:pt x="19074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74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38">
            <a:extLst>
              <a:ext uri="{FF2B5EF4-FFF2-40B4-BE49-F238E27FC236}">
                <a16:creationId xmlns:a16="http://schemas.microsoft.com/office/drawing/2014/main" id="{E3DA957E-E246-F730-AE91-CDE2A46B12A3}"/>
              </a:ext>
            </a:extLst>
          </p:cNvPr>
          <p:cNvSpPr/>
          <p:nvPr/>
        </p:nvSpPr>
        <p:spPr>
          <a:xfrm>
            <a:off x="3541896" y="2396585"/>
            <a:ext cx="24378" cy="297784"/>
          </a:xfrm>
          <a:custGeom>
            <a:avLst/>
            <a:gdLst/>
            <a:ahLst/>
            <a:cxnLst/>
            <a:rect l="l" t="t" r="r" b="b"/>
            <a:pathLst>
              <a:path w="775" h="9467" extrusionOk="0">
                <a:moveTo>
                  <a:pt x="382" y="1"/>
                </a:moveTo>
                <a:cubicBezTo>
                  <a:pt x="179" y="1"/>
                  <a:pt x="1" y="168"/>
                  <a:pt x="1" y="382"/>
                </a:cubicBezTo>
                <a:lnTo>
                  <a:pt x="1" y="9085"/>
                </a:lnTo>
                <a:cubicBezTo>
                  <a:pt x="1" y="9300"/>
                  <a:pt x="179" y="9466"/>
                  <a:pt x="382" y="9466"/>
                </a:cubicBezTo>
                <a:cubicBezTo>
                  <a:pt x="596" y="9466"/>
                  <a:pt x="775" y="9300"/>
                  <a:pt x="775" y="9085"/>
                </a:cubicBezTo>
                <a:lnTo>
                  <a:pt x="775" y="382"/>
                </a:lnTo>
                <a:cubicBezTo>
                  <a:pt x="775" y="168"/>
                  <a:pt x="596" y="1"/>
                  <a:pt x="382" y="1"/>
                </a:cubicBezTo>
                <a:close/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8" name="Google Shape;1578;p38">
            <a:extLst>
              <a:ext uri="{FF2B5EF4-FFF2-40B4-BE49-F238E27FC236}">
                <a16:creationId xmlns:a16="http://schemas.microsoft.com/office/drawing/2014/main" id="{8488983B-FBFC-F5AF-88B7-156D4CBF6307}"/>
              </a:ext>
            </a:extLst>
          </p:cNvPr>
          <p:cNvSpPr txBox="1"/>
          <p:nvPr/>
        </p:nvSpPr>
        <p:spPr>
          <a:xfrm>
            <a:off x="2701948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Sviluppo di un Report Engine per avere un quado generale dell’analis semplice, intuitivo e ripetibile.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79" name="Google Shape;1579;p38">
            <a:extLst>
              <a:ext uri="{FF2B5EF4-FFF2-40B4-BE49-F238E27FC236}">
                <a16:creationId xmlns:a16="http://schemas.microsoft.com/office/drawing/2014/main" id="{2FC259FE-DFFC-74AA-5D43-61A102079DAA}"/>
              </a:ext>
            </a:extLst>
          </p:cNvPr>
          <p:cNvSpPr/>
          <p:nvPr/>
        </p:nvSpPr>
        <p:spPr>
          <a:xfrm>
            <a:off x="4572194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0" y="1"/>
                </a:moveTo>
                <a:lnTo>
                  <a:pt x="0" y="10621"/>
                </a:lnTo>
                <a:lnTo>
                  <a:pt x="64699" y="10621"/>
                </a:lnTo>
                <a:lnTo>
                  <a:pt x="6469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Dynamic Analysis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0" name="Google Shape;1580;p38">
            <a:extLst>
              <a:ext uri="{FF2B5EF4-FFF2-40B4-BE49-F238E27FC236}">
                <a16:creationId xmlns:a16="http://schemas.microsoft.com/office/drawing/2014/main" id="{1E930255-BE57-D545-9E30-1279A85B0992}"/>
              </a:ext>
            </a:extLst>
          </p:cNvPr>
          <p:cNvSpPr/>
          <p:nvPr/>
        </p:nvSpPr>
        <p:spPr>
          <a:xfrm>
            <a:off x="4989384" y="1220262"/>
            <a:ext cx="1200700" cy="1200323"/>
          </a:xfrm>
          <a:custGeom>
            <a:avLst/>
            <a:gdLst/>
            <a:ahLst/>
            <a:cxnLst/>
            <a:rect l="l" t="t" r="r" b="b"/>
            <a:pathLst>
              <a:path w="38172" h="38160" extrusionOk="0">
                <a:moveTo>
                  <a:pt x="19086" y="0"/>
                </a:moveTo>
                <a:cubicBezTo>
                  <a:pt x="13050" y="0"/>
                  <a:pt x="7490" y="2763"/>
                  <a:pt x="3846" y="7597"/>
                </a:cubicBezTo>
                <a:cubicBezTo>
                  <a:pt x="3727" y="7763"/>
                  <a:pt x="3751" y="8001"/>
                  <a:pt x="3930" y="8120"/>
                </a:cubicBezTo>
                <a:cubicBezTo>
                  <a:pt x="3998" y="8174"/>
                  <a:pt x="4079" y="8200"/>
                  <a:pt x="4159" y="8200"/>
                </a:cubicBezTo>
                <a:cubicBezTo>
                  <a:pt x="4274" y="8200"/>
                  <a:pt x="4388" y="8147"/>
                  <a:pt x="4465" y="8049"/>
                </a:cubicBezTo>
                <a:cubicBezTo>
                  <a:pt x="7954" y="3417"/>
                  <a:pt x="13288" y="762"/>
                  <a:pt x="19086" y="762"/>
                </a:cubicBezTo>
                <a:cubicBezTo>
                  <a:pt x="29183" y="762"/>
                  <a:pt x="37410" y="8978"/>
                  <a:pt x="37410" y="19074"/>
                </a:cubicBezTo>
                <a:cubicBezTo>
                  <a:pt x="37410" y="29183"/>
                  <a:pt x="29183" y="37398"/>
                  <a:pt x="19086" y="37398"/>
                </a:cubicBezTo>
                <a:cubicBezTo>
                  <a:pt x="8990" y="37398"/>
                  <a:pt x="774" y="29183"/>
                  <a:pt x="774" y="19074"/>
                </a:cubicBezTo>
                <a:cubicBezTo>
                  <a:pt x="774" y="18872"/>
                  <a:pt x="596" y="18693"/>
                  <a:pt x="382" y="18693"/>
                </a:cubicBezTo>
                <a:cubicBezTo>
                  <a:pt x="179" y="18693"/>
                  <a:pt x="1" y="18872"/>
                  <a:pt x="1" y="19074"/>
                </a:cubicBezTo>
                <a:cubicBezTo>
                  <a:pt x="1" y="29599"/>
                  <a:pt x="8561" y="38160"/>
                  <a:pt x="19086" y="38160"/>
                </a:cubicBezTo>
                <a:cubicBezTo>
                  <a:pt x="29611" y="38160"/>
                  <a:pt x="38172" y="29599"/>
                  <a:pt x="38172" y="19074"/>
                </a:cubicBezTo>
                <a:cubicBezTo>
                  <a:pt x="38172" y="8561"/>
                  <a:pt x="29611" y="0"/>
                  <a:pt x="19086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1" name="Google Shape;1581;p38">
            <a:extLst>
              <a:ext uri="{FF2B5EF4-FFF2-40B4-BE49-F238E27FC236}">
                <a16:creationId xmlns:a16="http://schemas.microsoft.com/office/drawing/2014/main" id="{6B628B1E-2D14-B98A-CC1E-75052908B5A4}"/>
              </a:ext>
            </a:extLst>
          </p:cNvPr>
          <p:cNvSpPr/>
          <p:nvPr/>
        </p:nvSpPr>
        <p:spPr>
          <a:xfrm>
            <a:off x="5577737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1" y="1"/>
                </a:moveTo>
                <a:cubicBezTo>
                  <a:pt x="167" y="1"/>
                  <a:pt x="0" y="168"/>
                  <a:pt x="0" y="382"/>
                </a:cubicBezTo>
                <a:lnTo>
                  <a:pt x="0" y="9085"/>
                </a:lnTo>
                <a:cubicBezTo>
                  <a:pt x="0" y="9300"/>
                  <a:pt x="167" y="9466"/>
                  <a:pt x="381" y="9466"/>
                </a:cubicBezTo>
                <a:cubicBezTo>
                  <a:pt x="596" y="9466"/>
                  <a:pt x="762" y="9300"/>
                  <a:pt x="762" y="9085"/>
                </a:cubicBezTo>
                <a:lnTo>
                  <a:pt x="762" y="382"/>
                </a:lnTo>
                <a:cubicBezTo>
                  <a:pt x="762" y="168"/>
                  <a:pt x="596" y="1"/>
                  <a:pt x="381" y="1"/>
                </a:cubicBezTo>
                <a:close/>
              </a:path>
            </a:pathLst>
          </a:cu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2" name="Google Shape;1582;p38">
            <a:extLst>
              <a:ext uri="{FF2B5EF4-FFF2-40B4-BE49-F238E27FC236}">
                <a16:creationId xmlns:a16="http://schemas.microsoft.com/office/drawing/2014/main" id="{C745D83B-20D5-F38A-30E4-1AE1F4E822FA}"/>
              </a:ext>
            </a:extLst>
          </p:cNvPr>
          <p:cNvSpPr txBox="1"/>
          <p:nvPr/>
        </p:nvSpPr>
        <p:spPr>
          <a:xfrm>
            <a:off x="4737806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Integrazione con la Dynamic Analysis, sviluppo di una UI intuitiva per test dinamici, parallelizzazione dei processi statici e dinamici.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583" name="Google Shape;1583;p38">
            <a:extLst>
              <a:ext uri="{FF2B5EF4-FFF2-40B4-BE49-F238E27FC236}">
                <a16:creationId xmlns:a16="http://schemas.microsoft.com/office/drawing/2014/main" id="{53C57667-9479-C0D4-0A4D-1641407399B6}"/>
              </a:ext>
            </a:extLst>
          </p:cNvPr>
          <p:cNvSpPr/>
          <p:nvPr/>
        </p:nvSpPr>
        <p:spPr>
          <a:xfrm>
            <a:off x="6608036" y="2687777"/>
            <a:ext cx="2035107" cy="334115"/>
          </a:xfrm>
          <a:custGeom>
            <a:avLst/>
            <a:gdLst/>
            <a:ahLst/>
            <a:cxnLst/>
            <a:rect l="l" t="t" r="r" b="b"/>
            <a:pathLst>
              <a:path w="64699" h="10622" extrusionOk="0">
                <a:moveTo>
                  <a:pt x="0" y="1"/>
                </a:moveTo>
                <a:lnTo>
                  <a:pt x="0" y="10621"/>
                </a:lnTo>
                <a:lnTo>
                  <a:pt x="60722" y="10621"/>
                </a:lnTo>
                <a:cubicBezTo>
                  <a:pt x="62901" y="10621"/>
                  <a:pt x="64699" y="8228"/>
                  <a:pt x="64699" y="5311"/>
                </a:cubicBezTo>
                <a:cubicBezTo>
                  <a:pt x="64699" y="2382"/>
                  <a:pt x="62901" y="1"/>
                  <a:pt x="607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Threat Intelligence</a:t>
            </a:r>
            <a:endParaRPr dirty="0">
              <a:solidFill>
                <a:schemeClr val="lt1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584" name="Google Shape;1584;p38">
            <a:extLst>
              <a:ext uri="{FF2B5EF4-FFF2-40B4-BE49-F238E27FC236}">
                <a16:creationId xmlns:a16="http://schemas.microsoft.com/office/drawing/2014/main" id="{F4088D4D-1707-441B-EFC1-840BEDBEE7B7}"/>
              </a:ext>
            </a:extLst>
          </p:cNvPr>
          <p:cNvSpPr/>
          <p:nvPr/>
        </p:nvSpPr>
        <p:spPr>
          <a:xfrm>
            <a:off x="6963448" y="1220262"/>
            <a:ext cx="1200323" cy="1200323"/>
          </a:xfrm>
          <a:custGeom>
            <a:avLst/>
            <a:gdLst/>
            <a:ahLst/>
            <a:cxnLst/>
            <a:rect l="l" t="t" r="r" b="b"/>
            <a:pathLst>
              <a:path w="38160" h="38160" extrusionOk="0">
                <a:moveTo>
                  <a:pt x="19074" y="0"/>
                </a:moveTo>
                <a:cubicBezTo>
                  <a:pt x="13038" y="0"/>
                  <a:pt x="7489" y="2763"/>
                  <a:pt x="3846" y="7597"/>
                </a:cubicBezTo>
                <a:cubicBezTo>
                  <a:pt x="3715" y="7763"/>
                  <a:pt x="3751" y="8001"/>
                  <a:pt x="3918" y="8120"/>
                </a:cubicBezTo>
                <a:cubicBezTo>
                  <a:pt x="3986" y="8174"/>
                  <a:pt x="4067" y="8200"/>
                  <a:pt x="4147" y="8200"/>
                </a:cubicBezTo>
                <a:cubicBezTo>
                  <a:pt x="4262" y="8200"/>
                  <a:pt x="4376" y="8147"/>
                  <a:pt x="4453" y="8049"/>
                </a:cubicBezTo>
                <a:cubicBezTo>
                  <a:pt x="7954" y="3417"/>
                  <a:pt x="13276" y="762"/>
                  <a:pt x="19074" y="762"/>
                </a:cubicBezTo>
                <a:cubicBezTo>
                  <a:pt x="29183" y="762"/>
                  <a:pt x="37398" y="8978"/>
                  <a:pt x="37398" y="19074"/>
                </a:cubicBezTo>
                <a:cubicBezTo>
                  <a:pt x="37398" y="29183"/>
                  <a:pt x="29183" y="37398"/>
                  <a:pt x="19074" y="37398"/>
                </a:cubicBezTo>
                <a:cubicBezTo>
                  <a:pt x="8978" y="37398"/>
                  <a:pt x="762" y="29183"/>
                  <a:pt x="762" y="19074"/>
                </a:cubicBezTo>
                <a:cubicBezTo>
                  <a:pt x="762" y="18872"/>
                  <a:pt x="584" y="18693"/>
                  <a:pt x="381" y="18693"/>
                </a:cubicBezTo>
                <a:cubicBezTo>
                  <a:pt x="167" y="18693"/>
                  <a:pt x="0" y="18872"/>
                  <a:pt x="0" y="19074"/>
                </a:cubicBezTo>
                <a:cubicBezTo>
                  <a:pt x="0" y="29599"/>
                  <a:pt x="8549" y="38160"/>
                  <a:pt x="19074" y="38160"/>
                </a:cubicBezTo>
                <a:cubicBezTo>
                  <a:pt x="29599" y="38160"/>
                  <a:pt x="38160" y="29599"/>
                  <a:pt x="38160" y="19074"/>
                </a:cubicBezTo>
                <a:cubicBezTo>
                  <a:pt x="38160" y="8561"/>
                  <a:pt x="29599" y="0"/>
                  <a:pt x="19074" y="0"/>
                </a:cubicBezTo>
                <a:close/>
              </a:path>
            </a:pathLst>
          </a:custGeom>
          <a:solidFill>
            <a:schemeClr val="accent1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5" name="Google Shape;1585;p38">
            <a:extLst>
              <a:ext uri="{FF2B5EF4-FFF2-40B4-BE49-F238E27FC236}">
                <a16:creationId xmlns:a16="http://schemas.microsoft.com/office/drawing/2014/main" id="{9F0F5B20-90F8-E8F8-5815-E24E0D036491}"/>
              </a:ext>
            </a:extLst>
          </p:cNvPr>
          <p:cNvSpPr/>
          <p:nvPr/>
        </p:nvSpPr>
        <p:spPr>
          <a:xfrm>
            <a:off x="7551612" y="2396585"/>
            <a:ext cx="24000" cy="297784"/>
          </a:xfrm>
          <a:custGeom>
            <a:avLst/>
            <a:gdLst/>
            <a:ahLst/>
            <a:cxnLst/>
            <a:rect l="l" t="t" r="r" b="b"/>
            <a:pathLst>
              <a:path w="763" h="9467" extrusionOk="0">
                <a:moveTo>
                  <a:pt x="381" y="1"/>
                </a:moveTo>
                <a:cubicBezTo>
                  <a:pt x="167" y="1"/>
                  <a:pt x="0" y="168"/>
                  <a:pt x="0" y="382"/>
                </a:cubicBezTo>
                <a:lnTo>
                  <a:pt x="0" y="9085"/>
                </a:lnTo>
                <a:cubicBezTo>
                  <a:pt x="0" y="9300"/>
                  <a:pt x="167" y="9466"/>
                  <a:pt x="381" y="9466"/>
                </a:cubicBezTo>
                <a:cubicBezTo>
                  <a:pt x="596" y="9466"/>
                  <a:pt x="762" y="9300"/>
                  <a:pt x="762" y="9085"/>
                </a:cubicBezTo>
                <a:lnTo>
                  <a:pt x="762" y="382"/>
                </a:lnTo>
                <a:cubicBezTo>
                  <a:pt x="762" y="168"/>
                  <a:pt x="596" y="1"/>
                  <a:pt x="381" y="1"/>
                </a:cubicBezTo>
                <a:close/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38">
            <a:extLst>
              <a:ext uri="{FF2B5EF4-FFF2-40B4-BE49-F238E27FC236}">
                <a16:creationId xmlns:a16="http://schemas.microsoft.com/office/drawing/2014/main" id="{C99FD4CA-7BB7-C766-8B94-6D83DF1091AB}"/>
              </a:ext>
            </a:extLst>
          </p:cNvPr>
          <p:cNvSpPr txBox="1"/>
          <p:nvPr/>
        </p:nvSpPr>
        <p:spPr>
          <a:xfrm>
            <a:off x="6711507" y="3061211"/>
            <a:ext cx="17037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Aggiunta di sistemi di condivisione STIX/TAXII per integrare i report con piattaforme di collaborazione tra enti e organizzazioni.</a:t>
            </a:r>
            <a:endParaRPr sz="1200" dirty="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600" name="Google Shape;1600;p38">
            <a:extLst>
              <a:ext uri="{FF2B5EF4-FFF2-40B4-BE49-F238E27FC236}">
                <a16:creationId xmlns:a16="http://schemas.microsoft.com/office/drawing/2014/main" id="{20B70D29-D261-A370-AE39-18176E84E407}"/>
              </a:ext>
            </a:extLst>
          </p:cNvPr>
          <p:cNvGrpSpPr/>
          <p:nvPr/>
        </p:nvGrpSpPr>
        <p:grpSpPr>
          <a:xfrm>
            <a:off x="1254177" y="1459048"/>
            <a:ext cx="588613" cy="696510"/>
            <a:chOff x="3259496" y="1791478"/>
            <a:chExt cx="588613" cy="696510"/>
          </a:xfrm>
        </p:grpSpPr>
        <p:sp>
          <p:nvSpPr>
            <p:cNvPr id="1601" name="Google Shape;1601;p38">
              <a:extLst>
                <a:ext uri="{FF2B5EF4-FFF2-40B4-BE49-F238E27FC236}">
                  <a16:creationId xmlns:a16="http://schemas.microsoft.com/office/drawing/2014/main" id="{C8C10903-3E4F-9660-808E-F83BD3BD5EB8}"/>
                </a:ext>
              </a:extLst>
            </p:cNvPr>
            <p:cNvSpPr/>
            <p:nvPr/>
          </p:nvSpPr>
          <p:spPr>
            <a:xfrm>
              <a:off x="3259496" y="1899341"/>
              <a:ext cx="588613" cy="588647"/>
            </a:xfrm>
            <a:custGeom>
              <a:avLst/>
              <a:gdLst/>
              <a:ahLst/>
              <a:cxnLst/>
              <a:rect l="l" t="t" r="r" b="b"/>
              <a:pathLst>
                <a:path w="17086" h="17087" extrusionOk="0">
                  <a:moveTo>
                    <a:pt x="17086" y="8537"/>
                  </a:moveTo>
                  <a:cubicBezTo>
                    <a:pt x="17086" y="13252"/>
                    <a:pt x="13264" y="17086"/>
                    <a:pt x="8549" y="17086"/>
                  </a:cubicBezTo>
                  <a:cubicBezTo>
                    <a:pt x="3822" y="17086"/>
                    <a:pt x="0" y="13252"/>
                    <a:pt x="0" y="8537"/>
                  </a:cubicBezTo>
                  <a:cubicBezTo>
                    <a:pt x="0" y="3823"/>
                    <a:pt x="3822" y="1"/>
                    <a:pt x="8549" y="1"/>
                  </a:cubicBezTo>
                  <a:cubicBezTo>
                    <a:pt x="13264" y="1"/>
                    <a:pt x="17086" y="3823"/>
                    <a:pt x="17086" y="85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38">
              <a:extLst>
                <a:ext uri="{FF2B5EF4-FFF2-40B4-BE49-F238E27FC236}">
                  <a16:creationId xmlns:a16="http://schemas.microsoft.com/office/drawing/2014/main" id="{3F1A2028-ECC8-E66B-CCCA-624A82167EBB}"/>
                </a:ext>
              </a:extLst>
            </p:cNvPr>
            <p:cNvSpPr/>
            <p:nvPr/>
          </p:nvSpPr>
          <p:spPr>
            <a:xfrm>
              <a:off x="3390337" y="2029768"/>
              <a:ext cx="326931" cy="327378"/>
            </a:xfrm>
            <a:custGeom>
              <a:avLst/>
              <a:gdLst/>
              <a:ahLst/>
              <a:cxnLst/>
              <a:rect l="l" t="t" r="r" b="b"/>
              <a:pathLst>
                <a:path w="9490" h="9503" extrusionOk="0">
                  <a:moveTo>
                    <a:pt x="9490" y="4751"/>
                  </a:moveTo>
                  <a:cubicBezTo>
                    <a:pt x="9490" y="7371"/>
                    <a:pt x="7370" y="9502"/>
                    <a:pt x="4751" y="9502"/>
                  </a:cubicBezTo>
                  <a:cubicBezTo>
                    <a:pt x="2132" y="9502"/>
                    <a:pt x="0" y="7371"/>
                    <a:pt x="0" y="4751"/>
                  </a:cubicBezTo>
                  <a:cubicBezTo>
                    <a:pt x="0" y="2132"/>
                    <a:pt x="2132" y="1"/>
                    <a:pt x="4751" y="1"/>
                  </a:cubicBezTo>
                  <a:cubicBezTo>
                    <a:pt x="7370" y="1"/>
                    <a:pt x="9490" y="2132"/>
                    <a:pt x="9490" y="47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3" name="Google Shape;1603;p38">
              <a:extLst>
                <a:ext uri="{FF2B5EF4-FFF2-40B4-BE49-F238E27FC236}">
                  <a16:creationId xmlns:a16="http://schemas.microsoft.com/office/drawing/2014/main" id="{77D28EAE-4093-8C77-C18A-BA2CF860DCCE}"/>
                </a:ext>
              </a:extLst>
            </p:cNvPr>
            <p:cNvSpPr/>
            <p:nvPr/>
          </p:nvSpPr>
          <p:spPr>
            <a:xfrm>
              <a:off x="3476462" y="2029768"/>
              <a:ext cx="154681" cy="327378"/>
            </a:xfrm>
            <a:custGeom>
              <a:avLst/>
              <a:gdLst/>
              <a:ahLst/>
              <a:cxnLst/>
              <a:rect l="l" t="t" r="r" b="b"/>
              <a:pathLst>
                <a:path w="4490" h="9503" fill="none" extrusionOk="0">
                  <a:moveTo>
                    <a:pt x="4489" y="4751"/>
                  </a:moveTo>
                  <a:cubicBezTo>
                    <a:pt x="4489" y="7371"/>
                    <a:pt x="3489" y="9502"/>
                    <a:pt x="2251" y="9502"/>
                  </a:cubicBezTo>
                  <a:cubicBezTo>
                    <a:pt x="1013" y="9502"/>
                    <a:pt x="1" y="7371"/>
                    <a:pt x="1" y="4751"/>
                  </a:cubicBezTo>
                  <a:cubicBezTo>
                    <a:pt x="1" y="2132"/>
                    <a:pt x="1013" y="1"/>
                    <a:pt x="2251" y="1"/>
                  </a:cubicBezTo>
                  <a:cubicBezTo>
                    <a:pt x="3489" y="1"/>
                    <a:pt x="4489" y="2132"/>
                    <a:pt x="4489" y="4751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38">
              <a:extLst>
                <a:ext uri="{FF2B5EF4-FFF2-40B4-BE49-F238E27FC236}">
                  <a16:creationId xmlns:a16="http://schemas.microsoft.com/office/drawing/2014/main" id="{38A18D6B-B2C5-A478-6B51-97373D4DDFF5}"/>
                </a:ext>
              </a:extLst>
            </p:cNvPr>
            <p:cNvSpPr/>
            <p:nvPr/>
          </p:nvSpPr>
          <p:spPr>
            <a:xfrm>
              <a:off x="3390337" y="2115928"/>
              <a:ext cx="326931" cy="155059"/>
            </a:xfrm>
            <a:custGeom>
              <a:avLst/>
              <a:gdLst/>
              <a:ahLst/>
              <a:cxnLst/>
              <a:rect l="l" t="t" r="r" b="b"/>
              <a:pathLst>
                <a:path w="9490" h="4501" fill="none" extrusionOk="0">
                  <a:moveTo>
                    <a:pt x="9490" y="2250"/>
                  </a:moveTo>
                  <a:cubicBezTo>
                    <a:pt x="9490" y="3489"/>
                    <a:pt x="7370" y="4501"/>
                    <a:pt x="4751" y="4501"/>
                  </a:cubicBezTo>
                  <a:cubicBezTo>
                    <a:pt x="2132" y="4501"/>
                    <a:pt x="0" y="3489"/>
                    <a:pt x="0" y="2250"/>
                  </a:cubicBezTo>
                  <a:cubicBezTo>
                    <a:pt x="0" y="1012"/>
                    <a:pt x="2132" y="0"/>
                    <a:pt x="4751" y="0"/>
                  </a:cubicBezTo>
                  <a:cubicBezTo>
                    <a:pt x="7370" y="0"/>
                    <a:pt x="9490" y="1012"/>
                    <a:pt x="9490" y="2250"/>
                  </a:cubicBezTo>
                  <a:close/>
                </a:path>
              </a:pathLst>
            </a:custGeom>
            <a:noFill/>
            <a:ln w="2675" cap="flat" cmpd="sng">
              <a:solidFill>
                <a:srgbClr val="FFFFFF"/>
              </a:solidFill>
              <a:prstDash val="solid"/>
              <a:miter lim="1190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8">
              <a:extLst>
                <a:ext uri="{FF2B5EF4-FFF2-40B4-BE49-F238E27FC236}">
                  <a16:creationId xmlns:a16="http://schemas.microsoft.com/office/drawing/2014/main" id="{50C853A1-804F-31C1-7256-2D1B85B432AC}"/>
                </a:ext>
              </a:extLst>
            </p:cNvPr>
            <p:cNvSpPr/>
            <p:nvPr/>
          </p:nvSpPr>
          <p:spPr>
            <a:xfrm>
              <a:off x="3553975" y="2193440"/>
              <a:ext cx="210868" cy="210455"/>
            </a:xfrm>
            <a:custGeom>
              <a:avLst/>
              <a:gdLst/>
              <a:ahLst/>
              <a:cxnLst/>
              <a:rect l="l" t="t" r="r" b="b"/>
              <a:pathLst>
                <a:path w="6121" h="6109" extrusionOk="0">
                  <a:moveTo>
                    <a:pt x="1" y="0"/>
                  </a:moveTo>
                  <a:lnTo>
                    <a:pt x="1323" y="4918"/>
                  </a:lnTo>
                  <a:lnTo>
                    <a:pt x="2096" y="4144"/>
                  </a:lnTo>
                  <a:lnTo>
                    <a:pt x="4061" y="6108"/>
                  </a:lnTo>
                  <a:lnTo>
                    <a:pt x="6121" y="4049"/>
                  </a:lnTo>
                  <a:lnTo>
                    <a:pt x="4156" y="2084"/>
                  </a:lnTo>
                  <a:lnTo>
                    <a:pt x="4906" y="131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6" name="Google Shape;1606;p38">
              <a:extLst>
                <a:ext uri="{FF2B5EF4-FFF2-40B4-BE49-F238E27FC236}">
                  <a16:creationId xmlns:a16="http://schemas.microsoft.com/office/drawing/2014/main" id="{8B5011FE-BE01-1977-353F-33985EE5C38E}"/>
                </a:ext>
              </a:extLst>
            </p:cNvPr>
            <p:cNvSpPr/>
            <p:nvPr/>
          </p:nvSpPr>
          <p:spPr>
            <a:xfrm>
              <a:off x="3281234" y="1791478"/>
              <a:ext cx="305193" cy="264163"/>
            </a:xfrm>
            <a:custGeom>
              <a:avLst/>
              <a:gdLst/>
              <a:ahLst/>
              <a:cxnLst/>
              <a:rect l="l" t="t" r="r" b="b"/>
              <a:pathLst>
                <a:path w="8859" h="7668" extrusionOk="0">
                  <a:moveTo>
                    <a:pt x="298" y="6549"/>
                  </a:moveTo>
                  <a:lnTo>
                    <a:pt x="3798" y="489"/>
                  </a:lnTo>
                  <a:cubicBezTo>
                    <a:pt x="4072" y="0"/>
                    <a:pt x="4787" y="0"/>
                    <a:pt x="5072" y="489"/>
                  </a:cubicBezTo>
                  <a:lnTo>
                    <a:pt x="8573" y="6549"/>
                  </a:lnTo>
                  <a:cubicBezTo>
                    <a:pt x="8859" y="7037"/>
                    <a:pt x="8501" y="7668"/>
                    <a:pt x="7930" y="7668"/>
                  </a:cubicBezTo>
                  <a:lnTo>
                    <a:pt x="941" y="7668"/>
                  </a:lnTo>
                  <a:cubicBezTo>
                    <a:pt x="357" y="7668"/>
                    <a:pt x="0" y="7037"/>
                    <a:pt x="298" y="65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8">
              <a:extLst>
                <a:ext uri="{FF2B5EF4-FFF2-40B4-BE49-F238E27FC236}">
                  <a16:creationId xmlns:a16="http://schemas.microsoft.com/office/drawing/2014/main" id="{436258E1-1C74-0430-A000-9D90FF6A99B5}"/>
                </a:ext>
              </a:extLst>
            </p:cNvPr>
            <p:cNvSpPr/>
            <p:nvPr/>
          </p:nvSpPr>
          <p:spPr>
            <a:xfrm>
              <a:off x="3281648" y="1795577"/>
              <a:ext cx="304779" cy="260063"/>
            </a:xfrm>
            <a:custGeom>
              <a:avLst/>
              <a:gdLst/>
              <a:ahLst/>
              <a:cxnLst/>
              <a:rect l="l" t="t" r="r" b="b"/>
              <a:pathLst>
                <a:path w="8847" h="7549" extrusionOk="0">
                  <a:moveTo>
                    <a:pt x="4417" y="155"/>
                  </a:moveTo>
                  <a:cubicBezTo>
                    <a:pt x="4632" y="155"/>
                    <a:pt x="4822" y="250"/>
                    <a:pt x="4929" y="453"/>
                  </a:cubicBezTo>
                  <a:lnTo>
                    <a:pt x="8430" y="6501"/>
                  </a:lnTo>
                  <a:cubicBezTo>
                    <a:pt x="8525" y="6680"/>
                    <a:pt x="8525" y="6906"/>
                    <a:pt x="8430" y="7097"/>
                  </a:cubicBezTo>
                  <a:cubicBezTo>
                    <a:pt x="8323" y="7275"/>
                    <a:pt x="8132" y="7394"/>
                    <a:pt x="7918" y="7394"/>
                  </a:cubicBezTo>
                  <a:lnTo>
                    <a:pt x="929" y="7394"/>
                  </a:lnTo>
                  <a:cubicBezTo>
                    <a:pt x="715" y="7394"/>
                    <a:pt x="524" y="7299"/>
                    <a:pt x="417" y="7097"/>
                  </a:cubicBezTo>
                  <a:cubicBezTo>
                    <a:pt x="310" y="6918"/>
                    <a:pt x="310" y="6704"/>
                    <a:pt x="417" y="6501"/>
                  </a:cubicBezTo>
                  <a:lnTo>
                    <a:pt x="3917" y="453"/>
                  </a:lnTo>
                  <a:cubicBezTo>
                    <a:pt x="4001" y="250"/>
                    <a:pt x="4203" y="155"/>
                    <a:pt x="4417" y="155"/>
                  </a:cubicBezTo>
                  <a:close/>
                  <a:moveTo>
                    <a:pt x="4417" y="0"/>
                  </a:moveTo>
                  <a:cubicBezTo>
                    <a:pt x="4167" y="0"/>
                    <a:pt x="3917" y="119"/>
                    <a:pt x="3786" y="370"/>
                  </a:cubicBezTo>
                  <a:lnTo>
                    <a:pt x="286" y="6430"/>
                  </a:lnTo>
                  <a:cubicBezTo>
                    <a:pt x="0" y="6918"/>
                    <a:pt x="357" y="7549"/>
                    <a:pt x="929" y="7549"/>
                  </a:cubicBezTo>
                  <a:lnTo>
                    <a:pt x="7918" y="7549"/>
                  </a:lnTo>
                  <a:cubicBezTo>
                    <a:pt x="8489" y="7549"/>
                    <a:pt x="8847" y="6942"/>
                    <a:pt x="8561" y="6430"/>
                  </a:cubicBezTo>
                  <a:lnTo>
                    <a:pt x="5060" y="370"/>
                  </a:lnTo>
                  <a:cubicBezTo>
                    <a:pt x="4917" y="119"/>
                    <a:pt x="4656" y="0"/>
                    <a:pt x="441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8">
              <a:extLst>
                <a:ext uri="{FF2B5EF4-FFF2-40B4-BE49-F238E27FC236}">
                  <a16:creationId xmlns:a16="http://schemas.microsoft.com/office/drawing/2014/main" id="{402B4B34-F12F-8B82-5433-D48BEBC09802}"/>
                </a:ext>
              </a:extLst>
            </p:cNvPr>
            <p:cNvSpPr/>
            <p:nvPr/>
          </p:nvSpPr>
          <p:spPr>
            <a:xfrm>
              <a:off x="3418621" y="1978093"/>
              <a:ext cx="30385" cy="31212"/>
            </a:xfrm>
            <a:custGeom>
              <a:avLst/>
              <a:gdLst/>
              <a:ahLst/>
              <a:cxnLst/>
              <a:rect l="l" t="t" r="r" b="b"/>
              <a:pathLst>
                <a:path w="882" h="906" extrusionOk="0">
                  <a:moveTo>
                    <a:pt x="429" y="1"/>
                  </a:moveTo>
                  <a:cubicBezTo>
                    <a:pt x="179" y="1"/>
                    <a:pt x="1" y="179"/>
                    <a:pt x="1" y="453"/>
                  </a:cubicBezTo>
                  <a:cubicBezTo>
                    <a:pt x="1" y="715"/>
                    <a:pt x="179" y="906"/>
                    <a:pt x="429" y="906"/>
                  </a:cubicBezTo>
                  <a:cubicBezTo>
                    <a:pt x="703" y="906"/>
                    <a:pt x="882" y="715"/>
                    <a:pt x="882" y="453"/>
                  </a:cubicBezTo>
                  <a:cubicBezTo>
                    <a:pt x="882" y="179"/>
                    <a:pt x="703" y="1"/>
                    <a:pt x="4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8">
              <a:extLst>
                <a:ext uri="{FF2B5EF4-FFF2-40B4-BE49-F238E27FC236}">
                  <a16:creationId xmlns:a16="http://schemas.microsoft.com/office/drawing/2014/main" id="{0DFFA4FB-8367-7BD1-8F21-A30B592F598F}"/>
                </a:ext>
              </a:extLst>
            </p:cNvPr>
            <p:cNvSpPr/>
            <p:nvPr/>
          </p:nvSpPr>
          <p:spPr>
            <a:xfrm>
              <a:off x="3420274" y="1865717"/>
              <a:ext cx="27526" cy="102558"/>
            </a:xfrm>
            <a:custGeom>
              <a:avLst/>
              <a:gdLst/>
              <a:ahLst/>
              <a:cxnLst/>
              <a:rect l="l" t="t" r="r" b="b"/>
              <a:pathLst>
                <a:path w="799" h="2977" extrusionOk="0">
                  <a:moveTo>
                    <a:pt x="393" y="0"/>
                  </a:moveTo>
                  <a:cubicBezTo>
                    <a:pt x="179" y="0"/>
                    <a:pt x="0" y="179"/>
                    <a:pt x="0" y="405"/>
                  </a:cubicBezTo>
                  <a:lnTo>
                    <a:pt x="0" y="1120"/>
                  </a:lnTo>
                  <a:lnTo>
                    <a:pt x="120" y="2727"/>
                  </a:lnTo>
                  <a:cubicBezTo>
                    <a:pt x="131" y="2858"/>
                    <a:pt x="251" y="2977"/>
                    <a:pt x="393" y="2977"/>
                  </a:cubicBezTo>
                  <a:cubicBezTo>
                    <a:pt x="548" y="2977"/>
                    <a:pt x="667" y="2882"/>
                    <a:pt x="679" y="2727"/>
                  </a:cubicBezTo>
                  <a:lnTo>
                    <a:pt x="798" y="1120"/>
                  </a:lnTo>
                  <a:lnTo>
                    <a:pt x="798" y="405"/>
                  </a:lnTo>
                  <a:cubicBezTo>
                    <a:pt x="798" y="179"/>
                    <a:pt x="608" y="0"/>
                    <a:pt x="39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" name="Google Shape;1175;p31">
            <a:extLst>
              <a:ext uri="{FF2B5EF4-FFF2-40B4-BE49-F238E27FC236}">
                <a16:creationId xmlns:a16="http://schemas.microsoft.com/office/drawing/2014/main" id="{92F44E84-FD3C-0B71-2B5D-FFB9BC944D7E}"/>
              </a:ext>
            </a:extLst>
          </p:cNvPr>
          <p:cNvGrpSpPr/>
          <p:nvPr/>
        </p:nvGrpSpPr>
        <p:grpSpPr>
          <a:xfrm>
            <a:off x="3256239" y="1533287"/>
            <a:ext cx="621361" cy="593961"/>
            <a:chOff x="4793179" y="2395564"/>
            <a:chExt cx="1406367" cy="1353380"/>
          </a:xfrm>
        </p:grpSpPr>
        <p:sp>
          <p:nvSpPr>
            <p:cNvPr id="4" name="Google Shape;1176;p31">
              <a:extLst>
                <a:ext uri="{FF2B5EF4-FFF2-40B4-BE49-F238E27FC236}">
                  <a16:creationId xmlns:a16="http://schemas.microsoft.com/office/drawing/2014/main" id="{7A435ADF-25A0-E363-9D30-35249A2DEEC4}"/>
                </a:ext>
              </a:extLst>
            </p:cNvPr>
            <p:cNvSpPr/>
            <p:nvPr/>
          </p:nvSpPr>
          <p:spPr>
            <a:xfrm>
              <a:off x="4793179" y="2395564"/>
              <a:ext cx="1406367" cy="1353380"/>
            </a:xfrm>
            <a:custGeom>
              <a:avLst/>
              <a:gdLst/>
              <a:ahLst/>
              <a:cxnLst/>
              <a:rect l="l" t="t" r="r" b="b"/>
              <a:pathLst>
                <a:path w="48756" h="46915" extrusionOk="0">
                  <a:moveTo>
                    <a:pt x="25320" y="0"/>
                  </a:moveTo>
                  <a:cubicBezTo>
                    <a:pt x="19205" y="0"/>
                    <a:pt x="13201" y="2386"/>
                    <a:pt x="8724" y="6883"/>
                  </a:cubicBezTo>
                  <a:cubicBezTo>
                    <a:pt x="2007" y="13570"/>
                    <a:pt x="1" y="23662"/>
                    <a:pt x="3648" y="32446"/>
                  </a:cubicBezTo>
                  <a:cubicBezTo>
                    <a:pt x="7265" y="41200"/>
                    <a:pt x="15806" y="46914"/>
                    <a:pt x="25290" y="46914"/>
                  </a:cubicBezTo>
                  <a:cubicBezTo>
                    <a:pt x="38269" y="46914"/>
                    <a:pt x="48755" y="36397"/>
                    <a:pt x="48755" y="23449"/>
                  </a:cubicBezTo>
                  <a:cubicBezTo>
                    <a:pt x="48755" y="13965"/>
                    <a:pt x="43041" y="5424"/>
                    <a:pt x="34287" y="1777"/>
                  </a:cubicBezTo>
                  <a:cubicBezTo>
                    <a:pt x="31384" y="581"/>
                    <a:pt x="28338" y="0"/>
                    <a:pt x="253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1177;p31">
              <a:extLst>
                <a:ext uri="{FF2B5EF4-FFF2-40B4-BE49-F238E27FC236}">
                  <a16:creationId xmlns:a16="http://schemas.microsoft.com/office/drawing/2014/main" id="{687F2028-CD65-CF02-8B18-1A5910CD843F}"/>
                </a:ext>
              </a:extLst>
            </p:cNvPr>
            <p:cNvGrpSpPr/>
            <p:nvPr/>
          </p:nvGrpSpPr>
          <p:grpSpPr>
            <a:xfrm>
              <a:off x="4955623" y="2535620"/>
              <a:ext cx="1082065" cy="1044962"/>
              <a:chOff x="5071548" y="-1403230"/>
              <a:chExt cx="1082065" cy="1044962"/>
            </a:xfrm>
          </p:grpSpPr>
          <p:sp>
            <p:nvSpPr>
              <p:cNvPr id="6" name="Google Shape;1178;p31">
                <a:extLst>
                  <a:ext uri="{FF2B5EF4-FFF2-40B4-BE49-F238E27FC236}">
                    <a16:creationId xmlns:a16="http://schemas.microsoft.com/office/drawing/2014/main" id="{EB4C94DF-EC9E-3EBA-9E59-77D93988A7AF}"/>
                  </a:ext>
                </a:extLst>
              </p:cNvPr>
              <p:cNvSpPr/>
              <p:nvPr/>
            </p:nvSpPr>
            <p:spPr>
              <a:xfrm>
                <a:off x="5071548" y="-970848"/>
                <a:ext cx="827784" cy="612580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7896" extrusionOk="0">
                    <a:moveTo>
                      <a:pt x="1" y="1"/>
                    </a:moveTo>
                    <a:lnTo>
                      <a:pt x="1" y="17896"/>
                    </a:lnTo>
                    <a:lnTo>
                      <a:pt x="24182" y="17896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1179;p31">
                <a:extLst>
                  <a:ext uri="{FF2B5EF4-FFF2-40B4-BE49-F238E27FC236}">
                    <a16:creationId xmlns:a16="http://schemas.microsoft.com/office/drawing/2014/main" id="{0E874220-06AA-518E-17CA-2F4FD5F48321}"/>
                  </a:ext>
                </a:extLst>
              </p:cNvPr>
              <p:cNvSpPr/>
              <p:nvPr/>
            </p:nvSpPr>
            <p:spPr>
              <a:xfrm>
                <a:off x="5071548" y="-759723"/>
                <a:ext cx="827784" cy="40144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1728" extrusionOk="0">
                    <a:moveTo>
                      <a:pt x="8323" y="0"/>
                    </a:moveTo>
                    <a:lnTo>
                      <a:pt x="1" y="11728"/>
                    </a:lnTo>
                    <a:lnTo>
                      <a:pt x="24182" y="11728"/>
                    </a:lnTo>
                    <a:lnTo>
                      <a:pt x="1594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1180;p31">
                <a:extLst>
                  <a:ext uri="{FF2B5EF4-FFF2-40B4-BE49-F238E27FC236}">
                    <a16:creationId xmlns:a16="http://schemas.microsoft.com/office/drawing/2014/main" id="{8777933A-2D3B-D93B-5606-7E523AABEC5D}"/>
                  </a:ext>
                </a:extLst>
              </p:cNvPr>
              <p:cNvSpPr/>
              <p:nvPr/>
            </p:nvSpPr>
            <p:spPr>
              <a:xfrm>
                <a:off x="5071548" y="-970438"/>
                <a:ext cx="827784" cy="419009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2241" extrusionOk="0">
                    <a:moveTo>
                      <a:pt x="1" y="1"/>
                    </a:moveTo>
                    <a:lnTo>
                      <a:pt x="12109" y="12240"/>
                    </a:lnTo>
                    <a:lnTo>
                      <a:pt x="2418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" name="Google Shape;1181;p31">
                <a:extLst>
                  <a:ext uri="{FF2B5EF4-FFF2-40B4-BE49-F238E27FC236}">
                    <a16:creationId xmlns:a16="http://schemas.microsoft.com/office/drawing/2014/main" id="{1488AAE5-6336-F198-B931-BAE25D6D81AD}"/>
                  </a:ext>
                </a:extLst>
              </p:cNvPr>
              <p:cNvSpPr/>
              <p:nvPr/>
            </p:nvSpPr>
            <p:spPr>
              <a:xfrm>
                <a:off x="5600525" y="-1403230"/>
                <a:ext cx="553088" cy="553465"/>
              </a:xfrm>
              <a:custGeom>
                <a:avLst/>
                <a:gdLst/>
                <a:ahLst/>
                <a:cxnLst/>
                <a:rect l="l" t="t" r="r" b="b"/>
                <a:pathLst>
                  <a:path w="16158" h="16169" extrusionOk="0">
                    <a:moveTo>
                      <a:pt x="8073" y="0"/>
                    </a:moveTo>
                    <a:cubicBezTo>
                      <a:pt x="3620" y="0"/>
                      <a:pt x="1" y="3620"/>
                      <a:pt x="1" y="8085"/>
                    </a:cubicBezTo>
                    <a:cubicBezTo>
                      <a:pt x="1" y="12549"/>
                      <a:pt x="3620" y="16169"/>
                      <a:pt x="8073" y="16169"/>
                    </a:cubicBezTo>
                    <a:cubicBezTo>
                      <a:pt x="12538" y="16169"/>
                      <a:pt x="16158" y="12549"/>
                      <a:pt x="16158" y="8085"/>
                    </a:cubicBezTo>
                    <a:cubicBezTo>
                      <a:pt x="16158" y="3620"/>
                      <a:pt x="12538" y="0"/>
                      <a:pt x="80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0" name="Google Shape;1182;p31">
                <a:extLst>
                  <a:ext uri="{FF2B5EF4-FFF2-40B4-BE49-F238E27FC236}">
                    <a16:creationId xmlns:a16="http://schemas.microsoft.com/office/drawing/2014/main" id="{167EF41E-593B-E04A-53CC-4D64C8C7D276}"/>
                  </a:ext>
                </a:extLst>
              </p:cNvPr>
              <p:cNvSpPr/>
              <p:nvPr/>
            </p:nvSpPr>
            <p:spPr>
              <a:xfrm>
                <a:off x="5737475" y="-1283839"/>
                <a:ext cx="278803" cy="315498"/>
              </a:xfrm>
              <a:custGeom>
                <a:avLst/>
                <a:gdLst/>
                <a:ahLst/>
                <a:cxnLst/>
                <a:rect l="l" t="t" r="r" b="b"/>
                <a:pathLst>
                  <a:path w="8145" h="9217" extrusionOk="0">
                    <a:moveTo>
                      <a:pt x="8097" y="1727"/>
                    </a:move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4084" y="1"/>
                    </a:lnTo>
                    <a:lnTo>
                      <a:pt x="60" y="1727"/>
                    </a:lnTo>
                    <a:cubicBezTo>
                      <a:pt x="60" y="1727"/>
                      <a:pt x="0" y="6978"/>
                      <a:pt x="4084" y="9216"/>
                    </a:cubicBez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lnTo>
                      <a:pt x="4084" y="9216"/>
                    </a:lnTo>
                    <a:cubicBezTo>
                      <a:pt x="8144" y="6978"/>
                      <a:pt x="8097" y="1727"/>
                      <a:pt x="8097" y="1727"/>
                    </a:cubicBezTo>
                    <a:close/>
                    <a:moveTo>
                      <a:pt x="4084" y="7847"/>
                    </a:move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lnTo>
                      <a:pt x="4084" y="7847"/>
                    </a:lnTo>
                    <a:cubicBezTo>
                      <a:pt x="1203" y="6275"/>
                      <a:pt x="1250" y="2573"/>
                      <a:pt x="1250" y="2573"/>
                    </a:cubicBez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4084" y="1370"/>
                    </a:lnTo>
                    <a:lnTo>
                      <a:pt x="6906" y="2573"/>
                    </a:lnTo>
                    <a:cubicBezTo>
                      <a:pt x="6906" y="2573"/>
                      <a:pt x="6942" y="6264"/>
                      <a:pt x="4084" y="784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183;p31">
                <a:extLst>
                  <a:ext uri="{FF2B5EF4-FFF2-40B4-BE49-F238E27FC236}">
                    <a16:creationId xmlns:a16="http://schemas.microsoft.com/office/drawing/2014/main" id="{67920C1E-5B52-6411-0EDF-3237D0A389F3}"/>
                  </a:ext>
                </a:extLst>
              </p:cNvPr>
              <p:cNvSpPr/>
              <p:nvPr/>
            </p:nvSpPr>
            <p:spPr>
              <a:xfrm>
                <a:off x="5674699" y="-1197445"/>
                <a:ext cx="246216" cy="199356"/>
              </a:xfrm>
              <a:custGeom>
                <a:avLst/>
                <a:gdLst/>
                <a:ahLst/>
                <a:cxnLst/>
                <a:rect l="l" t="t" r="r" b="b"/>
                <a:pathLst>
                  <a:path w="7193" h="5824" extrusionOk="0">
                    <a:moveTo>
                      <a:pt x="6394" y="1"/>
                    </a:moveTo>
                    <a:lnTo>
                      <a:pt x="2322" y="4228"/>
                    </a:lnTo>
                    <a:lnTo>
                      <a:pt x="798" y="2680"/>
                    </a:lnTo>
                    <a:lnTo>
                      <a:pt x="1" y="3478"/>
                    </a:lnTo>
                    <a:lnTo>
                      <a:pt x="2358" y="5823"/>
                    </a:lnTo>
                    <a:lnTo>
                      <a:pt x="7192" y="763"/>
                    </a:lnTo>
                    <a:lnTo>
                      <a:pt x="639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39" name="Google Shape;1176;p31">
            <a:extLst>
              <a:ext uri="{FF2B5EF4-FFF2-40B4-BE49-F238E27FC236}">
                <a16:creationId xmlns:a16="http://schemas.microsoft.com/office/drawing/2014/main" id="{B71776CB-4675-CE07-9EDE-B447D58AB945}"/>
              </a:ext>
            </a:extLst>
          </p:cNvPr>
          <p:cNvSpPr/>
          <p:nvPr/>
        </p:nvSpPr>
        <p:spPr>
          <a:xfrm>
            <a:off x="7263795" y="1518990"/>
            <a:ext cx="621361" cy="593961"/>
          </a:xfrm>
          <a:custGeom>
            <a:avLst/>
            <a:gdLst/>
            <a:ahLst/>
            <a:cxnLst/>
            <a:rect l="l" t="t" r="r" b="b"/>
            <a:pathLst>
              <a:path w="48756" h="46915" extrusionOk="0">
                <a:moveTo>
                  <a:pt x="25320" y="0"/>
                </a:moveTo>
                <a:cubicBezTo>
                  <a:pt x="19205" y="0"/>
                  <a:pt x="13201" y="2386"/>
                  <a:pt x="8724" y="6883"/>
                </a:cubicBezTo>
                <a:cubicBezTo>
                  <a:pt x="2007" y="13570"/>
                  <a:pt x="1" y="23662"/>
                  <a:pt x="3648" y="32446"/>
                </a:cubicBezTo>
                <a:cubicBezTo>
                  <a:pt x="7265" y="41200"/>
                  <a:pt x="15806" y="46914"/>
                  <a:pt x="25290" y="46914"/>
                </a:cubicBezTo>
                <a:cubicBezTo>
                  <a:pt x="38269" y="46914"/>
                  <a:pt x="48755" y="36397"/>
                  <a:pt x="48755" y="23449"/>
                </a:cubicBezTo>
                <a:cubicBezTo>
                  <a:pt x="48755" y="13965"/>
                  <a:pt x="43041" y="5424"/>
                  <a:pt x="34287" y="1777"/>
                </a:cubicBezTo>
                <a:cubicBezTo>
                  <a:pt x="31384" y="581"/>
                  <a:pt x="28338" y="0"/>
                  <a:pt x="253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0" name="Google Shape;1176;p31">
            <a:extLst>
              <a:ext uri="{FF2B5EF4-FFF2-40B4-BE49-F238E27FC236}">
                <a16:creationId xmlns:a16="http://schemas.microsoft.com/office/drawing/2014/main" id="{40B6A783-6327-0DCF-72BC-45B2712F68BF}"/>
              </a:ext>
            </a:extLst>
          </p:cNvPr>
          <p:cNvSpPr/>
          <p:nvPr/>
        </p:nvSpPr>
        <p:spPr>
          <a:xfrm>
            <a:off x="5267056" y="1531619"/>
            <a:ext cx="621361" cy="593961"/>
          </a:xfrm>
          <a:custGeom>
            <a:avLst/>
            <a:gdLst/>
            <a:ahLst/>
            <a:cxnLst/>
            <a:rect l="l" t="t" r="r" b="b"/>
            <a:pathLst>
              <a:path w="48756" h="46915" extrusionOk="0">
                <a:moveTo>
                  <a:pt x="25320" y="0"/>
                </a:moveTo>
                <a:cubicBezTo>
                  <a:pt x="19205" y="0"/>
                  <a:pt x="13201" y="2386"/>
                  <a:pt x="8724" y="6883"/>
                </a:cubicBezTo>
                <a:cubicBezTo>
                  <a:pt x="2007" y="13570"/>
                  <a:pt x="1" y="23662"/>
                  <a:pt x="3648" y="32446"/>
                </a:cubicBezTo>
                <a:cubicBezTo>
                  <a:pt x="7265" y="41200"/>
                  <a:pt x="15806" y="46914"/>
                  <a:pt x="25290" y="46914"/>
                </a:cubicBezTo>
                <a:cubicBezTo>
                  <a:pt x="38269" y="46914"/>
                  <a:pt x="48755" y="36397"/>
                  <a:pt x="48755" y="23449"/>
                </a:cubicBezTo>
                <a:cubicBezTo>
                  <a:pt x="48755" y="13965"/>
                  <a:pt x="43041" y="5424"/>
                  <a:pt x="34287" y="1777"/>
                </a:cubicBezTo>
                <a:cubicBezTo>
                  <a:pt x="31384" y="581"/>
                  <a:pt x="28338" y="0"/>
                  <a:pt x="2532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647" name="Google Shape;1367;p34">
            <a:extLst>
              <a:ext uri="{FF2B5EF4-FFF2-40B4-BE49-F238E27FC236}">
                <a16:creationId xmlns:a16="http://schemas.microsoft.com/office/drawing/2014/main" id="{941D991C-CB35-6976-E677-E7E12D28CDE9}"/>
              </a:ext>
            </a:extLst>
          </p:cNvPr>
          <p:cNvGrpSpPr/>
          <p:nvPr/>
        </p:nvGrpSpPr>
        <p:grpSpPr>
          <a:xfrm>
            <a:off x="5344459" y="1646152"/>
            <a:ext cx="514555" cy="399516"/>
            <a:chOff x="6657832" y="4045292"/>
            <a:chExt cx="514555" cy="399516"/>
          </a:xfrm>
        </p:grpSpPr>
        <p:sp>
          <p:nvSpPr>
            <p:cNvPr id="1648" name="Google Shape;1368;p34">
              <a:extLst>
                <a:ext uri="{FF2B5EF4-FFF2-40B4-BE49-F238E27FC236}">
                  <a16:creationId xmlns:a16="http://schemas.microsoft.com/office/drawing/2014/main" id="{7A49C964-D968-AF65-E2C6-50D4E6EB063B}"/>
                </a:ext>
              </a:extLst>
            </p:cNvPr>
            <p:cNvSpPr/>
            <p:nvPr/>
          </p:nvSpPr>
          <p:spPr>
            <a:xfrm>
              <a:off x="6661983" y="4094717"/>
              <a:ext cx="450050" cy="276145"/>
            </a:xfrm>
            <a:custGeom>
              <a:avLst/>
              <a:gdLst/>
              <a:ahLst/>
              <a:cxnLst/>
              <a:rect l="l" t="t" r="r" b="b"/>
              <a:pathLst>
                <a:path w="14205" h="8716" extrusionOk="0">
                  <a:moveTo>
                    <a:pt x="0" y="0"/>
                  </a:moveTo>
                  <a:lnTo>
                    <a:pt x="0" y="8025"/>
                  </a:lnTo>
                  <a:cubicBezTo>
                    <a:pt x="0" y="8394"/>
                    <a:pt x="298" y="8716"/>
                    <a:pt x="691" y="8716"/>
                  </a:cubicBezTo>
                  <a:lnTo>
                    <a:pt x="13514" y="8716"/>
                  </a:lnTo>
                  <a:cubicBezTo>
                    <a:pt x="13883" y="8716"/>
                    <a:pt x="14204" y="8418"/>
                    <a:pt x="14204" y="8025"/>
                  </a:cubicBezTo>
                  <a:lnTo>
                    <a:pt x="142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369;p34">
              <a:extLst>
                <a:ext uri="{FF2B5EF4-FFF2-40B4-BE49-F238E27FC236}">
                  <a16:creationId xmlns:a16="http://schemas.microsoft.com/office/drawing/2014/main" id="{0403DBAB-F00C-5A3E-6D5C-94B636BD749E}"/>
                </a:ext>
              </a:extLst>
            </p:cNvPr>
            <p:cNvSpPr/>
            <p:nvPr/>
          </p:nvSpPr>
          <p:spPr>
            <a:xfrm>
              <a:off x="6657832" y="4090567"/>
              <a:ext cx="458351" cy="284065"/>
            </a:xfrm>
            <a:custGeom>
              <a:avLst/>
              <a:gdLst/>
              <a:ahLst/>
              <a:cxnLst/>
              <a:rect l="l" t="t" r="r" b="b"/>
              <a:pathLst>
                <a:path w="14467" h="8966" extrusionOk="0">
                  <a:moveTo>
                    <a:pt x="14216" y="238"/>
                  </a:moveTo>
                  <a:lnTo>
                    <a:pt x="14216" y="8144"/>
                  </a:lnTo>
                  <a:cubicBezTo>
                    <a:pt x="14216" y="8454"/>
                    <a:pt x="13954" y="8704"/>
                    <a:pt x="13645" y="8704"/>
                  </a:cubicBezTo>
                  <a:lnTo>
                    <a:pt x="822" y="8704"/>
                  </a:lnTo>
                  <a:cubicBezTo>
                    <a:pt x="500" y="8704"/>
                    <a:pt x="250" y="8454"/>
                    <a:pt x="250" y="8144"/>
                  </a:cubicBezTo>
                  <a:lnTo>
                    <a:pt x="250" y="238"/>
                  </a:lnTo>
                  <a:close/>
                  <a:moveTo>
                    <a:pt x="0" y="0"/>
                  </a:moveTo>
                  <a:lnTo>
                    <a:pt x="0" y="8144"/>
                  </a:lnTo>
                  <a:cubicBezTo>
                    <a:pt x="0" y="8585"/>
                    <a:pt x="358" y="8966"/>
                    <a:pt x="822" y="8966"/>
                  </a:cubicBezTo>
                  <a:lnTo>
                    <a:pt x="13645" y="8966"/>
                  </a:lnTo>
                  <a:cubicBezTo>
                    <a:pt x="14097" y="8966"/>
                    <a:pt x="14466" y="8608"/>
                    <a:pt x="14466" y="8144"/>
                  </a:cubicBezTo>
                  <a:lnTo>
                    <a:pt x="1446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370;p34">
              <a:extLst>
                <a:ext uri="{FF2B5EF4-FFF2-40B4-BE49-F238E27FC236}">
                  <a16:creationId xmlns:a16="http://schemas.microsoft.com/office/drawing/2014/main" id="{639BB697-F982-C24E-795B-A94EDDA12246}"/>
                </a:ext>
              </a:extLst>
            </p:cNvPr>
            <p:cNvSpPr/>
            <p:nvPr/>
          </p:nvSpPr>
          <p:spPr>
            <a:xfrm>
              <a:off x="6657832" y="4045292"/>
              <a:ext cx="457971" cy="44926"/>
            </a:xfrm>
            <a:custGeom>
              <a:avLst/>
              <a:gdLst/>
              <a:ahLst/>
              <a:cxnLst/>
              <a:rect l="l" t="t" r="r" b="b"/>
              <a:pathLst>
                <a:path w="14455" h="1418" extrusionOk="0">
                  <a:moveTo>
                    <a:pt x="822" y="0"/>
                  </a:moveTo>
                  <a:cubicBezTo>
                    <a:pt x="369" y="0"/>
                    <a:pt x="0" y="358"/>
                    <a:pt x="0" y="822"/>
                  </a:cubicBezTo>
                  <a:lnTo>
                    <a:pt x="0" y="1417"/>
                  </a:lnTo>
                  <a:lnTo>
                    <a:pt x="14455" y="1417"/>
                  </a:lnTo>
                  <a:lnTo>
                    <a:pt x="14455" y="822"/>
                  </a:lnTo>
                  <a:cubicBezTo>
                    <a:pt x="14455" y="370"/>
                    <a:pt x="14085" y="0"/>
                    <a:pt x="136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371;p34">
              <a:extLst>
                <a:ext uri="{FF2B5EF4-FFF2-40B4-BE49-F238E27FC236}">
                  <a16:creationId xmlns:a16="http://schemas.microsoft.com/office/drawing/2014/main" id="{3A2EFAB7-3B58-3C20-92AF-640A2BE37CF0}"/>
                </a:ext>
              </a:extLst>
            </p:cNvPr>
            <p:cNvSpPr/>
            <p:nvPr/>
          </p:nvSpPr>
          <p:spPr>
            <a:xfrm>
              <a:off x="7018823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372;p34">
              <a:extLst>
                <a:ext uri="{FF2B5EF4-FFF2-40B4-BE49-F238E27FC236}">
                  <a16:creationId xmlns:a16="http://schemas.microsoft.com/office/drawing/2014/main" id="{7E3C318F-92B1-96D3-27B7-5581007690D2}"/>
                </a:ext>
              </a:extLst>
            </p:cNvPr>
            <p:cNvSpPr/>
            <p:nvPr/>
          </p:nvSpPr>
          <p:spPr>
            <a:xfrm>
              <a:off x="7046735" y="4056223"/>
              <a:ext cx="18883" cy="18914"/>
            </a:xfrm>
            <a:custGeom>
              <a:avLst/>
              <a:gdLst/>
              <a:ahLst/>
              <a:cxnLst/>
              <a:rect l="l" t="t" r="r" b="b"/>
              <a:pathLst>
                <a:path w="596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373;p34">
              <a:extLst>
                <a:ext uri="{FF2B5EF4-FFF2-40B4-BE49-F238E27FC236}">
                  <a16:creationId xmlns:a16="http://schemas.microsoft.com/office/drawing/2014/main" id="{34203B29-103F-AC7D-47E2-952D25A8ACC0}"/>
                </a:ext>
              </a:extLst>
            </p:cNvPr>
            <p:cNvSpPr/>
            <p:nvPr/>
          </p:nvSpPr>
          <p:spPr>
            <a:xfrm>
              <a:off x="7074647" y="4056223"/>
              <a:ext cx="18914" cy="18914"/>
            </a:xfrm>
            <a:custGeom>
              <a:avLst/>
              <a:gdLst/>
              <a:ahLst/>
              <a:cxnLst/>
              <a:rect l="l" t="t" r="r" b="b"/>
              <a:pathLst>
                <a:path w="597" h="597" extrusionOk="0">
                  <a:moveTo>
                    <a:pt x="298" y="1"/>
                  </a:moveTo>
                  <a:cubicBezTo>
                    <a:pt x="132" y="1"/>
                    <a:pt x="1" y="132"/>
                    <a:pt x="1" y="298"/>
                  </a:cubicBezTo>
                  <a:cubicBezTo>
                    <a:pt x="1" y="465"/>
                    <a:pt x="132" y="596"/>
                    <a:pt x="298" y="596"/>
                  </a:cubicBezTo>
                  <a:cubicBezTo>
                    <a:pt x="465" y="596"/>
                    <a:pt x="596" y="465"/>
                    <a:pt x="596" y="298"/>
                  </a:cubicBezTo>
                  <a:cubicBezTo>
                    <a:pt x="596" y="132"/>
                    <a:pt x="465" y="1"/>
                    <a:pt x="2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374;p34">
              <a:extLst>
                <a:ext uri="{FF2B5EF4-FFF2-40B4-BE49-F238E27FC236}">
                  <a16:creationId xmlns:a16="http://schemas.microsoft.com/office/drawing/2014/main" id="{1A4B5C56-AE40-6D1D-6E18-A7246085791B}"/>
                </a:ext>
              </a:extLst>
            </p:cNvPr>
            <p:cNvSpPr/>
            <p:nvPr/>
          </p:nvSpPr>
          <p:spPr>
            <a:xfrm>
              <a:off x="6751739" y="4131215"/>
              <a:ext cx="269745" cy="313593"/>
            </a:xfrm>
            <a:custGeom>
              <a:avLst/>
              <a:gdLst/>
              <a:ahLst/>
              <a:cxnLst/>
              <a:rect l="l" t="t" r="r" b="b"/>
              <a:pathLst>
                <a:path w="8514" h="9898" extrusionOk="0">
                  <a:moveTo>
                    <a:pt x="4253" y="0"/>
                  </a:moveTo>
                  <a:cubicBezTo>
                    <a:pt x="4165" y="0"/>
                    <a:pt x="4079" y="33"/>
                    <a:pt x="4013" y="98"/>
                  </a:cubicBezTo>
                  <a:cubicBezTo>
                    <a:pt x="3073" y="1015"/>
                    <a:pt x="1966" y="1444"/>
                    <a:pt x="489" y="1444"/>
                  </a:cubicBezTo>
                  <a:cubicBezTo>
                    <a:pt x="299" y="1444"/>
                    <a:pt x="132" y="1587"/>
                    <a:pt x="132" y="1801"/>
                  </a:cubicBezTo>
                  <a:cubicBezTo>
                    <a:pt x="132" y="2051"/>
                    <a:pt x="132" y="2289"/>
                    <a:pt x="120" y="2563"/>
                  </a:cubicBezTo>
                  <a:cubicBezTo>
                    <a:pt x="72" y="5039"/>
                    <a:pt x="1" y="8433"/>
                    <a:pt x="4144" y="9861"/>
                  </a:cubicBezTo>
                  <a:lnTo>
                    <a:pt x="4263" y="9897"/>
                  </a:lnTo>
                  <a:lnTo>
                    <a:pt x="4382" y="9861"/>
                  </a:lnTo>
                  <a:cubicBezTo>
                    <a:pt x="8514" y="8457"/>
                    <a:pt x="8466" y="5063"/>
                    <a:pt x="8407" y="2563"/>
                  </a:cubicBezTo>
                  <a:cubicBezTo>
                    <a:pt x="8395" y="2301"/>
                    <a:pt x="8395" y="2051"/>
                    <a:pt x="8395" y="1801"/>
                  </a:cubicBezTo>
                  <a:cubicBezTo>
                    <a:pt x="8395" y="1610"/>
                    <a:pt x="8240" y="1444"/>
                    <a:pt x="8038" y="1444"/>
                  </a:cubicBezTo>
                  <a:cubicBezTo>
                    <a:pt x="6561" y="1444"/>
                    <a:pt x="5430" y="1015"/>
                    <a:pt x="4502" y="98"/>
                  </a:cubicBezTo>
                  <a:cubicBezTo>
                    <a:pt x="4430" y="33"/>
                    <a:pt x="4341" y="0"/>
                    <a:pt x="42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375;p34">
              <a:extLst>
                <a:ext uri="{FF2B5EF4-FFF2-40B4-BE49-F238E27FC236}">
                  <a16:creationId xmlns:a16="http://schemas.microsoft.com/office/drawing/2014/main" id="{9875084E-0B39-21B1-0BF8-CA6C8A8BE1F2}"/>
                </a:ext>
              </a:extLst>
            </p:cNvPr>
            <p:cNvSpPr/>
            <p:nvPr/>
          </p:nvSpPr>
          <p:spPr>
            <a:xfrm>
              <a:off x="6778542" y="4162708"/>
              <a:ext cx="215790" cy="250418"/>
            </a:xfrm>
            <a:custGeom>
              <a:avLst/>
              <a:gdLst/>
              <a:ahLst/>
              <a:cxnLst/>
              <a:rect l="l" t="t" r="r" b="b"/>
              <a:pathLst>
                <a:path w="6811" h="7904" extrusionOk="0">
                  <a:moveTo>
                    <a:pt x="3417" y="0"/>
                  </a:moveTo>
                  <a:cubicBezTo>
                    <a:pt x="3346" y="0"/>
                    <a:pt x="3275" y="27"/>
                    <a:pt x="3215" y="81"/>
                  </a:cubicBezTo>
                  <a:cubicBezTo>
                    <a:pt x="2465" y="807"/>
                    <a:pt x="1560" y="1152"/>
                    <a:pt x="381" y="1152"/>
                  </a:cubicBezTo>
                  <a:cubicBezTo>
                    <a:pt x="227" y="1152"/>
                    <a:pt x="107" y="1271"/>
                    <a:pt x="107" y="1426"/>
                  </a:cubicBezTo>
                  <a:cubicBezTo>
                    <a:pt x="107" y="1628"/>
                    <a:pt x="107" y="1831"/>
                    <a:pt x="84" y="2045"/>
                  </a:cubicBezTo>
                  <a:cubicBezTo>
                    <a:pt x="48" y="4022"/>
                    <a:pt x="0" y="6748"/>
                    <a:pt x="3322" y="7891"/>
                  </a:cubicBezTo>
                  <a:lnTo>
                    <a:pt x="3406" y="7903"/>
                  </a:lnTo>
                  <a:lnTo>
                    <a:pt x="3501" y="7891"/>
                  </a:lnTo>
                  <a:cubicBezTo>
                    <a:pt x="6811" y="6760"/>
                    <a:pt x="6775" y="4034"/>
                    <a:pt x="6739" y="2045"/>
                  </a:cubicBezTo>
                  <a:cubicBezTo>
                    <a:pt x="6727" y="1831"/>
                    <a:pt x="6727" y="1640"/>
                    <a:pt x="6727" y="1426"/>
                  </a:cubicBezTo>
                  <a:cubicBezTo>
                    <a:pt x="6727" y="1271"/>
                    <a:pt x="6608" y="1152"/>
                    <a:pt x="6442" y="1152"/>
                  </a:cubicBezTo>
                  <a:cubicBezTo>
                    <a:pt x="5263" y="1152"/>
                    <a:pt x="4358" y="807"/>
                    <a:pt x="3620" y="81"/>
                  </a:cubicBezTo>
                  <a:cubicBezTo>
                    <a:pt x="3560" y="27"/>
                    <a:pt x="3489" y="0"/>
                    <a:pt x="34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376;p34">
              <a:extLst>
                <a:ext uri="{FF2B5EF4-FFF2-40B4-BE49-F238E27FC236}">
                  <a16:creationId xmlns:a16="http://schemas.microsoft.com/office/drawing/2014/main" id="{EB61BDE0-DE72-4AD1-9E01-FC78777F8EE5}"/>
                </a:ext>
              </a:extLst>
            </p:cNvPr>
            <p:cNvSpPr/>
            <p:nvPr/>
          </p:nvSpPr>
          <p:spPr>
            <a:xfrm>
              <a:off x="6850588" y="4202533"/>
              <a:ext cx="73598" cy="42708"/>
            </a:xfrm>
            <a:custGeom>
              <a:avLst/>
              <a:gdLst/>
              <a:ahLst/>
              <a:cxnLst/>
              <a:rect l="l" t="t" r="r" b="b"/>
              <a:pathLst>
                <a:path w="2323" h="1348" extrusionOk="0">
                  <a:moveTo>
                    <a:pt x="555" y="0"/>
                  </a:moveTo>
                  <a:cubicBezTo>
                    <a:pt x="533" y="0"/>
                    <a:pt x="511" y="5"/>
                    <a:pt x="489" y="14"/>
                  </a:cubicBezTo>
                  <a:cubicBezTo>
                    <a:pt x="417" y="38"/>
                    <a:pt x="393" y="133"/>
                    <a:pt x="417" y="205"/>
                  </a:cubicBezTo>
                  <a:lnTo>
                    <a:pt x="536" y="455"/>
                  </a:lnTo>
                  <a:cubicBezTo>
                    <a:pt x="239" y="514"/>
                    <a:pt x="0" y="788"/>
                    <a:pt x="0" y="1098"/>
                  </a:cubicBezTo>
                  <a:lnTo>
                    <a:pt x="0" y="1348"/>
                  </a:lnTo>
                  <a:lnTo>
                    <a:pt x="2322" y="1348"/>
                  </a:lnTo>
                  <a:lnTo>
                    <a:pt x="2322" y="1098"/>
                  </a:lnTo>
                  <a:cubicBezTo>
                    <a:pt x="2310" y="788"/>
                    <a:pt x="2072" y="514"/>
                    <a:pt x="1774" y="455"/>
                  </a:cubicBezTo>
                  <a:lnTo>
                    <a:pt x="1894" y="205"/>
                  </a:lnTo>
                  <a:cubicBezTo>
                    <a:pt x="1917" y="133"/>
                    <a:pt x="1894" y="38"/>
                    <a:pt x="1822" y="14"/>
                  </a:cubicBezTo>
                  <a:cubicBezTo>
                    <a:pt x="1800" y="5"/>
                    <a:pt x="1777" y="0"/>
                    <a:pt x="1756" y="0"/>
                  </a:cubicBezTo>
                  <a:cubicBezTo>
                    <a:pt x="1697" y="0"/>
                    <a:pt x="1646" y="33"/>
                    <a:pt x="1620" y="86"/>
                  </a:cubicBezTo>
                  <a:lnTo>
                    <a:pt x="1465" y="443"/>
                  </a:lnTo>
                  <a:lnTo>
                    <a:pt x="846" y="443"/>
                  </a:lnTo>
                  <a:lnTo>
                    <a:pt x="691" y="86"/>
                  </a:lnTo>
                  <a:cubicBezTo>
                    <a:pt x="665" y="33"/>
                    <a:pt x="613" y="0"/>
                    <a:pt x="5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377;p34">
              <a:extLst>
                <a:ext uri="{FF2B5EF4-FFF2-40B4-BE49-F238E27FC236}">
                  <a16:creationId xmlns:a16="http://schemas.microsoft.com/office/drawing/2014/main" id="{1E86C164-4956-995C-50D9-65138B006912}"/>
                </a:ext>
              </a:extLst>
            </p:cNvPr>
            <p:cNvSpPr/>
            <p:nvPr/>
          </p:nvSpPr>
          <p:spPr>
            <a:xfrm>
              <a:off x="6803825" y="4235419"/>
              <a:ext cx="165985" cy="132813"/>
            </a:xfrm>
            <a:custGeom>
              <a:avLst/>
              <a:gdLst/>
              <a:ahLst/>
              <a:cxnLst/>
              <a:rect l="l" t="t" r="r" b="b"/>
              <a:pathLst>
                <a:path w="5239" h="4192" extrusionOk="0">
                  <a:moveTo>
                    <a:pt x="405" y="0"/>
                  </a:moveTo>
                  <a:cubicBezTo>
                    <a:pt x="333" y="0"/>
                    <a:pt x="262" y="72"/>
                    <a:pt x="262" y="143"/>
                  </a:cubicBezTo>
                  <a:lnTo>
                    <a:pt x="262" y="357"/>
                  </a:lnTo>
                  <a:cubicBezTo>
                    <a:pt x="262" y="834"/>
                    <a:pt x="619" y="1238"/>
                    <a:pt x="1060" y="1310"/>
                  </a:cubicBezTo>
                  <a:lnTo>
                    <a:pt x="1060" y="1619"/>
                  </a:lnTo>
                  <a:lnTo>
                    <a:pt x="155" y="1619"/>
                  </a:lnTo>
                  <a:cubicBezTo>
                    <a:pt x="60" y="1619"/>
                    <a:pt x="0" y="1691"/>
                    <a:pt x="0" y="1774"/>
                  </a:cubicBezTo>
                  <a:cubicBezTo>
                    <a:pt x="0" y="1846"/>
                    <a:pt x="83" y="1917"/>
                    <a:pt x="155" y="1917"/>
                  </a:cubicBezTo>
                  <a:lnTo>
                    <a:pt x="1060" y="1917"/>
                  </a:lnTo>
                  <a:lnTo>
                    <a:pt x="1060" y="2227"/>
                  </a:lnTo>
                  <a:cubicBezTo>
                    <a:pt x="595" y="2310"/>
                    <a:pt x="262" y="2703"/>
                    <a:pt x="262" y="3179"/>
                  </a:cubicBezTo>
                  <a:lnTo>
                    <a:pt x="262" y="3393"/>
                  </a:lnTo>
                  <a:cubicBezTo>
                    <a:pt x="262" y="3477"/>
                    <a:pt x="333" y="3536"/>
                    <a:pt x="405" y="3536"/>
                  </a:cubicBezTo>
                  <a:cubicBezTo>
                    <a:pt x="476" y="3536"/>
                    <a:pt x="560" y="3465"/>
                    <a:pt x="560" y="3393"/>
                  </a:cubicBezTo>
                  <a:lnTo>
                    <a:pt x="560" y="3179"/>
                  </a:lnTo>
                  <a:cubicBezTo>
                    <a:pt x="560" y="2870"/>
                    <a:pt x="762" y="2620"/>
                    <a:pt x="1060" y="2548"/>
                  </a:cubicBezTo>
                  <a:lnTo>
                    <a:pt x="1060" y="2631"/>
                  </a:lnTo>
                  <a:cubicBezTo>
                    <a:pt x="1060" y="3501"/>
                    <a:pt x="1762" y="4191"/>
                    <a:pt x="2619" y="4191"/>
                  </a:cubicBezTo>
                  <a:cubicBezTo>
                    <a:pt x="3489" y="4191"/>
                    <a:pt x="4191" y="3501"/>
                    <a:pt x="4191" y="2631"/>
                  </a:cubicBezTo>
                  <a:lnTo>
                    <a:pt x="4191" y="2548"/>
                  </a:lnTo>
                  <a:cubicBezTo>
                    <a:pt x="4465" y="2620"/>
                    <a:pt x="4691" y="2870"/>
                    <a:pt x="4691" y="3179"/>
                  </a:cubicBezTo>
                  <a:lnTo>
                    <a:pt x="4691" y="3393"/>
                  </a:lnTo>
                  <a:cubicBezTo>
                    <a:pt x="4691" y="3477"/>
                    <a:pt x="4763" y="3536"/>
                    <a:pt x="4846" y="3536"/>
                  </a:cubicBezTo>
                  <a:cubicBezTo>
                    <a:pt x="4917" y="3536"/>
                    <a:pt x="4989" y="3465"/>
                    <a:pt x="4989" y="3393"/>
                  </a:cubicBezTo>
                  <a:lnTo>
                    <a:pt x="4989" y="3179"/>
                  </a:lnTo>
                  <a:cubicBezTo>
                    <a:pt x="4989" y="2703"/>
                    <a:pt x="4632" y="2310"/>
                    <a:pt x="4191" y="2227"/>
                  </a:cubicBezTo>
                  <a:lnTo>
                    <a:pt x="4191" y="1917"/>
                  </a:lnTo>
                  <a:lnTo>
                    <a:pt x="5096" y="1917"/>
                  </a:lnTo>
                  <a:cubicBezTo>
                    <a:pt x="5179" y="1917"/>
                    <a:pt x="5239" y="1846"/>
                    <a:pt x="5239" y="1774"/>
                  </a:cubicBezTo>
                  <a:cubicBezTo>
                    <a:pt x="5239" y="1691"/>
                    <a:pt x="5167" y="1619"/>
                    <a:pt x="5096" y="1619"/>
                  </a:cubicBezTo>
                  <a:lnTo>
                    <a:pt x="4191" y="1619"/>
                  </a:lnTo>
                  <a:lnTo>
                    <a:pt x="4191" y="1310"/>
                  </a:lnTo>
                  <a:cubicBezTo>
                    <a:pt x="4643" y="1238"/>
                    <a:pt x="4989" y="834"/>
                    <a:pt x="4989" y="357"/>
                  </a:cubicBezTo>
                  <a:lnTo>
                    <a:pt x="4989" y="143"/>
                  </a:lnTo>
                  <a:cubicBezTo>
                    <a:pt x="4989" y="60"/>
                    <a:pt x="4917" y="0"/>
                    <a:pt x="4846" y="0"/>
                  </a:cubicBezTo>
                  <a:cubicBezTo>
                    <a:pt x="4763" y="0"/>
                    <a:pt x="4691" y="72"/>
                    <a:pt x="4691" y="143"/>
                  </a:cubicBezTo>
                  <a:lnTo>
                    <a:pt x="4691" y="357"/>
                  </a:lnTo>
                  <a:cubicBezTo>
                    <a:pt x="4691" y="667"/>
                    <a:pt x="4489" y="917"/>
                    <a:pt x="4191" y="1000"/>
                  </a:cubicBezTo>
                  <a:lnTo>
                    <a:pt x="4191" y="857"/>
                  </a:lnTo>
                  <a:cubicBezTo>
                    <a:pt x="4191" y="726"/>
                    <a:pt x="4072" y="607"/>
                    <a:pt x="3929" y="607"/>
                  </a:cubicBezTo>
                  <a:lnTo>
                    <a:pt x="2774" y="607"/>
                  </a:lnTo>
                  <a:lnTo>
                    <a:pt x="2774" y="2381"/>
                  </a:lnTo>
                  <a:cubicBezTo>
                    <a:pt x="2774" y="2465"/>
                    <a:pt x="2703" y="2524"/>
                    <a:pt x="2619" y="2524"/>
                  </a:cubicBezTo>
                  <a:cubicBezTo>
                    <a:pt x="2536" y="2524"/>
                    <a:pt x="2477" y="2453"/>
                    <a:pt x="2477" y="2381"/>
                  </a:cubicBezTo>
                  <a:lnTo>
                    <a:pt x="2477" y="607"/>
                  </a:lnTo>
                  <a:lnTo>
                    <a:pt x="1310" y="607"/>
                  </a:lnTo>
                  <a:cubicBezTo>
                    <a:pt x="1179" y="607"/>
                    <a:pt x="1060" y="726"/>
                    <a:pt x="1060" y="857"/>
                  </a:cubicBezTo>
                  <a:lnTo>
                    <a:pt x="1060" y="1000"/>
                  </a:lnTo>
                  <a:cubicBezTo>
                    <a:pt x="774" y="917"/>
                    <a:pt x="560" y="667"/>
                    <a:pt x="560" y="357"/>
                  </a:cubicBezTo>
                  <a:lnTo>
                    <a:pt x="560" y="143"/>
                  </a:lnTo>
                  <a:cubicBezTo>
                    <a:pt x="560" y="60"/>
                    <a:pt x="476" y="0"/>
                    <a:pt x="4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378;p34">
              <a:extLst>
                <a:ext uri="{FF2B5EF4-FFF2-40B4-BE49-F238E27FC236}">
                  <a16:creationId xmlns:a16="http://schemas.microsoft.com/office/drawing/2014/main" id="{E2938956-1330-7CC3-928A-04832F4D1DE8}"/>
                </a:ext>
              </a:extLst>
            </p:cNvPr>
            <p:cNvSpPr/>
            <p:nvPr/>
          </p:nvSpPr>
          <p:spPr>
            <a:xfrm>
              <a:off x="7061467" y="4134700"/>
              <a:ext cx="110920" cy="110920"/>
            </a:xfrm>
            <a:custGeom>
              <a:avLst/>
              <a:gdLst/>
              <a:ahLst/>
              <a:cxnLst/>
              <a:rect l="l" t="t" r="r" b="b"/>
              <a:pathLst>
                <a:path w="3501" h="3501" extrusionOk="0">
                  <a:moveTo>
                    <a:pt x="250" y="0"/>
                  </a:moveTo>
                  <a:cubicBezTo>
                    <a:pt x="119" y="0"/>
                    <a:pt x="0" y="131"/>
                    <a:pt x="0" y="262"/>
                  </a:cubicBezTo>
                  <a:lnTo>
                    <a:pt x="0" y="3251"/>
                  </a:lnTo>
                  <a:cubicBezTo>
                    <a:pt x="0" y="3382"/>
                    <a:pt x="119" y="3501"/>
                    <a:pt x="250" y="3501"/>
                  </a:cubicBezTo>
                  <a:lnTo>
                    <a:pt x="3239" y="3501"/>
                  </a:lnTo>
                  <a:cubicBezTo>
                    <a:pt x="3381" y="3501"/>
                    <a:pt x="3500" y="3382"/>
                    <a:pt x="3500" y="3251"/>
                  </a:cubicBezTo>
                  <a:lnTo>
                    <a:pt x="3500" y="262"/>
                  </a:lnTo>
                  <a:cubicBezTo>
                    <a:pt x="3500" y="119"/>
                    <a:pt x="3381" y="0"/>
                    <a:pt x="323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379;p34">
              <a:extLst>
                <a:ext uri="{FF2B5EF4-FFF2-40B4-BE49-F238E27FC236}">
                  <a16:creationId xmlns:a16="http://schemas.microsoft.com/office/drawing/2014/main" id="{7E57D043-CF57-3F2D-B839-DAC4D04A9B86}"/>
                </a:ext>
              </a:extLst>
            </p:cNvPr>
            <p:cNvSpPr/>
            <p:nvPr/>
          </p:nvSpPr>
          <p:spPr>
            <a:xfrm>
              <a:off x="7076928" y="4160553"/>
              <a:ext cx="80379" cy="57535"/>
            </a:xfrm>
            <a:custGeom>
              <a:avLst/>
              <a:gdLst/>
              <a:ahLst/>
              <a:cxnLst/>
              <a:rect l="l" t="t" r="r" b="b"/>
              <a:pathLst>
                <a:path w="2537" h="1816" extrusionOk="0">
                  <a:moveTo>
                    <a:pt x="2254" y="1"/>
                  </a:moveTo>
                  <a:cubicBezTo>
                    <a:pt x="2194" y="1"/>
                    <a:pt x="2133" y="22"/>
                    <a:pt x="2084" y="65"/>
                  </a:cubicBezTo>
                  <a:lnTo>
                    <a:pt x="1084" y="1018"/>
                  </a:lnTo>
                  <a:cubicBezTo>
                    <a:pt x="1039" y="1068"/>
                    <a:pt x="978" y="1092"/>
                    <a:pt x="916" y="1092"/>
                  </a:cubicBezTo>
                  <a:cubicBezTo>
                    <a:pt x="847" y="1092"/>
                    <a:pt x="777" y="1062"/>
                    <a:pt x="726" y="1006"/>
                  </a:cubicBezTo>
                  <a:lnTo>
                    <a:pt x="465" y="696"/>
                  </a:lnTo>
                  <a:cubicBezTo>
                    <a:pt x="415" y="641"/>
                    <a:pt x="351" y="614"/>
                    <a:pt x="285" y="614"/>
                  </a:cubicBezTo>
                  <a:cubicBezTo>
                    <a:pt x="223" y="614"/>
                    <a:pt x="159" y="638"/>
                    <a:pt x="107" y="684"/>
                  </a:cubicBezTo>
                  <a:cubicBezTo>
                    <a:pt x="0" y="768"/>
                    <a:pt x="0" y="934"/>
                    <a:pt x="95" y="1042"/>
                  </a:cubicBezTo>
                  <a:lnTo>
                    <a:pt x="703" y="1720"/>
                  </a:lnTo>
                  <a:cubicBezTo>
                    <a:pt x="750" y="1780"/>
                    <a:pt x="810" y="1816"/>
                    <a:pt x="881" y="1816"/>
                  </a:cubicBezTo>
                  <a:lnTo>
                    <a:pt x="893" y="1816"/>
                  </a:lnTo>
                  <a:cubicBezTo>
                    <a:pt x="965" y="1816"/>
                    <a:pt x="1024" y="1780"/>
                    <a:pt x="1072" y="1732"/>
                  </a:cubicBezTo>
                  <a:lnTo>
                    <a:pt x="2429" y="446"/>
                  </a:lnTo>
                  <a:cubicBezTo>
                    <a:pt x="2536" y="351"/>
                    <a:pt x="2536" y="184"/>
                    <a:pt x="2441" y="89"/>
                  </a:cubicBezTo>
                  <a:cubicBezTo>
                    <a:pt x="2396" y="31"/>
                    <a:pt x="2326" y="1"/>
                    <a:pt x="22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2" name="Google Shape;1647;p39">
            <a:extLst>
              <a:ext uri="{FF2B5EF4-FFF2-40B4-BE49-F238E27FC236}">
                <a16:creationId xmlns:a16="http://schemas.microsoft.com/office/drawing/2014/main" id="{C03926E4-79F4-F782-5120-641DF1BEA138}"/>
              </a:ext>
            </a:extLst>
          </p:cNvPr>
          <p:cNvGrpSpPr/>
          <p:nvPr/>
        </p:nvGrpSpPr>
        <p:grpSpPr>
          <a:xfrm>
            <a:off x="7401552" y="1627377"/>
            <a:ext cx="466119" cy="394739"/>
            <a:chOff x="2206651" y="1490157"/>
            <a:chExt cx="400000" cy="338745"/>
          </a:xfrm>
        </p:grpSpPr>
        <p:sp>
          <p:nvSpPr>
            <p:cNvPr id="1663" name="Google Shape;1648;p39">
              <a:extLst>
                <a:ext uri="{FF2B5EF4-FFF2-40B4-BE49-F238E27FC236}">
                  <a16:creationId xmlns:a16="http://schemas.microsoft.com/office/drawing/2014/main" id="{7306491A-0EAF-C0A2-6A63-56877DA93B6A}"/>
                </a:ext>
              </a:extLst>
            </p:cNvPr>
            <p:cNvSpPr/>
            <p:nvPr/>
          </p:nvSpPr>
          <p:spPr>
            <a:xfrm>
              <a:off x="2206651" y="1490157"/>
              <a:ext cx="307472" cy="338745"/>
            </a:xfrm>
            <a:custGeom>
              <a:avLst/>
              <a:gdLst/>
              <a:ahLst/>
              <a:cxnLst/>
              <a:rect l="l" t="t" r="r" b="b"/>
              <a:pathLst>
                <a:path w="9311" h="10258" extrusionOk="0">
                  <a:moveTo>
                    <a:pt x="4763" y="0"/>
                  </a:moveTo>
                  <a:lnTo>
                    <a:pt x="4441" y="441"/>
                  </a:lnTo>
                  <a:cubicBezTo>
                    <a:pt x="3858" y="1131"/>
                    <a:pt x="3001" y="1536"/>
                    <a:pt x="2096" y="1548"/>
                  </a:cubicBezTo>
                  <a:cubicBezTo>
                    <a:pt x="1643" y="1536"/>
                    <a:pt x="1203" y="1453"/>
                    <a:pt x="786" y="1286"/>
                  </a:cubicBezTo>
                  <a:lnTo>
                    <a:pt x="286" y="1107"/>
                  </a:lnTo>
                  <a:lnTo>
                    <a:pt x="262" y="1643"/>
                  </a:lnTo>
                  <a:cubicBezTo>
                    <a:pt x="250" y="1846"/>
                    <a:pt x="0" y="6858"/>
                    <a:pt x="2155" y="9132"/>
                  </a:cubicBezTo>
                  <a:cubicBezTo>
                    <a:pt x="2864" y="9882"/>
                    <a:pt x="3813" y="10257"/>
                    <a:pt x="4763" y="10257"/>
                  </a:cubicBezTo>
                  <a:cubicBezTo>
                    <a:pt x="5712" y="10257"/>
                    <a:pt x="6662" y="9882"/>
                    <a:pt x="7370" y="9132"/>
                  </a:cubicBezTo>
                  <a:cubicBezTo>
                    <a:pt x="7465" y="9037"/>
                    <a:pt x="7549" y="8942"/>
                    <a:pt x="7632" y="8835"/>
                  </a:cubicBezTo>
                  <a:cubicBezTo>
                    <a:pt x="6430" y="8751"/>
                    <a:pt x="5513" y="7763"/>
                    <a:pt x="5513" y="6572"/>
                  </a:cubicBezTo>
                  <a:cubicBezTo>
                    <a:pt x="5513" y="5224"/>
                    <a:pt x="6617" y="4284"/>
                    <a:pt x="7800" y="4284"/>
                  </a:cubicBezTo>
                  <a:cubicBezTo>
                    <a:pt x="8247" y="4284"/>
                    <a:pt x="8706" y="4418"/>
                    <a:pt x="9120" y="4715"/>
                  </a:cubicBezTo>
                  <a:cubicBezTo>
                    <a:pt x="9251" y="3703"/>
                    <a:pt x="9311" y="2667"/>
                    <a:pt x="9263" y="1643"/>
                  </a:cubicBezTo>
                  <a:lnTo>
                    <a:pt x="9240" y="1107"/>
                  </a:lnTo>
                  <a:lnTo>
                    <a:pt x="8739" y="1286"/>
                  </a:lnTo>
                  <a:cubicBezTo>
                    <a:pt x="8311" y="1453"/>
                    <a:pt x="7870" y="1536"/>
                    <a:pt x="7418" y="1548"/>
                  </a:cubicBezTo>
                  <a:cubicBezTo>
                    <a:pt x="6513" y="1536"/>
                    <a:pt x="5656" y="1131"/>
                    <a:pt x="5084" y="441"/>
                  </a:cubicBezTo>
                  <a:lnTo>
                    <a:pt x="476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49;p39">
              <a:extLst>
                <a:ext uri="{FF2B5EF4-FFF2-40B4-BE49-F238E27FC236}">
                  <a16:creationId xmlns:a16="http://schemas.microsoft.com/office/drawing/2014/main" id="{7DA469BD-6B57-7243-A05B-D12B20E66FEB}"/>
                </a:ext>
              </a:extLst>
            </p:cNvPr>
            <p:cNvSpPr/>
            <p:nvPr/>
          </p:nvSpPr>
          <p:spPr>
            <a:xfrm>
              <a:off x="2347787" y="1620299"/>
              <a:ext cx="202923" cy="173500"/>
            </a:xfrm>
            <a:custGeom>
              <a:avLst/>
              <a:gdLst/>
              <a:ahLst/>
              <a:cxnLst/>
              <a:rect l="l" t="t" r="r" b="b"/>
              <a:pathLst>
                <a:path w="6145" h="5254" extrusionOk="0">
                  <a:moveTo>
                    <a:pt x="3496" y="344"/>
                  </a:moveTo>
                  <a:cubicBezTo>
                    <a:pt x="4669" y="344"/>
                    <a:pt x="5799" y="1253"/>
                    <a:pt x="5799" y="2631"/>
                  </a:cubicBezTo>
                  <a:cubicBezTo>
                    <a:pt x="5799" y="3882"/>
                    <a:pt x="4775" y="4905"/>
                    <a:pt x="3513" y="4905"/>
                  </a:cubicBezTo>
                  <a:cubicBezTo>
                    <a:pt x="1489" y="4905"/>
                    <a:pt x="477" y="2453"/>
                    <a:pt x="1906" y="1012"/>
                  </a:cubicBezTo>
                  <a:cubicBezTo>
                    <a:pt x="2367" y="551"/>
                    <a:pt x="2936" y="344"/>
                    <a:pt x="3496" y="344"/>
                  </a:cubicBezTo>
                  <a:close/>
                  <a:moveTo>
                    <a:pt x="3513" y="0"/>
                  </a:moveTo>
                  <a:cubicBezTo>
                    <a:pt x="1179" y="0"/>
                    <a:pt x="1" y="2834"/>
                    <a:pt x="1656" y="4477"/>
                  </a:cubicBezTo>
                  <a:cubicBezTo>
                    <a:pt x="2192" y="5013"/>
                    <a:pt x="2852" y="5253"/>
                    <a:pt x="3499" y="5253"/>
                  </a:cubicBezTo>
                  <a:cubicBezTo>
                    <a:pt x="4849" y="5253"/>
                    <a:pt x="6144" y="4209"/>
                    <a:pt x="6144" y="2631"/>
                  </a:cubicBezTo>
                  <a:cubicBezTo>
                    <a:pt x="6144" y="1179"/>
                    <a:pt x="4966" y="0"/>
                    <a:pt x="35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50;p39">
              <a:extLst>
                <a:ext uri="{FF2B5EF4-FFF2-40B4-BE49-F238E27FC236}">
                  <a16:creationId xmlns:a16="http://schemas.microsoft.com/office/drawing/2014/main" id="{22FCB895-F99B-7B32-3B50-5F0C6BE90193}"/>
                </a:ext>
              </a:extLst>
            </p:cNvPr>
            <p:cNvSpPr/>
            <p:nvPr/>
          </p:nvSpPr>
          <p:spPr>
            <a:xfrm>
              <a:off x="2398675" y="1602731"/>
              <a:ext cx="207976" cy="153621"/>
            </a:xfrm>
            <a:custGeom>
              <a:avLst/>
              <a:gdLst/>
              <a:ahLst/>
              <a:cxnLst/>
              <a:rect l="l" t="t" r="r" b="b"/>
              <a:pathLst>
                <a:path w="6298" h="4652" extrusionOk="0">
                  <a:moveTo>
                    <a:pt x="5648" y="1"/>
                  </a:moveTo>
                  <a:cubicBezTo>
                    <a:pt x="5545" y="1"/>
                    <a:pt x="5438" y="38"/>
                    <a:pt x="5341" y="127"/>
                  </a:cubicBezTo>
                  <a:lnTo>
                    <a:pt x="1936" y="3533"/>
                  </a:lnTo>
                  <a:lnTo>
                    <a:pt x="960" y="2556"/>
                  </a:lnTo>
                  <a:cubicBezTo>
                    <a:pt x="864" y="2468"/>
                    <a:pt x="758" y="2431"/>
                    <a:pt x="657" y="2431"/>
                  </a:cubicBezTo>
                  <a:cubicBezTo>
                    <a:pt x="305" y="2431"/>
                    <a:pt x="0" y="2878"/>
                    <a:pt x="305" y="3211"/>
                  </a:cubicBezTo>
                  <a:lnTo>
                    <a:pt x="1615" y="4509"/>
                  </a:lnTo>
                  <a:cubicBezTo>
                    <a:pt x="1698" y="4592"/>
                    <a:pt x="1817" y="4652"/>
                    <a:pt x="1936" y="4652"/>
                  </a:cubicBezTo>
                  <a:cubicBezTo>
                    <a:pt x="2055" y="4640"/>
                    <a:pt x="2174" y="4592"/>
                    <a:pt x="2258" y="4509"/>
                  </a:cubicBezTo>
                  <a:lnTo>
                    <a:pt x="5984" y="782"/>
                  </a:lnTo>
                  <a:cubicBezTo>
                    <a:pt x="6298" y="441"/>
                    <a:pt x="5998" y="1"/>
                    <a:pt x="56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E23E795A-2601-FD17-8C5E-32928C71321B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12" name="Google Shape;68;p15">
              <a:extLst>
                <a:ext uri="{FF2B5EF4-FFF2-40B4-BE49-F238E27FC236}">
                  <a16:creationId xmlns:a16="http://schemas.microsoft.com/office/drawing/2014/main" id="{9DD6C868-A366-A9D1-D64B-3BA0E82716E9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69;p15">
              <a:extLst>
                <a:ext uri="{FF2B5EF4-FFF2-40B4-BE49-F238E27FC236}">
                  <a16:creationId xmlns:a16="http://schemas.microsoft.com/office/drawing/2014/main" id="{D0A6B86B-2623-C7AC-2B56-D4BE191BCCE7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90A9CC41-3575-C2B3-2BA7-94DC28B5132C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5" name="Google Shape;65;p15">
                <a:extLst>
                  <a:ext uri="{FF2B5EF4-FFF2-40B4-BE49-F238E27FC236}">
                    <a16:creationId xmlns:a16="http://schemas.microsoft.com/office/drawing/2014/main" id="{E409E6CD-3047-9ADE-CFE8-38396EECECF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6;p15">
                <a:extLst>
                  <a:ext uri="{FF2B5EF4-FFF2-40B4-BE49-F238E27FC236}">
                    <a16:creationId xmlns:a16="http://schemas.microsoft.com/office/drawing/2014/main" id="{856C9C70-C2A3-8318-101D-FF6357A20DD6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7;p15">
                <a:extLst>
                  <a:ext uri="{FF2B5EF4-FFF2-40B4-BE49-F238E27FC236}">
                    <a16:creationId xmlns:a16="http://schemas.microsoft.com/office/drawing/2014/main" id="{30DA16CF-05BA-1AD1-6D63-2F98DE7655A3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70;p15">
                <a:extLst>
                  <a:ext uri="{FF2B5EF4-FFF2-40B4-BE49-F238E27FC236}">
                    <a16:creationId xmlns:a16="http://schemas.microsoft.com/office/drawing/2014/main" id="{D7892E97-55EC-D692-10F3-2A58E1D8339A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93F3A16-F84D-7844-6830-A5788F17D0B9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20" name="Google Shape;73;p15">
              <a:extLst>
                <a:ext uri="{FF2B5EF4-FFF2-40B4-BE49-F238E27FC236}">
                  <a16:creationId xmlns:a16="http://schemas.microsoft.com/office/drawing/2014/main" id="{DA1653F5-305A-161E-5A8D-E3DC2366CABC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75;p15">
              <a:extLst>
                <a:ext uri="{FF2B5EF4-FFF2-40B4-BE49-F238E27FC236}">
                  <a16:creationId xmlns:a16="http://schemas.microsoft.com/office/drawing/2014/main" id="{B762C2E4-641D-D6CD-A303-8D6EBF0A1F5C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76;p15">
              <a:extLst>
                <a:ext uri="{FF2B5EF4-FFF2-40B4-BE49-F238E27FC236}">
                  <a16:creationId xmlns:a16="http://schemas.microsoft.com/office/drawing/2014/main" id="{07A86334-6A50-5817-6983-97F13A7F3802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1;p15">
              <a:extLst>
                <a:ext uri="{FF2B5EF4-FFF2-40B4-BE49-F238E27FC236}">
                  <a16:creationId xmlns:a16="http://schemas.microsoft.com/office/drawing/2014/main" id="{8913656A-27CA-558A-3A64-8F5219E0E44A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2;p15">
              <a:extLst>
                <a:ext uri="{FF2B5EF4-FFF2-40B4-BE49-F238E27FC236}">
                  <a16:creationId xmlns:a16="http://schemas.microsoft.com/office/drawing/2014/main" id="{63B82DFC-F09F-C264-0657-C434CDD358C8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4;p15">
              <a:extLst>
                <a:ext uri="{FF2B5EF4-FFF2-40B4-BE49-F238E27FC236}">
                  <a16:creationId xmlns:a16="http://schemas.microsoft.com/office/drawing/2014/main" id="{776C361A-D95D-BDF7-5D74-6255FB2AFC60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F9E67BF2-C4D5-A71C-7191-545862532862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7" name="Google Shape;122;p15">
              <a:extLst>
                <a:ext uri="{FF2B5EF4-FFF2-40B4-BE49-F238E27FC236}">
                  <a16:creationId xmlns:a16="http://schemas.microsoft.com/office/drawing/2014/main" id="{D8F6F315-69E0-C9D1-331D-2F5AB2C93895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3;p15">
              <a:extLst>
                <a:ext uri="{FF2B5EF4-FFF2-40B4-BE49-F238E27FC236}">
                  <a16:creationId xmlns:a16="http://schemas.microsoft.com/office/drawing/2014/main" id="{E14D7022-3ABD-837B-8447-4B4E5BF33B3D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4;p15">
              <a:extLst>
                <a:ext uri="{FF2B5EF4-FFF2-40B4-BE49-F238E27FC236}">
                  <a16:creationId xmlns:a16="http://schemas.microsoft.com/office/drawing/2014/main" id="{38CC7D30-8DFE-0ED9-3E28-4DCEEFE673FD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5;p15">
              <a:extLst>
                <a:ext uri="{FF2B5EF4-FFF2-40B4-BE49-F238E27FC236}">
                  <a16:creationId xmlns:a16="http://schemas.microsoft.com/office/drawing/2014/main" id="{EB41D972-20B8-B271-BAFE-C6390A668E94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8D4AC5DC-413D-6409-2C62-3A570B59357D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568" name="Google Shape;57;p15">
              <a:extLst>
                <a:ext uri="{FF2B5EF4-FFF2-40B4-BE49-F238E27FC236}">
                  <a16:creationId xmlns:a16="http://schemas.microsoft.com/office/drawing/2014/main" id="{C348A6FF-E281-D13A-575B-4AC12B6CE5FD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58;p15">
              <a:extLst>
                <a:ext uri="{FF2B5EF4-FFF2-40B4-BE49-F238E27FC236}">
                  <a16:creationId xmlns:a16="http://schemas.microsoft.com/office/drawing/2014/main" id="{BD72C609-4DC2-BBD3-8976-AA3580E16CFB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59;p15">
              <a:extLst>
                <a:ext uri="{FF2B5EF4-FFF2-40B4-BE49-F238E27FC236}">
                  <a16:creationId xmlns:a16="http://schemas.microsoft.com/office/drawing/2014/main" id="{644CC95E-66D7-7DE4-0C18-BF36450D153A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60;p15">
              <a:extLst>
                <a:ext uri="{FF2B5EF4-FFF2-40B4-BE49-F238E27FC236}">
                  <a16:creationId xmlns:a16="http://schemas.microsoft.com/office/drawing/2014/main" id="{D0ED9133-D449-CFF7-EBAF-58D7A7919C81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61;p15">
              <a:extLst>
                <a:ext uri="{FF2B5EF4-FFF2-40B4-BE49-F238E27FC236}">
                  <a16:creationId xmlns:a16="http://schemas.microsoft.com/office/drawing/2014/main" id="{47F8CDF9-D29C-E407-1FFF-B1A40EBD0893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62;p15">
              <a:extLst>
                <a:ext uri="{FF2B5EF4-FFF2-40B4-BE49-F238E27FC236}">
                  <a16:creationId xmlns:a16="http://schemas.microsoft.com/office/drawing/2014/main" id="{1BBB2BA2-265A-9B9C-2127-525CA39847A7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63;p15">
              <a:extLst>
                <a:ext uri="{FF2B5EF4-FFF2-40B4-BE49-F238E27FC236}">
                  <a16:creationId xmlns:a16="http://schemas.microsoft.com/office/drawing/2014/main" id="{E2FB8623-818F-01C2-7074-E317C746ED61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27;p15">
              <a:extLst>
                <a:ext uri="{FF2B5EF4-FFF2-40B4-BE49-F238E27FC236}">
                  <a16:creationId xmlns:a16="http://schemas.microsoft.com/office/drawing/2014/main" id="{4E78E765-F4D1-32B1-D44F-C05591130DCC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28;p15">
              <a:extLst>
                <a:ext uri="{FF2B5EF4-FFF2-40B4-BE49-F238E27FC236}">
                  <a16:creationId xmlns:a16="http://schemas.microsoft.com/office/drawing/2014/main" id="{61A23FF3-8197-1B71-FF73-83ED56B41631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29;p15">
              <a:extLst>
                <a:ext uri="{FF2B5EF4-FFF2-40B4-BE49-F238E27FC236}">
                  <a16:creationId xmlns:a16="http://schemas.microsoft.com/office/drawing/2014/main" id="{B8470170-5E06-AE8A-FA3B-D8D4B6445CFE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30;p15">
              <a:extLst>
                <a:ext uri="{FF2B5EF4-FFF2-40B4-BE49-F238E27FC236}">
                  <a16:creationId xmlns:a16="http://schemas.microsoft.com/office/drawing/2014/main" id="{75044FF2-2357-2211-8E02-36C0D7BDAF5F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31;p15">
              <a:extLst>
                <a:ext uri="{FF2B5EF4-FFF2-40B4-BE49-F238E27FC236}">
                  <a16:creationId xmlns:a16="http://schemas.microsoft.com/office/drawing/2014/main" id="{FC8364BE-E2E7-9FEF-FBE6-91546F2322FC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32;p15">
              <a:extLst>
                <a:ext uri="{FF2B5EF4-FFF2-40B4-BE49-F238E27FC236}">
                  <a16:creationId xmlns:a16="http://schemas.microsoft.com/office/drawing/2014/main" id="{C35784B3-4275-0BEB-DCEA-3BCDFD2C923A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33;p15">
              <a:extLst>
                <a:ext uri="{FF2B5EF4-FFF2-40B4-BE49-F238E27FC236}">
                  <a16:creationId xmlns:a16="http://schemas.microsoft.com/office/drawing/2014/main" id="{CEA4E01D-F992-5928-4AFB-B790F709C289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9098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>
          <a:extLst>
            <a:ext uri="{FF2B5EF4-FFF2-40B4-BE49-F238E27FC236}">
              <a16:creationId xmlns:a16="http://schemas.microsoft.com/office/drawing/2014/main" id="{5E4E2B29-57B6-CB85-9864-A560F1909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44">
            <a:extLst>
              <a:ext uri="{FF2B5EF4-FFF2-40B4-BE49-F238E27FC236}">
                <a16:creationId xmlns:a16="http://schemas.microsoft.com/office/drawing/2014/main" id="{555299C1-23DA-485D-B1BE-E70DEBFCF2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92625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End of </a:t>
            </a:r>
            <a:r>
              <a:rPr lang="it-IT" dirty="0" err="1"/>
              <a:t>presentation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3B1D8F3B-E99A-4E94-B251-EB8A07C9B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099476"/>
            <a:ext cx="1706124" cy="17061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CasellaDiTesto 16">
            <a:extLst>
              <a:ext uri="{FF2B5EF4-FFF2-40B4-BE49-F238E27FC236}">
                <a16:creationId xmlns:a16="http://schemas.microsoft.com/office/drawing/2014/main" id="{504B1C7B-E906-4081-8C26-1AE201A2203F}"/>
              </a:ext>
            </a:extLst>
          </p:cNvPr>
          <p:cNvSpPr txBox="1"/>
          <p:nvPr/>
        </p:nvSpPr>
        <p:spPr>
          <a:xfrm>
            <a:off x="6291898" y="2996924"/>
            <a:ext cx="19239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600" dirty="0">
                <a:latin typeface="Montserrat" panose="00000500000000000000" pitchFamily="2" charset="0"/>
              </a:rPr>
              <a:t>Antonio Garofalo</a:t>
            </a:r>
          </a:p>
          <a:p>
            <a:pPr algn="ctr"/>
            <a:r>
              <a:rPr lang="it-IT" sz="1600" dirty="0">
                <a:solidFill>
                  <a:schemeClr val="accent1"/>
                </a:solidFill>
                <a:latin typeface="Montserrat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it-IT" sz="16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Google Shape;1997;p44">
            <a:extLst>
              <a:ext uri="{FF2B5EF4-FFF2-40B4-BE49-F238E27FC236}">
                <a16:creationId xmlns:a16="http://schemas.microsoft.com/office/drawing/2014/main" id="{E87D860D-1896-B8D7-461D-B8FAD7C629C1}"/>
              </a:ext>
            </a:extLst>
          </p:cNvPr>
          <p:cNvSpPr txBox="1">
            <a:spLocks/>
          </p:cNvSpPr>
          <p:nvPr/>
        </p:nvSpPr>
        <p:spPr>
          <a:xfrm>
            <a:off x="457200" y="4061471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b="0" dirty="0"/>
              <a:t>Thank you for your attention.</a:t>
            </a:r>
            <a:endParaRPr lang="it-IT" b="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Anteprima della diapositiva 5">
                <a:extLst>
                  <a:ext uri="{FF2B5EF4-FFF2-40B4-BE49-F238E27FC236}">
                    <a16:creationId xmlns:a16="http://schemas.microsoft.com/office/drawing/2014/main" id="{2429028B-DA79-6F91-175F-9F92C19DA3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007524"/>
                  </p:ext>
                </p:extLst>
              </p:nvPr>
            </p:nvGraphicFramePr>
            <p:xfrm>
              <a:off x="457203" y="1104266"/>
              <a:ext cx="2286000" cy="1285875"/>
            </p:xfrm>
            <a:graphic>
              <a:graphicData uri="http://schemas.microsoft.com/office/powerpoint/2016/slidezoom">
                <pslz:sldZm>
                  <pslz:sldZmObj sldId="289" cId="1435094956">
                    <pslz:zmPr id="{00E00602-E063-4E2C-A539-5DB202AAEB39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Anteprima della diapositiva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2429028B-DA79-6F91-175F-9F92C19DA35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203" y="1104266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Anteprima della diapositiva 7">
                <a:extLst>
                  <a:ext uri="{FF2B5EF4-FFF2-40B4-BE49-F238E27FC236}">
                    <a16:creationId xmlns:a16="http://schemas.microsoft.com/office/drawing/2014/main" id="{F1DE6DB1-84B3-300C-D6C0-CD6B2EC82B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8039011"/>
                  </p:ext>
                </p:extLst>
              </p:nvPr>
            </p:nvGraphicFramePr>
            <p:xfrm>
              <a:off x="3032480" y="1116846"/>
              <a:ext cx="2286000" cy="1285875"/>
            </p:xfrm>
            <a:graphic>
              <a:graphicData uri="http://schemas.microsoft.com/office/powerpoint/2016/slidezoom">
                <pslz:sldZm>
                  <pslz:sldZmObj sldId="290" cId="3732043940">
                    <pslz:zmPr id="{7C9A2BD5-F04E-4590-8F30-6AF3A6B924F9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Anteprima della diapositiva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F1DE6DB1-84B3-300C-D6C0-CD6B2EC82B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32480" y="1116846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Anteprima della diapositiva 9">
                <a:extLst>
                  <a:ext uri="{FF2B5EF4-FFF2-40B4-BE49-F238E27FC236}">
                    <a16:creationId xmlns:a16="http://schemas.microsoft.com/office/drawing/2014/main" id="{30E1957F-6F59-AA2F-0622-0ADF8E7053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7181959"/>
                  </p:ext>
                </p:extLst>
              </p:nvPr>
            </p:nvGraphicFramePr>
            <p:xfrm>
              <a:off x="457203" y="2624292"/>
              <a:ext cx="2286000" cy="1285875"/>
            </p:xfrm>
            <a:graphic>
              <a:graphicData uri="http://schemas.microsoft.com/office/powerpoint/2016/slidezoom">
                <pslz:sldZm>
                  <pslz:sldZmObj sldId="291" cId="4072125185">
                    <pslz:zmPr id="{B10C0B4F-6CFA-46E8-AEB7-EC360A85E102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Anteprima della diapositiva 9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30E1957F-6F59-AA2F-0622-0ADF8E7053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203" y="2624292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Anteprima della diapositiva 11">
                <a:extLst>
                  <a:ext uri="{FF2B5EF4-FFF2-40B4-BE49-F238E27FC236}">
                    <a16:creationId xmlns:a16="http://schemas.microsoft.com/office/drawing/2014/main" id="{100278F8-A882-7F14-5C14-93F36A560A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80315174"/>
                  </p:ext>
                </p:extLst>
              </p:nvPr>
            </p:nvGraphicFramePr>
            <p:xfrm>
              <a:off x="3032480" y="2641663"/>
              <a:ext cx="2286000" cy="1285875"/>
            </p:xfrm>
            <a:graphic>
              <a:graphicData uri="http://schemas.microsoft.com/office/powerpoint/2016/slidezoom">
                <pslz:sldZm>
                  <pslz:sldZmObj sldId="292" cId="2060745353">
                    <pslz:zmPr id="{A84D382E-6064-443F-8A5D-CB9C899C67AD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28587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Anteprima della diapositiva 11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100278F8-A882-7F14-5C14-93F36A560A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32480" y="2641663"/>
                <a:ext cx="2286000" cy="12858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4" name="Rettangolo 13">
            <a:extLst>
              <a:ext uri="{FF2B5EF4-FFF2-40B4-BE49-F238E27FC236}">
                <a16:creationId xmlns:a16="http://schemas.microsoft.com/office/drawing/2014/main" id="{22C57921-9A61-2977-2796-A35FDDA3D10C}"/>
              </a:ext>
            </a:extLst>
          </p:cNvPr>
          <p:cNvSpPr/>
          <p:nvPr/>
        </p:nvSpPr>
        <p:spPr>
          <a:xfrm>
            <a:off x="457203" y="1099476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948D533-472B-F6C9-4797-674B755F1809}"/>
              </a:ext>
            </a:extLst>
          </p:cNvPr>
          <p:cNvSpPr/>
          <p:nvPr/>
        </p:nvSpPr>
        <p:spPr>
          <a:xfrm>
            <a:off x="3032480" y="1116846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4357D74-8C50-A85D-76F1-7772CD188437}"/>
              </a:ext>
            </a:extLst>
          </p:cNvPr>
          <p:cNvSpPr/>
          <p:nvPr/>
        </p:nvSpPr>
        <p:spPr>
          <a:xfrm>
            <a:off x="457203" y="2624292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D1E9F80-3387-8B0E-6F8D-0F5487594DB7}"/>
              </a:ext>
            </a:extLst>
          </p:cNvPr>
          <p:cNvSpPr/>
          <p:nvPr/>
        </p:nvSpPr>
        <p:spPr>
          <a:xfrm>
            <a:off x="3032480" y="2641663"/>
            <a:ext cx="2286000" cy="128587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C186AEB6-6072-6F85-1275-A22C7D1F812A}"/>
              </a:ext>
            </a:extLst>
          </p:cNvPr>
          <p:cNvGrpSpPr/>
          <p:nvPr/>
        </p:nvGrpSpPr>
        <p:grpSpPr>
          <a:xfrm>
            <a:off x="47829" y="77990"/>
            <a:ext cx="995220" cy="737647"/>
            <a:chOff x="1241764" y="1490527"/>
            <a:chExt cx="995220" cy="737647"/>
          </a:xfrm>
        </p:grpSpPr>
        <p:sp>
          <p:nvSpPr>
            <p:cNvPr id="7" name="Google Shape;68;p15">
              <a:extLst>
                <a:ext uri="{FF2B5EF4-FFF2-40B4-BE49-F238E27FC236}">
                  <a16:creationId xmlns:a16="http://schemas.microsoft.com/office/drawing/2014/main" id="{8E6A753A-A8A3-1E15-292E-04BF29247134}"/>
                </a:ext>
              </a:extLst>
            </p:cNvPr>
            <p:cNvSpPr/>
            <p:nvPr/>
          </p:nvSpPr>
          <p:spPr>
            <a:xfrm>
              <a:off x="1248579" y="1661693"/>
              <a:ext cx="805718" cy="58698"/>
            </a:xfrm>
            <a:custGeom>
              <a:avLst/>
              <a:gdLst/>
              <a:ahLst/>
              <a:cxnLst/>
              <a:rect l="l" t="t" r="r" b="b"/>
              <a:pathLst>
                <a:path w="18325" h="1335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9;p15">
              <a:extLst>
                <a:ext uri="{FF2B5EF4-FFF2-40B4-BE49-F238E27FC236}">
                  <a16:creationId xmlns:a16="http://schemas.microsoft.com/office/drawing/2014/main" id="{BAE3667A-5F04-F489-3FCA-19D05A337C09}"/>
                </a:ext>
              </a:extLst>
            </p:cNvPr>
            <p:cNvSpPr/>
            <p:nvPr/>
          </p:nvSpPr>
          <p:spPr>
            <a:xfrm>
              <a:off x="1248579" y="1757500"/>
              <a:ext cx="805718" cy="59225"/>
            </a:xfrm>
            <a:custGeom>
              <a:avLst/>
              <a:gdLst/>
              <a:ahLst/>
              <a:cxnLst/>
              <a:rect l="l" t="t" r="r" b="b"/>
              <a:pathLst>
                <a:path w="18325" h="1347" extrusionOk="0">
                  <a:moveTo>
                    <a:pt x="1" y="1"/>
                  </a:moveTo>
                  <a:lnTo>
                    <a:pt x="1" y="1346"/>
                  </a:lnTo>
                  <a:lnTo>
                    <a:pt x="18324" y="1346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ruppo 10">
              <a:extLst>
                <a:ext uri="{FF2B5EF4-FFF2-40B4-BE49-F238E27FC236}">
                  <a16:creationId xmlns:a16="http://schemas.microsoft.com/office/drawing/2014/main" id="{B68F4875-D2ED-E68E-EEE4-0E46C6F46CD8}"/>
                </a:ext>
              </a:extLst>
            </p:cNvPr>
            <p:cNvGrpSpPr/>
            <p:nvPr/>
          </p:nvGrpSpPr>
          <p:grpSpPr>
            <a:xfrm>
              <a:off x="1241764" y="1490527"/>
              <a:ext cx="995220" cy="737647"/>
              <a:chOff x="1241764" y="1490527"/>
              <a:chExt cx="995220" cy="737647"/>
            </a:xfrm>
          </p:grpSpPr>
          <p:sp>
            <p:nvSpPr>
              <p:cNvPr id="13" name="Google Shape;65;p15">
                <a:extLst>
                  <a:ext uri="{FF2B5EF4-FFF2-40B4-BE49-F238E27FC236}">
                    <a16:creationId xmlns:a16="http://schemas.microsoft.com/office/drawing/2014/main" id="{59BEBF27-4159-B1A3-2098-E03E654CA630}"/>
                  </a:ext>
                </a:extLst>
              </p:cNvPr>
              <p:cNvSpPr/>
              <p:nvPr/>
            </p:nvSpPr>
            <p:spPr>
              <a:xfrm>
                <a:off x="1241764" y="212603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1"/>
                    </a:moveTo>
                    <a:cubicBezTo>
                      <a:pt x="525" y="1"/>
                      <a:pt x="1" y="525"/>
                      <a:pt x="1" y="1167"/>
                    </a:cubicBezTo>
                    <a:cubicBezTo>
                      <a:pt x="1" y="1799"/>
                      <a:pt x="525" y="2322"/>
                      <a:pt x="1168" y="2322"/>
                    </a:cubicBezTo>
                    <a:cubicBezTo>
                      <a:pt x="1811" y="2322"/>
                      <a:pt x="2323" y="1799"/>
                      <a:pt x="2323" y="1167"/>
                    </a:cubicBezTo>
                    <a:cubicBezTo>
                      <a:pt x="2323" y="525"/>
                      <a:pt x="1811" y="1"/>
                      <a:pt x="1168" y="1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6;p15">
                <a:extLst>
                  <a:ext uri="{FF2B5EF4-FFF2-40B4-BE49-F238E27FC236}">
                    <a16:creationId xmlns:a16="http://schemas.microsoft.com/office/drawing/2014/main" id="{9F6E4E41-5F76-4AE5-1BC6-533CE141D342}"/>
                  </a:ext>
                </a:extLst>
              </p:cNvPr>
              <p:cNvSpPr/>
              <p:nvPr/>
            </p:nvSpPr>
            <p:spPr>
              <a:xfrm>
                <a:off x="1241764" y="1982086"/>
                <a:ext cx="102138" cy="102138"/>
              </a:xfrm>
              <a:custGeom>
                <a:avLst/>
                <a:gdLst/>
                <a:ahLst/>
                <a:cxnLst/>
                <a:rect l="l" t="t" r="r" b="b"/>
                <a:pathLst>
                  <a:path w="2323" h="2323" extrusionOk="0">
                    <a:moveTo>
                      <a:pt x="1168" y="0"/>
                    </a:moveTo>
                    <a:cubicBezTo>
                      <a:pt x="525" y="0"/>
                      <a:pt x="1" y="524"/>
                      <a:pt x="1" y="1167"/>
                    </a:cubicBezTo>
                    <a:cubicBezTo>
                      <a:pt x="1" y="1798"/>
                      <a:pt x="525" y="2322"/>
                      <a:pt x="1168" y="2322"/>
                    </a:cubicBezTo>
                    <a:cubicBezTo>
                      <a:pt x="1811" y="2322"/>
                      <a:pt x="2323" y="1798"/>
                      <a:pt x="2323" y="1167"/>
                    </a:cubicBezTo>
                    <a:cubicBezTo>
                      <a:pt x="2323" y="524"/>
                      <a:pt x="1811" y="0"/>
                      <a:pt x="1168" y="0"/>
                    </a:cubicBez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7;p15">
                <a:extLst>
                  <a:ext uri="{FF2B5EF4-FFF2-40B4-BE49-F238E27FC236}">
                    <a16:creationId xmlns:a16="http://schemas.microsoft.com/office/drawing/2014/main" id="{16A63813-BC05-2936-83DA-8ADB0EA68E2F}"/>
                  </a:ext>
                </a:extLst>
              </p:cNvPr>
              <p:cNvSpPr/>
              <p:nvPr/>
            </p:nvSpPr>
            <p:spPr>
              <a:xfrm>
                <a:off x="1248579" y="1490527"/>
                <a:ext cx="988405" cy="118890"/>
              </a:xfrm>
              <a:custGeom>
                <a:avLst/>
                <a:gdLst/>
                <a:ahLst/>
                <a:cxnLst/>
                <a:rect l="l" t="t" r="r" b="b"/>
                <a:pathLst>
                  <a:path w="22480" h="2704" extrusionOk="0">
                    <a:moveTo>
                      <a:pt x="1" y="1"/>
                    </a:moveTo>
                    <a:lnTo>
                      <a:pt x="1" y="2703"/>
                    </a:lnTo>
                    <a:lnTo>
                      <a:pt x="22480" y="2703"/>
                    </a:lnTo>
                    <a:lnTo>
                      <a:pt x="22480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70;p15">
                <a:extLst>
                  <a:ext uri="{FF2B5EF4-FFF2-40B4-BE49-F238E27FC236}">
                    <a16:creationId xmlns:a16="http://schemas.microsoft.com/office/drawing/2014/main" id="{3FD97E61-5180-F15B-9EFB-AF1F7C796D96}"/>
                  </a:ext>
                </a:extLst>
              </p:cNvPr>
              <p:cNvSpPr/>
              <p:nvPr/>
            </p:nvSpPr>
            <p:spPr>
              <a:xfrm>
                <a:off x="1248579" y="1853305"/>
                <a:ext cx="529290" cy="58698"/>
              </a:xfrm>
              <a:custGeom>
                <a:avLst/>
                <a:gdLst/>
                <a:ahLst/>
                <a:cxnLst/>
                <a:rect l="l" t="t" r="r" b="b"/>
                <a:pathLst>
                  <a:path w="12038" h="1335" extrusionOk="0">
                    <a:moveTo>
                      <a:pt x="1" y="1"/>
                    </a:moveTo>
                    <a:lnTo>
                      <a:pt x="1" y="1334"/>
                    </a:lnTo>
                    <a:lnTo>
                      <a:pt x="12038" y="1334"/>
                    </a:lnTo>
                    <a:lnTo>
                      <a:pt x="12038" y="1"/>
                    </a:lnTo>
                    <a:close/>
                  </a:path>
                </a:pathLst>
              </a:custGeom>
              <a:solidFill>
                <a:srgbClr val="E0E0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F0B87174-D944-7A60-FFB6-A094F5BDF3DE}"/>
              </a:ext>
            </a:extLst>
          </p:cNvPr>
          <p:cNvGrpSpPr/>
          <p:nvPr/>
        </p:nvGrpSpPr>
        <p:grpSpPr>
          <a:xfrm>
            <a:off x="4085381" y="39785"/>
            <a:ext cx="973235" cy="210476"/>
            <a:chOff x="6910704" y="213835"/>
            <a:chExt cx="973235" cy="210476"/>
          </a:xfrm>
        </p:grpSpPr>
        <p:sp>
          <p:nvSpPr>
            <p:cNvPr id="22" name="Google Shape;73;p15">
              <a:extLst>
                <a:ext uri="{FF2B5EF4-FFF2-40B4-BE49-F238E27FC236}">
                  <a16:creationId xmlns:a16="http://schemas.microsoft.com/office/drawing/2014/main" id="{45167DEC-4A49-0E0A-6CD9-A3FDA7E46F67}"/>
                </a:ext>
              </a:extLst>
            </p:cNvPr>
            <p:cNvSpPr/>
            <p:nvPr/>
          </p:nvSpPr>
          <p:spPr>
            <a:xfrm>
              <a:off x="7204939" y="213835"/>
              <a:ext cx="238220" cy="210476"/>
            </a:xfrm>
            <a:custGeom>
              <a:avLst/>
              <a:gdLst/>
              <a:ahLst/>
              <a:cxnLst/>
              <a:rect l="l" t="t" r="r" b="b"/>
              <a:pathLst>
                <a:path w="5418" h="4787" extrusionOk="0">
                  <a:moveTo>
                    <a:pt x="3346" y="0"/>
                  </a:moveTo>
                  <a:lnTo>
                    <a:pt x="0" y="4787"/>
                  </a:lnTo>
                  <a:lnTo>
                    <a:pt x="2084" y="4787"/>
                  </a:lnTo>
                  <a:lnTo>
                    <a:pt x="5418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5;p15">
              <a:extLst>
                <a:ext uri="{FF2B5EF4-FFF2-40B4-BE49-F238E27FC236}">
                  <a16:creationId xmlns:a16="http://schemas.microsoft.com/office/drawing/2014/main" id="{3C8E7483-F7CC-2E11-5901-840F87ACF134}"/>
                </a:ext>
              </a:extLst>
            </p:cNvPr>
            <p:cNvSpPr/>
            <p:nvPr/>
          </p:nvSpPr>
          <p:spPr>
            <a:xfrm>
              <a:off x="7499129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76;p15">
              <a:extLst>
                <a:ext uri="{FF2B5EF4-FFF2-40B4-BE49-F238E27FC236}">
                  <a16:creationId xmlns:a16="http://schemas.microsoft.com/office/drawing/2014/main" id="{F67E331F-7BF5-6388-6B1E-DDFE397CE48B}"/>
                </a:ext>
              </a:extLst>
            </p:cNvPr>
            <p:cNvSpPr/>
            <p:nvPr/>
          </p:nvSpPr>
          <p:spPr>
            <a:xfrm>
              <a:off x="7646247" y="213835"/>
              <a:ext cx="237692" cy="210476"/>
            </a:xfrm>
            <a:custGeom>
              <a:avLst/>
              <a:gdLst/>
              <a:ahLst/>
              <a:cxnLst/>
              <a:rect l="l" t="t" r="r" b="b"/>
              <a:pathLst>
                <a:path w="5406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72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1;p15">
              <a:extLst>
                <a:ext uri="{FF2B5EF4-FFF2-40B4-BE49-F238E27FC236}">
                  <a16:creationId xmlns:a16="http://schemas.microsoft.com/office/drawing/2014/main" id="{042D56C9-98AE-0FA4-2975-C48925AE53B4}"/>
                </a:ext>
              </a:extLst>
            </p:cNvPr>
            <p:cNvSpPr/>
            <p:nvPr/>
          </p:nvSpPr>
          <p:spPr>
            <a:xfrm>
              <a:off x="6910704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72;p15">
              <a:extLst>
                <a:ext uri="{FF2B5EF4-FFF2-40B4-BE49-F238E27FC236}">
                  <a16:creationId xmlns:a16="http://schemas.microsoft.com/office/drawing/2014/main" id="{7033C4F6-56BA-B01C-791D-821083DDBB0D}"/>
                </a:ext>
              </a:extLst>
            </p:cNvPr>
            <p:cNvSpPr/>
            <p:nvPr/>
          </p:nvSpPr>
          <p:spPr>
            <a:xfrm>
              <a:off x="7058348" y="213835"/>
              <a:ext cx="237165" cy="210476"/>
            </a:xfrm>
            <a:custGeom>
              <a:avLst/>
              <a:gdLst/>
              <a:ahLst/>
              <a:cxnLst/>
              <a:rect l="l" t="t" r="r" b="b"/>
              <a:pathLst>
                <a:path w="5394" h="4787" extrusionOk="0">
                  <a:moveTo>
                    <a:pt x="3334" y="0"/>
                  </a:moveTo>
                  <a:lnTo>
                    <a:pt x="0" y="4787"/>
                  </a:lnTo>
                  <a:lnTo>
                    <a:pt x="2060" y="4787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74;p15">
              <a:extLst>
                <a:ext uri="{FF2B5EF4-FFF2-40B4-BE49-F238E27FC236}">
                  <a16:creationId xmlns:a16="http://schemas.microsoft.com/office/drawing/2014/main" id="{8C274374-CA50-0D76-3F20-9EDB8BA3FC34}"/>
                </a:ext>
              </a:extLst>
            </p:cNvPr>
            <p:cNvSpPr/>
            <p:nvPr/>
          </p:nvSpPr>
          <p:spPr>
            <a:xfrm>
              <a:off x="7352012" y="213835"/>
              <a:ext cx="237736" cy="210476"/>
            </a:xfrm>
            <a:custGeom>
              <a:avLst/>
              <a:gdLst/>
              <a:ahLst/>
              <a:cxnLst/>
              <a:rect l="l" t="t" r="r" b="b"/>
              <a:pathLst>
                <a:path w="5407" h="4787" extrusionOk="0">
                  <a:moveTo>
                    <a:pt x="3335" y="0"/>
                  </a:moveTo>
                  <a:lnTo>
                    <a:pt x="1" y="4787"/>
                  </a:lnTo>
                  <a:lnTo>
                    <a:pt x="2073" y="4787"/>
                  </a:lnTo>
                  <a:lnTo>
                    <a:pt x="540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848D4A36-2E33-AFF2-D1FE-FE3FF85E7B6C}"/>
              </a:ext>
            </a:extLst>
          </p:cNvPr>
          <p:cNvGrpSpPr/>
          <p:nvPr/>
        </p:nvGrpSpPr>
        <p:grpSpPr>
          <a:xfrm>
            <a:off x="8099155" y="81887"/>
            <a:ext cx="988933" cy="421476"/>
            <a:chOff x="8135172" y="81887"/>
            <a:chExt cx="988933" cy="421476"/>
          </a:xfrm>
        </p:grpSpPr>
        <p:sp>
          <p:nvSpPr>
            <p:cNvPr id="29" name="Google Shape;122;p15">
              <a:extLst>
                <a:ext uri="{FF2B5EF4-FFF2-40B4-BE49-F238E27FC236}">
                  <a16:creationId xmlns:a16="http://schemas.microsoft.com/office/drawing/2014/main" id="{193FF601-83D1-9BB6-7D77-37E9CD6DD722}"/>
                </a:ext>
              </a:extLst>
            </p:cNvPr>
            <p:cNvSpPr/>
            <p:nvPr/>
          </p:nvSpPr>
          <p:spPr>
            <a:xfrm>
              <a:off x="8135172" y="81887"/>
              <a:ext cx="988405" cy="118362"/>
            </a:xfrm>
            <a:custGeom>
              <a:avLst/>
              <a:gdLst/>
              <a:ahLst/>
              <a:cxnLst/>
              <a:rect l="l" t="t" r="r" b="b"/>
              <a:pathLst>
                <a:path w="22480" h="2692" extrusionOk="0">
                  <a:moveTo>
                    <a:pt x="1" y="1"/>
                  </a:moveTo>
                  <a:lnTo>
                    <a:pt x="1" y="2692"/>
                  </a:lnTo>
                  <a:lnTo>
                    <a:pt x="22480" y="2692"/>
                  </a:lnTo>
                  <a:lnTo>
                    <a:pt x="22480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3;p15">
              <a:extLst>
                <a:ext uri="{FF2B5EF4-FFF2-40B4-BE49-F238E27FC236}">
                  <a16:creationId xmlns:a16="http://schemas.microsoft.com/office/drawing/2014/main" id="{50FE7109-B5F4-9330-B548-3AD0CA09F0F0}"/>
                </a:ext>
              </a:extLst>
            </p:cNvPr>
            <p:cNvSpPr/>
            <p:nvPr/>
          </p:nvSpPr>
          <p:spPr>
            <a:xfrm>
              <a:off x="8318386" y="252043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1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1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24;p15">
              <a:extLst>
                <a:ext uri="{FF2B5EF4-FFF2-40B4-BE49-F238E27FC236}">
                  <a16:creationId xmlns:a16="http://schemas.microsoft.com/office/drawing/2014/main" id="{89ABA633-204C-B11F-457C-6D34ACAE9D1A}"/>
                </a:ext>
              </a:extLst>
            </p:cNvPr>
            <p:cNvSpPr/>
            <p:nvPr/>
          </p:nvSpPr>
          <p:spPr>
            <a:xfrm>
              <a:off x="8318386" y="348375"/>
              <a:ext cx="805718" cy="58654"/>
            </a:xfrm>
            <a:custGeom>
              <a:avLst/>
              <a:gdLst/>
              <a:ahLst/>
              <a:cxnLst/>
              <a:rect l="l" t="t" r="r" b="b"/>
              <a:pathLst>
                <a:path w="18325" h="1334" extrusionOk="0">
                  <a:moveTo>
                    <a:pt x="1" y="0"/>
                  </a:moveTo>
                  <a:lnTo>
                    <a:pt x="1" y="1334"/>
                  </a:lnTo>
                  <a:lnTo>
                    <a:pt x="18324" y="1334"/>
                  </a:lnTo>
                  <a:lnTo>
                    <a:pt x="18324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25;p15">
              <a:extLst>
                <a:ext uri="{FF2B5EF4-FFF2-40B4-BE49-F238E27FC236}">
                  <a16:creationId xmlns:a16="http://schemas.microsoft.com/office/drawing/2014/main" id="{7C02E081-8794-99FD-586F-30C4C479AE82}"/>
                </a:ext>
              </a:extLst>
            </p:cNvPr>
            <p:cNvSpPr/>
            <p:nvPr/>
          </p:nvSpPr>
          <p:spPr>
            <a:xfrm>
              <a:off x="8594815" y="444182"/>
              <a:ext cx="529290" cy="59181"/>
            </a:xfrm>
            <a:custGeom>
              <a:avLst/>
              <a:gdLst/>
              <a:ahLst/>
              <a:cxnLst/>
              <a:rect l="l" t="t" r="r" b="b"/>
              <a:pathLst>
                <a:path w="12038" h="1346" extrusionOk="0">
                  <a:moveTo>
                    <a:pt x="0" y="0"/>
                  </a:moveTo>
                  <a:lnTo>
                    <a:pt x="0" y="1345"/>
                  </a:lnTo>
                  <a:lnTo>
                    <a:pt x="12037" y="1345"/>
                  </a:lnTo>
                  <a:lnTo>
                    <a:pt x="12037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85" name="Gruppo 1984">
            <a:extLst>
              <a:ext uri="{FF2B5EF4-FFF2-40B4-BE49-F238E27FC236}">
                <a16:creationId xmlns:a16="http://schemas.microsoft.com/office/drawing/2014/main" id="{7E3A9026-50CA-9697-F1B9-D62E2DE2AED9}"/>
              </a:ext>
            </a:extLst>
          </p:cNvPr>
          <p:cNvGrpSpPr/>
          <p:nvPr/>
        </p:nvGrpSpPr>
        <p:grpSpPr>
          <a:xfrm>
            <a:off x="4378048" y="4618942"/>
            <a:ext cx="4707895" cy="463865"/>
            <a:chOff x="-994111" y="895336"/>
            <a:chExt cx="4707895" cy="463865"/>
          </a:xfrm>
        </p:grpSpPr>
        <p:sp>
          <p:nvSpPr>
            <p:cNvPr id="1986" name="Google Shape;57;p15">
              <a:extLst>
                <a:ext uri="{FF2B5EF4-FFF2-40B4-BE49-F238E27FC236}">
                  <a16:creationId xmlns:a16="http://schemas.microsoft.com/office/drawing/2014/main" id="{97DFF5E2-6C52-4719-7438-996FAB1A7B95}"/>
                </a:ext>
              </a:extLst>
            </p:cNvPr>
            <p:cNvSpPr/>
            <p:nvPr/>
          </p:nvSpPr>
          <p:spPr>
            <a:xfrm>
              <a:off x="1246512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58;p15">
              <a:extLst>
                <a:ext uri="{FF2B5EF4-FFF2-40B4-BE49-F238E27FC236}">
                  <a16:creationId xmlns:a16="http://schemas.microsoft.com/office/drawing/2014/main" id="{5F5FEE19-85ED-E56F-107F-07D014C749A0}"/>
                </a:ext>
              </a:extLst>
            </p:cNvPr>
            <p:cNvSpPr/>
            <p:nvPr/>
          </p:nvSpPr>
          <p:spPr>
            <a:xfrm>
              <a:off x="1571041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59;p15">
              <a:extLst>
                <a:ext uri="{FF2B5EF4-FFF2-40B4-BE49-F238E27FC236}">
                  <a16:creationId xmlns:a16="http://schemas.microsoft.com/office/drawing/2014/main" id="{C243D511-754D-EB2D-DD31-967DF6FDE905}"/>
                </a:ext>
              </a:extLst>
            </p:cNvPr>
            <p:cNvSpPr/>
            <p:nvPr/>
          </p:nvSpPr>
          <p:spPr>
            <a:xfrm>
              <a:off x="1895613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60;p15">
              <a:extLst>
                <a:ext uri="{FF2B5EF4-FFF2-40B4-BE49-F238E27FC236}">
                  <a16:creationId xmlns:a16="http://schemas.microsoft.com/office/drawing/2014/main" id="{01F31C4E-50DB-07FF-F8DB-FF3928B79BDB}"/>
                </a:ext>
              </a:extLst>
            </p:cNvPr>
            <p:cNvSpPr/>
            <p:nvPr/>
          </p:nvSpPr>
          <p:spPr>
            <a:xfrm>
              <a:off x="2219658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61;p15">
              <a:extLst>
                <a:ext uri="{FF2B5EF4-FFF2-40B4-BE49-F238E27FC236}">
                  <a16:creationId xmlns:a16="http://schemas.microsoft.com/office/drawing/2014/main" id="{62E33123-8C2F-0703-9FB0-CC49A6BFE501}"/>
                </a:ext>
              </a:extLst>
            </p:cNvPr>
            <p:cNvSpPr/>
            <p:nvPr/>
          </p:nvSpPr>
          <p:spPr>
            <a:xfrm>
              <a:off x="254423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62;p15">
              <a:extLst>
                <a:ext uri="{FF2B5EF4-FFF2-40B4-BE49-F238E27FC236}">
                  <a16:creationId xmlns:a16="http://schemas.microsoft.com/office/drawing/2014/main" id="{CE748640-61D7-5F0B-6067-E24269F68A06}"/>
                </a:ext>
              </a:extLst>
            </p:cNvPr>
            <p:cNvSpPr/>
            <p:nvPr/>
          </p:nvSpPr>
          <p:spPr>
            <a:xfrm>
              <a:off x="28688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63;p15">
              <a:extLst>
                <a:ext uri="{FF2B5EF4-FFF2-40B4-BE49-F238E27FC236}">
                  <a16:creationId xmlns:a16="http://schemas.microsoft.com/office/drawing/2014/main" id="{F357EB46-315D-3711-FB4D-8BDA055326D3}"/>
                </a:ext>
              </a:extLst>
            </p:cNvPr>
            <p:cNvSpPr/>
            <p:nvPr/>
          </p:nvSpPr>
          <p:spPr>
            <a:xfrm>
              <a:off x="3189727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27;p15">
              <a:extLst>
                <a:ext uri="{FF2B5EF4-FFF2-40B4-BE49-F238E27FC236}">
                  <a16:creationId xmlns:a16="http://schemas.microsoft.com/office/drawing/2014/main" id="{63BEB1E2-A79B-741C-66E1-EDA9FD7714C4}"/>
                </a:ext>
              </a:extLst>
            </p:cNvPr>
            <p:cNvSpPr/>
            <p:nvPr/>
          </p:nvSpPr>
          <p:spPr>
            <a:xfrm>
              <a:off x="-994111" y="895336"/>
              <a:ext cx="525068" cy="463865"/>
            </a:xfrm>
            <a:custGeom>
              <a:avLst/>
              <a:gdLst/>
              <a:ahLst/>
              <a:cxnLst/>
              <a:rect l="l" t="t" r="r" b="b"/>
              <a:pathLst>
                <a:path w="11942" h="10550" extrusionOk="0">
                  <a:moveTo>
                    <a:pt x="7370" y="0"/>
                  </a:moveTo>
                  <a:lnTo>
                    <a:pt x="0" y="10549"/>
                  </a:lnTo>
                  <a:lnTo>
                    <a:pt x="4572" y="10549"/>
                  </a:lnTo>
                  <a:lnTo>
                    <a:pt x="11942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28;p15">
              <a:extLst>
                <a:ext uri="{FF2B5EF4-FFF2-40B4-BE49-F238E27FC236}">
                  <a16:creationId xmlns:a16="http://schemas.microsoft.com/office/drawing/2014/main" id="{01186437-1D2E-4F89-ECBB-5CA3B0D77987}"/>
                </a:ext>
              </a:extLst>
            </p:cNvPr>
            <p:cNvSpPr/>
            <p:nvPr/>
          </p:nvSpPr>
          <p:spPr>
            <a:xfrm>
              <a:off x="-669582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29;p15">
              <a:extLst>
                <a:ext uri="{FF2B5EF4-FFF2-40B4-BE49-F238E27FC236}">
                  <a16:creationId xmlns:a16="http://schemas.microsoft.com/office/drawing/2014/main" id="{6850BDDA-7B99-F6AF-4E2E-41E7166D6937}"/>
                </a:ext>
              </a:extLst>
            </p:cNvPr>
            <p:cNvSpPr/>
            <p:nvPr/>
          </p:nvSpPr>
          <p:spPr>
            <a:xfrm>
              <a:off x="-345010" y="895336"/>
              <a:ext cx="524585" cy="463865"/>
            </a:xfrm>
            <a:custGeom>
              <a:avLst/>
              <a:gdLst/>
              <a:ahLst/>
              <a:cxnLst/>
              <a:rect l="l" t="t" r="r" b="b"/>
              <a:pathLst>
                <a:path w="11931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3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30;p15">
              <a:extLst>
                <a:ext uri="{FF2B5EF4-FFF2-40B4-BE49-F238E27FC236}">
                  <a16:creationId xmlns:a16="http://schemas.microsoft.com/office/drawing/2014/main" id="{7FEFDD52-DAD6-63E4-EA30-D80964F5133E}"/>
                </a:ext>
              </a:extLst>
            </p:cNvPr>
            <p:cNvSpPr/>
            <p:nvPr/>
          </p:nvSpPr>
          <p:spPr>
            <a:xfrm>
              <a:off x="-20965" y="895336"/>
              <a:ext cx="525112" cy="463865"/>
            </a:xfrm>
            <a:custGeom>
              <a:avLst/>
              <a:gdLst/>
              <a:ahLst/>
              <a:cxnLst/>
              <a:rect l="l" t="t" r="r" b="b"/>
              <a:pathLst>
                <a:path w="11943" h="10550" extrusionOk="0">
                  <a:moveTo>
                    <a:pt x="7371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4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31;p15">
              <a:extLst>
                <a:ext uri="{FF2B5EF4-FFF2-40B4-BE49-F238E27FC236}">
                  <a16:creationId xmlns:a16="http://schemas.microsoft.com/office/drawing/2014/main" id="{2AE39CFB-7AA0-5569-FD98-FC6C0C1CAEBF}"/>
                </a:ext>
              </a:extLst>
            </p:cNvPr>
            <p:cNvSpPr/>
            <p:nvPr/>
          </p:nvSpPr>
          <p:spPr>
            <a:xfrm>
              <a:off x="303608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73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32;p15">
              <a:extLst>
                <a:ext uri="{FF2B5EF4-FFF2-40B4-BE49-F238E27FC236}">
                  <a16:creationId xmlns:a16="http://schemas.microsoft.com/office/drawing/2014/main" id="{C82DE1B7-C5F9-C195-6F05-4BD7EC353759}"/>
                </a:ext>
              </a:extLst>
            </p:cNvPr>
            <p:cNvSpPr/>
            <p:nvPr/>
          </p:nvSpPr>
          <p:spPr>
            <a:xfrm>
              <a:off x="628181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59" y="0"/>
                  </a:moveTo>
                  <a:lnTo>
                    <a:pt x="1" y="10549"/>
                  </a:lnTo>
                  <a:lnTo>
                    <a:pt x="4561" y="10549"/>
                  </a:lnTo>
                  <a:lnTo>
                    <a:pt x="119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133;p15">
              <a:extLst>
                <a:ext uri="{FF2B5EF4-FFF2-40B4-BE49-F238E27FC236}">
                  <a16:creationId xmlns:a16="http://schemas.microsoft.com/office/drawing/2014/main" id="{BDBAA582-8D24-22BF-84D2-E39CFAEEFCFC}"/>
                </a:ext>
              </a:extLst>
            </p:cNvPr>
            <p:cNvSpPr/>
            <p:nvPr/>
          </p:nvSpPr>
          <p:spPr>
            <a:xfrm>
              <a:off x="949104" y="895336"/>
              <a:ext cx="524057" cy="463865"/>
            </a:xfrm>
            <a:custGeom>
              <a:avLst/>
              <a:gdLst/>
              <a:ahLst/>
              <a:cxnLst/>
              <a:rect l="l" t="t" r="r" b="b"/>
              <a:pathLst>
                <a:path w="11919" h="10550" extrusionOk="0">
                  <a:moveTo>
                    <a:pt x="7346" y="0"/>
                  </a:moveTo>
                  <a:lnTo>
                    <a:pt x="0" y="10549"/>
                  </a:lnTo>
                  <a:lnTo>
                    <a:pt x="4560" y="10549"/>
                  </a:lnTo>
                  <a:lnTo>
                    <a:pt x="1191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85156332"/>
      </p:ext>
    </p:extLst>
  </p:cSld>
  <p:clrMapOvr>
    <a:masterClrMapping/>
  </p:clrMapOvr>
</p:sld>
</file>

<file path=ppt/theme/theme1.xml><?xml version="1.0" encoding="utf-8"?>
<a:theme xmlns:a="http://schemas.openxmlformats.org/drawingml/2006/main" name="Malware Infographics by Slidesgo">
  <a:themeElements>
    <a:clrScheme name="Simple Light">
      <a:dk1>
        <a:srgbClr val="000000"/>
      </a:dk1>
      <a:lt1>
        <a:srgbClr val="FFFFFF"/>
      </a:lt1>
      <a:dk2>
        <a:srgbClr val="E0E0E0"/>
      </a:dk2>
      <a:lt2>
        <a:srgbClr val="EEEEEE"/>
      </a:lt2>
      <a:accent1>
        <a:srgbClr val="E94E1B"/>
      </a:accent1>
      <a:accent2>
        <a:srgbClr val="E94E1B"/>
      </a:accent2>
      <a:accent3>
        <a:srgbClr val="EE7026"/>
      </a:accent3>
      <a:accent4>
        <a:srgbClr val="3C3C3B"/>
      </a:accent4>
      <a:accent5>
        <a:srgbClr val="575756"/>
      </a:accent5>
      <a:accent6>
        <a:srgbClr val="C6C6C6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</TotalTime>
  <Words>1485</Words>
  <Application>Microsoft Office PowerPoint</Application>
  <PresentationFormat>Presentazione su schermo (16:9)</PresentationFormat>
  <Paragraphs>196</Paragraphs>
  <Slides>27</Slides>
  <Notes>20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27</vt:i4>
      </vt:variant>
    </vt:vector>
  </HeadingPairs>
  <TitlesOfParts>
    <vt:vector size="36" baseType="lpstr">
      <vt:lpstr>Arial</vt:lpstr>
      <vt:lpstr>Fira Sans</vt:lpstr>
      <vt:lpstr>Fira Sans Black</vt:lpstr>
      <vt:lpstr>Fira Sans Extra Condensed Medium</vt:lpstr>
      <vt:lpstr>Fira Sans Medium</vt:lpstr>
      <vt:lpstr>Lato Light</vt:lpstr>
      <vt:lpstr>Montserrat</vt:lpstr>
      <vt:lpstr>Roboto</vt:lpstr>
      <vt:lpstr>Malware Infographics by Slidesgo</vt:lpstr>
      <vt:lpstr>SMAAF - Static Malware Automation Analysis Framework</vt:lpstr>
      <vt:lpstr>Presentation Schedule</vt:lpstr>
      <vt:lpstr>Phase 1: Goals and Motivations</vt:lpstr>
      <vt:lpstr>Malwares Types Overview </vt:lpstr>
      <vt:lpstr>Malware Stats Overview</vt:lpstr>
      <vt:lpstr>Static Malware Analysis</vt:lpstr>
      <vt:lpstr>SMAAF Framework Modules</vt:lpstr>
      <vt:lpstr>Phase 2: Framework Flow and Technologies</vt:lpstr>
      <vt:lpstr>Framework Flow</vt:lpstr>
      <vt:lpstr>Technologies</vt:lpstr>
      <vt:lpstr>Technologies</vt:lpstr>
      <vt:lpstr>Technologies</vt:lpstr>
      <vt:lpstr>Phase 3: Analysis of SMAAF Modules</vt:lpstr>
      <vt:lpstr>Malware Sample Collector</vt:lpstr>
      <vt:lpstr>FastAPI Server</vt:lpstr>
      <vt:lpstr>Isolated Environments</vt:lpstr>
      <vt:lpstr>Ghidra</vt:lpstr>
      <vt:lpstr>radare2</vt:lpstr>
      <vt:lpstr>Recovered Data</vt:lpstr>
      <vt:lpstr>String and Signature Extractor</vt:lpstr>
      <vt:lpstr>YARA Rules</vt:lpstr>
      <vt:lpstr>IOCs</vt:lpstr>
      <vt:lpstr>Phase 4: Conclusions and Future Devs</vt:lpstr>
      <vt:lpstr>Project Recap</vt:lpstr>
      <vt:lpstr>Development Roadmap</vt:lpstr>
      <vt:lpstr>Future Devs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ANTONIO GAROFALO</cp:lastModifiedBy>
  <cp:revision>14</cp:revision>
  <dcterms:modified xsi:type="dcterms:W3CDTF">2026-02-09T16:18:40Z</dcterms:modified>
</cp:coreProperties>
</file>